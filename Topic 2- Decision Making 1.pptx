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omments/modernComment_168_2B1441A7.xml" ContentType="application/vnd.ms-powerpoint.comments+xml"/>
  <Override PartName="/ppt/comments/modernComment_132_FDDBD49A.xml" ContentType="application/vnd.ms-powerpoint.comments+xml"/>
  <Override PartName="/ppt/comments/modernComment_167_D17BB4F7.xml" ContentType="application/vnd.ms-powerpoint.comments+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 id="2147483702" r:id="rId3"/>
  </p:sldMasterIdLst>
  <p:notesMasterIdLst>
    <p:notesMasterId r:id="rId35"/>
  </p:notesMasterIdLst>
  <p:sldIdLst>
    <p:sldId id="360" r:id="rId4"/>
    <p:sldId id="306" r:id="rId5"/>
    <p:sldId id="358" r:id="rId6"/>
    <p:sldId id="359" r:id="rId7"/>
    <p:sldId id="257" r:id="rId8"/>
    <p:sldId id="258" r:id="rId9"/>
    <p:sldId id="259" r:id="rId10"/>
    <p:sldId id="262" r:id="rId11"/>
    <p:sldId id="263" r:id="rId12"/>
    <p:sldId id="260" r:id="rId13"/>
    <p:sldId id="264" r:id="rId14"/>
    <p:sldId id="265" r:id="rId15"/>
    <p:sldId id="261" r:id="rId16"/>
    <p:sldId id="267" r:id="rId17"/>
    <p:sldId id="268" r:id="rId18"/>
    <p:sldId id="266" r:id="rId19"/>
    <p:sldId id="269" r:id="rId20"/>
    <p:sldId id="270" r:id="rId21"/>
    <p:sldId id="271" r:id="rId22"/>
    <p:sldId id="362" r:id="rId23"/>
    <p:sldId id="363" r:id="rId24"/>
    <p:sldId id="364" r:id="rId25"/>
    <p:sldId id="272" r:id="rId26"/>
    <p:sldId id="274" r:id="rId27"/>
    <p:sldId id="275" r:id="rId28"/>
    <p:sldId id="361" r:id="rId29"/>
    <p:sldId id="276" r:id="rId30"/>
    <p:sldId id="273" r:id="rId31"/>
    <p:sldId id="279" r:id="rId32"/>
    <p:sldId id="277" r:id="rId33"/>
    <p:sldId id="27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2F9B9B-96ED-1159-D443-3D543B05FC02}" name="Ricky Dunningham" initials="RD" userId="S::richard.dunningham@eduvos.com::a3fc4bdd-6897-4a69-beba-491c7b5405b3" providerId="AD"/>
  <p188:author id="{1A3189A1-3655-B6D5-D14A-98AD48D3786A}" name="Denise Wilson" initials="DW" userId="S::denise.wilson@eduvos.com::7939129f-fc71-4fda-b9a4-c630b572770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2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comments/modernComment_132_FDDBD49A.xml><?xml version="1.0" encoding="utf-8"?>
<p188:cmLst xmlns:a="http://schemas.openxmlformats.org/drawingml/2006/main" xmlns:r="http://schemas.openxmlformats.org/officeDocument/2006/relationships" xmlns:p188="http://schemas.microsoft.com/office/powerpoint/2018/8/main">
  <p188:cm id="{C4E6437A-F432-4000-A69A-95B9B455118E}" authorId="{1A3189A1-3655-B6D5-D14A-98AD48D3786A}" created="2024-12-10T03:37:43.568">
    <pc:sldMkLst xmlns:pc="http://schemas.microsoft.com/office/powerpoint/2013/main/command">
      <pc:docMk/>
      <pc:sldMk cId="4259042458" sldId="306"/>
    </pc:sldMkLst>
    <p188:txBody>
      <a:bodyPr/>
      <a:lstStyle/>
      <a:p>
        <a:r>
          <a:rPr lang="en-US"/>
          <a:t>Hi [@Mine De Klerk], perhaps this disclaimer is open for interpretation- we are saying that lecturers may add to this slide deck for timetable group specific or campus specific information or case studies, but the base slide deck will be what is available on myLMS- this was to allow for the autonomy of lecturers and the unique culture or demographics of specific campuses. [@Ricky Dunningham] should this be rephrased in some way to make this clearer? But also that those campus/lecturer specific content will not be shared with students and is not crucial for learning purposes.</a:t>
        </a:r>
      </a:p>
    </p188:txBody>
  </p188:cm>
</p188:cmLst>
</file>

<file path=ppt/comments/modernComment_167_D17BB4F7.xml><?xml version="1.0" encoding="utf-8"?>
<p188:cmLst xmlns:a="http://schemas.openxmlformats.org/drawingml/2006/main" xmlns:r="http://schemas.openxmlformats.org/officeDocument/2006/relationships" xmlns:p188="http://schemas.microsoft.com/office/powerpoint/2018/8/main">
  <p188:cm id="{FCA66882-19EA-47AA-9F30-65C1CC007A73}" authorId="{1A3189A1-3655-B6D5-D14A-98AD48D3786A}" created="2024-12-10T04:00:15.580">
    <ac:deMkLst xmlns:ac="http://schemas.microsoft.com/office/drawing/2013/main/command">
      <pc:docMk xmlns:pc="http://schemas.microsoft.com/office/powerpoint/2013/main/command"/>
      <pc:sldMk xmlns:pc="http://schemas.microsoft.com/office/powerpoint/2013/main/command" cId="3514545399" sldId="359"/>
      <ac:spMk id="39" creationId="{926A2917-C7CE-45C4-E711-4939F583C89B}"/>
    </ac:deMkLst>
    <p188:txBody>
      <a:bodyPr/>
      <a:lstStyle/>
      <a:p>
        <a:r>
          <a:rPr lang="en-US"/>
          <a:t>This is to be a brief summary and will take the form of a lesson plan</a:t>
        </a:r>
      </a:p>
    </p188:txBody>
  </p188:cm>
</p188:cmLst>
</file>

<file path=ppt/comments/modernComment_168_2B1441A7.xml><?xml version="1.0" encoding="utf-8"?>
<p188:cmLst xmlns:a="http://schemas.openxmlformats.org/drawingml/2006/main" xmlns:r="http://schemas.openxmlformats.org/officeDocument/2006/relationships" xmlns:p188="http://schemas.microsoft.com/office/powerpoint/2018/8/main">
  <p188:cm id="{D2691E12-8446-42E4-B9BF-9197B25E8C3F}" authorId="{E52F9B9B-96ED-1159-D443-3D543B05FC02}" created="2024-12-06T11:36:30.949">
    <pc:sldMkLst xmlns:pc="http://schemas.microsoft.com/office/powerpoint/2013/main/command">
      <pc:docMk/>
      <pc:sldMk cId="2038962781" sldId="305"/>
    </pc:sldMkLst>
    <p188:txBody>
      <a:bodyPr/>
      <a:lstStyle/>
      <a:p>
        <a:r>
          <a:rPr lang="en-ZA"/>
          <a:t>Slide decks must remain generic and not campus-specific. 
Refrain from adding campus names to any slide headings or including information that is also campus-specific etc.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DB0D8-03FD-43DA-8DE0-AC7A33665BA7}" type="datetimeFigureOut">
              <a:rPr lang="en-ZA" smtClean="0"/>
              <a:t>2026/05/11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88021B-DA61-4189-9CA9-FBE8BF8B3092}" type="slidenum">
              <a:rPr lang="en-ZA" smtClean="0"/>
              <a:t>‹#›</a:t>
            </a:fld>
            <a:endParaRPr lang="en-ZA"/>
          </a:p>
        </p:txBody>
      </p:sp>
    </p:spTree>
    <p:extLst>
      <p:ext uri="{BB962C8B-B14F-4D97-AF65-F5344CB8AC3E}">
        <p14:creationId xmlns:p14="http://schemas.microsoft.com/office/powerpoint/2010/main" val="368973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range checking and elif usage.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1.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Master" Target="../slideMasters/slideMaster3.xml"/><Relationship Id="rId5" Type="http://schemas.openxmlformats.org/officeDocument/2006/relationships/image" Target="../media/image8.svg"/><Relationship Id="rId4" Type="http://schemas.openxmlformats.org/officeDocument/2006/relationships/image" Target="../media/image3.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1.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1.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1AC9-764D-BA52-71BE-064F1E24BB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A274DF61-24DF-52B3-8EEB-A2B6E18FD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01B0FBF3-DA8C-8DE1-FF7A-25355AEB84B8}"/>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8BA48431-EA1F-C05A-AF63-783CD03F089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31D54EB-CA23-FEB5-204B-5274E56EEEF1}"/>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882548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958D-093C-FF37-56FE-B328152A876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AB60A55-359A-9F4E-9E44-CCD4BE2D4D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9C06B13-FA09-9317-91EC-447FAD56132E}"/>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E55C5E0D-AF94-FCE1-775D-FF2DD6F7418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112FF82-DDCF-761A-4074-00749DABBE80}"/>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186927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7E0B2-47E1-A4BC-E758-C1C373D99B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B689479-5EB0-7E37-99E6-0B4B08F7DE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2A0DF7-D5AC-DBA7-D898-D0B412169DBF}"/>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BC8B3B86-061C-3C77-192C-D597A20C3C2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DA7F085-75EA-3C12-A99C-470A0F34F2C1}"/>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10657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38969-4AED-4D35-16E5-C21EC70A04B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26BFD6A-DE3E-1CC8-748F-B4F7C63C05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AC342716-99C0-DD50-D442-1BDCA9117F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447F6767-10FB-5F26-BDF5-C2DA4E3AF400}"/>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6" name="Footer Placeholder 5">
            <a:extLst>
              <a:ext uri="{FF2B5EF4-FFF2-40B4-BE49-F238E27FC236}">
                <a16:creationId xmlns:a16="http://schemas.microsoft.com/office/drawing/2014/main" id="{41B91FFE-A3BD-DF73-7572-82B94C910DD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F316F0C-114F-5AFC-8FB8-551FDC4B14E7}"/>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2419315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A4020-A806-84DA-4091-410C56B61C67}"/>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8B90A15-8A90-C1BC-D4F3-2F18541A62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4D6C74-C1EA-0CB9-E2A7-A106511537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637BF070-CE79-E900-4F94-7028C0C912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88C3EF-BFBD-C103-1675-BBEF1B6BE4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3379A7B-98AB-448D-6831-18136DBEB5BE}"/>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8" name="Footer Placeholder 7">
            <a:extLst>
              <a:ext uri="{FF2B5EF4-FFF2-40B4-BE49-F238E27FC236}">
                <a16:creationId xmlns:a16="http://schemas.microsoft.com/office/drawing/2014/main" id="{7C7982CB-E490-05E7-7835-2D1A8E3F2480}"/>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7CBA97B-CCC4-9ED8-ABB3-07FF9F5DE9CC}"/>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428307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7377-F58C-F356-02A2-E9065FFE0D79}"/>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BA48FEB3-3DB3-1C37-F8F3-5DFA76146DD2}"/>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4" name="Footer Placeholder 3">
            <a:extLst>
              <a:ext uri="{FF2B5EF4-FFF2-40B4-BE49-F238E27FC236}">
                <a16:creationId xmlns:a16="http://schemas.microsoft.com/office/drawing/2014/main" id="{C84345DD-6381-86ED-D964-F884655A6481}"/>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39E64308-6E89-A738-055D-B32CEB55AA83}"/>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54592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978B14-E9AF-6424-2F01-2647EE357784}"/>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3" name="Footer Placeholder 2">
            <a:extLst>
              <a:ext uri="{FF2B5EF4-FFF2-40B4-BE49-F238E27FC236}">
                <a16:creationId xmlns:a16="http://schemas.microsoft.com/office/drawing/2014/main" id="{395CA7E3-69F6-AE2E-39F6-2396C14CB810}"/>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6DA7A85-50C0-B886-E48B-877048CA9F75}"/>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4156347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004D2-4E8E-6913-3C46-723243E093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41FE14B2-FAC4-5AFB-DE17-23C756AB8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A139B0A7-8C29-9770-9B41-065A689A5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175AD-11D8-5C4A-D886-0E877A996596}"/>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6" name="Footer Placeholder 5">
            <a:extLst>
              <a:ext uri="{FF2B5EF4-FFF2-40B4-BE49-F238E27FC236}">
                <a16:creationId xmlns:a16="http://schemas.microsoft.com/office/drawing/2014/main" id="{FEA15BCA-C938-8148-1B1F-88CE6F170BB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533D376-2980-57E3-A7B5-714E0D1D6A5F}"/>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3900739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F7955-21A5-F9E6-4A55-78792FF44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99A6E7E-462E-67BB-6416-0F9FB3702B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AE2836E-F7E3-E6AB-C397-585A65804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078AF9-7D93-F485-BADF-47B8C8616567}"/>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6" name="Footer Placeholder 5">
            <a:extLst>
              <a:ext uri="{FF2B5EF4-FFF2-40B4-BE49-F238E27FC236}">
                <a16:creationId xmlns:a16="http://schemas.microsoft.com/office/drawing/2014/main" id="{A7DD3D25-FBC7-78AC-AA58-9FD7319DB97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559BDC8-930E-0336-3DEF-9C8BF37D8598}"/>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2355393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ABAD-77F6-62D1-33AA-A8CB817A77C8}"/>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5FA8E67-3F42-62C1-4F6D-67F9DDC32F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7C9A57C-A957-5A08-3943-8B9C7D2CF802}"/>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CD1263EF-393D-B1ED-DF19-3AFE2282463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1DCBD35-BB04-46FC-0F0B-8BFBD920C32F}"/>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7444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51B67A-7384-A3BC-598F-8BE65B6F0E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80419ADA-69F6-6E6D-2D3F-491C4F8FD8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BEB8E5A-B551-E02D-33B9-9512C9D3DBC1}"/>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08903E8C-3FC6-E409-DBAD-F08528C7001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DF354B0-E2CF-6020-2972-31CBB1FB7611}"/>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411001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9B5637-C73F-A33C-69D9-80BB032709D2}"/>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Date Placeholder 1">
            <a:extLst>
              <a:ext uri="{FF2B5EF4-FFF2-40B4-BE49-F238E27FC236}">
                <a16:creationId xmlns:a16="http://schemas.microsoft.com/office/drawing/2014/main" id="{AA2FCCC7-D92E-BD1B-A17B-B60875C5435B}"/>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3" name="Footer Placeholder 2">
            <a:extLst>
              <a:ext uri="{FF2B5EF4-FFF2-40B4-BE49-F238E27FC236}">
                <a16:creationId xmlns:a16="http://schemas.microsoft.com/office/drawing/2014/main" id="{D97871E1-BF0C-5D87-2007-97BD0AFE3F2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B55CA06-5EB3-AA9B-BFE3-D6BC91BE0951}"/>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1944885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33702" y="-1"/>
            <a:ext cx="1858298" cy="1238865"/>
          </a:xfrm>
          <a:prstGeom prst="rect">
            <a:avLst/>
          </a:prstGeom>
        </p:spPr>
      </p:pic>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1510635"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1510635"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630146"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1510635" y="1621546"/>
            <a:ext cx="9426923"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84621652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ue 1">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66C639B-5027-B728-A547-A5A67FF7917C}"/>
              </a:ext>
            </a:extLst>
          </p:cNvPr>
          <p:cNvGrpSpPr/>
          <p:nvPr userDrawn="1"/>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grpSp>
        <p:nvGrpSpPr>
          <p:cNvPr id="40" name="Group 39">
            <a:extLst>
              <a:ext uri="{FF2B5EF4-FFF2-40B4-BE49-F238E27FC236}">
                <a16:creationId xmlns:a16="http://schemas.microsoft.com/office/drawing/2014/main" id="{CB13F640-4B07-4F3E-3AB9-ABF8EF771E83}"/>
              </a:ext>
            </a:extLst>
          </p:cNvPr>
          <p:cNvGrpSpPr/>
          <p:nvPr userDrawn="1"/>
        </p:nvGrpSpPr>
        <p:grpSpPr>
          <a:xfrm>
            <a:off x="-21838" y="6600716"/>
            <a:ext cx="12213838" cy="257284"/>
            <a:chOff x="353060" y="6172098"/>
            <a:chExt cx="9485360" cy="199809"/>
          </a:xfrm>
        </p:grpSpPr>
        <p:pic>
          <p:nvPicPr>
            <p:cNvPr id="41" name="Graphic 40">
              <a:extLst>
                <a:ext uri="{FF2B5EF4-FFF2-40B4-BE49-F238E27FC236}">
                  <a16:creationId xmlns:a16="http://schemas.microsoft.com/office/drawing/2014/main" id="{EDDD7F34-FE90-1D15-C1DD-BDDCD5F0D5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42" name="Graphic 41">
              <a:extLst>
                <a:ext uri="{FF2B5EF4-FFF2-40B4-BE49-F238E27FC236}">
                  <a16:creationId xmlns:a16="http://schemas.microsoft.com/office/drawing/2014/main" id="{D5BA51D5-863C-1925-FADF-31BDAFB4F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43" name="Graphic 42">
              <a:extLst>
                <a:ext uri="{FF2B5EF4-FFF2-40B4-BE49-F238E27FC236}">
                  <a16:creationId xmlns:a16="http://schemas.microsoft.com/office/drawing/2014/main" id="{2292990F-0BCB-2B98-E9B3-857EFECA05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44" name="Graphic 43">
              <a:extLst>
                <a:ext uri="{FF2B5EF4-FFF2-40B4-BE49-F238E27FC236}">
                  <a16:creationId xmlns:a16="http://schemas.microsoft.com/office/drawing/2014/main" id="{D8E16644-6690-3DAB-17D3-C1B00D709E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sp>
        <p:nvSpPr>
          <p:cNvPr id="28" name="Picture Placeholder 27">
            <a:extLst>
              <a:ext uri="{FF2B5EF4-FFF2-40B4-BE49-F238E27FC236}">
                <a16:creationId xmlns:a16="http://schemas.microsoft.com/office/drawing/2014/main" id="{98B8B554-075B-1D22-5FB2-A6EB89AAD310}"/>
              </a:ext>
            </a:extLst>
          </p:cNvPr>
          <p:cNvSpPr>
            <a:spLocks noGrp="1"/>
          </p:cNvSpPr>
          <p:nvPr>
            <p:ph type="pic" sz="quarter" idx="10"/>
          </p:nvPr>
        </p:nvSpPr>
        <p:spPr>
          <a:xfrm>
            <a:off x="561975" y="658813"/>
            <a:ext cx="5029200" cy="5942012"/>
          </a:xfrm>
        </p:spPr>
        <p:txBody>
          <a:bodyPr/>
          <a:lstStyle/>
          <a:p>
            <a:endParaRPr lang="en-ZA"/>
          </a:p>
        </p:txBody>
      </p:sp>
    </p:spTree>
    <p:extLst>
      <p:ext uri="{BB962C8B-B14F-4D97-AF65-F5344CB8AC3E}">
        <p14:creationId xmlns:p14="http://schemas.microsoft.com/office/powerpoint/2010/main" val="327120675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Main Cover">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userDrawn="1"/>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BEE2CF4-22A0-44EA-F601-BE6C24E5CE53}"/>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5" name="Footer Placeholder 4">
            <a:extLst>
              <a:ext uri="{FF2B5EF4-FFF2-40B4-BE49-F238E27FC236}">
                <a16:creationId xmlns:a16="http://schemas.microsoft.com/office/drawing/2014/main" id="{5FEAF3A3-A8F2-4279-0CF5-F5FC958DF16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5EBDBC5-05FF-338C-79A8-DA87D2484B2B}"/>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41854654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F0477A8-A693-E286-52B9-F5545E9A4D58}"/>
              </a:ext>
            </a:extLst>
          </p:cNvPr>
          <p:cNvGrpSpPr/>
          <p:nvPr userDrawn="1"/>
        </p:nvGrpSpPr>
        <p:grpSpPr>
          <a:xfrm>
            <a:off x="0" y="1824015"/>
            <a:ext cx="5595740" cy="5048028"/>
            <a:chOff x="-5639476" y="1855194"/>
            <a:chExt cx="5603003" cy="5048028"/>
          </a:xfrm>
        </p:grpSpPr>
        <p:sp>
          <p:nvSpPr>
            <p:cNvPr id="9" name="Freeform: Shape 8">
              <a:extLst>
                <a:ext uri="{FF2B5EF4-FFF2-40B4-BE49-F238E27FC236}">
                  <a16:creationId xmlns:a16="http://schemas.microsoft.com/office/drawing/2014/main" id="{A1A2C3AB-1E88-A63A-9622-F45137ECD180}"/>
                </a:ext>
              </a:extLst>
            </p:cNvPr>
            <p:cNvSpPr/>
            <p:nvPr/>
          </p:nvSpPr>
          <p:spPr>
            <a:xfrm>
              <a:off x="-5638385" y="1855194"/>
              <a:ext cx="1749072"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B10000"/>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3989773" y="3537870"/>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E8233C"/>
            </a:solidFill>
            <a:ln w="8399" cap="flat">
              <a:noFill/>
              <a:prstDash val="solid"/>
              <a:miter/>
            </a:ln>
          </p:spPr>
          <p:txBody>
            <a:bodyPr rtlCol="0" anchor="ctr"/>
            <a:lstStyle/>
            <a:p>
              <a:endParaRPr lang="en-ZA"/>
            </a:p>
          </p:txBody>
        </p:sp>
        <p:grpSp>
          <p:nvGrpSpPr>
            <p:cNvPr id="47" name="Group 46">
              <a:extLst>
                <a:ext uri="{FF2B5EF4-FFF2-40B4-BE49-F238E27FC236}">
                  <a16:creationId xmlns:a16="http://schemas.microsoft.com/office/drawing/2014/main" id="{463D6306-154D-5160-8E94-A3190F0F10A2}"/>
                </a:ext>
              </a:extLst>
            </p:cNvPr>
            <p:cNvGrpSpPr/>
            <p:nvPr/>
          </p:nvGrpSpPr>
          <p:grpSpPr>
            <a:xfrm>
              <a:off x="-2323614" y="4627093"/>
              <a:ext cx="2287141" cy="2276129"/>
              <a:chOff x="3315862" y="4581870"/>
              <a:chExt cx="2287141" cy="2276129"/>
            </a:xfrm>
          </p:grpSpPr>
          <p:sp>
            <p:nvSpPr>
              <p:cNvPr id="15" name="Freeform: Shape 14">
                <a:extLst>
                  <a:ext uri="{FF2B5EF4-FFF2-40B4-BE49-F238E27FC236}">
                    <a16:creationId xmlns:a16="http://schemas.microsoft.com/office/drawing/2014/main" id="{542CEB1B-622C-693B-6F2A-3D381F9A9520}"/>
                  </a:ext>
                </a:extLst>
              </p:cNvPr>
              <p:cNvSpPr/>
              <p:nvPr/>
            </p:nvSpPr>
            <p:spPr>
              <a:xfrm>
                <a:off x="3315862" y="4581870"/>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3"/>
                </a:solidFill>
                <a:prstDash val="solid"/>
                <a:miter/>
              </a:ln>
            </p:spPr>
            <p:txBody>
              <a:bodyPr rtlCol="0" anchor="ctr"/>
              <a:lstStyle/>
              <a:p>
                <a:endParaRPr lang="en-ZA" dirty="0"/>
              </a:p>
            </p:txBody>
          </p:sp>
          <p:sp>
            <p:nvSpPr>
              <p:cNvPr id="16" name="Freeform: Shape 15">
                <a:extLst>
                  <a:ext uri="{FF2B5EF4-FFF2-40B4-BE49-F238E27FC236}">
                    <a16:creationId xmlns:a16="http://schemas.microsoft.com/office/drawing/2014/main" id="{C07B092E-D720-D515-5AFC-54D5B546EE05}"/>
                  </a:ext>
                </a:extLst>
              </p:cNvPr>
              <p:cNvSpPr/>
              <p:nvPr/>
            </p:nvSpPr>
            <p:spPr>
              <a:xfrm>
                <a:off x="3316048" y="5142103"/>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3"/>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16048" y="5720028"/>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3"/>
                </a:solidFill>
                <a:prstDash val="solid"/>
                <a:miter/>
              </a:ln>
            </p:spPr>
            <p:txBody>
              <a:bodyPr rtlCol="0" anchor="ctr"/>
              <a:lstStyle/>
              <a:p>
                <a:endParaRPr lang="en-ZA"/>
              </a:p>
            </p:txBody>
          </p:sp>
        </p:grpSp>
        <p:sp>
          <p:nvSpPr>
            <p:cNvPr id="18" name="Freeform: Shape 17">
              <a:extLst>
                <a:ext uri="{FF2B5EF4-FFF2-40B4-BE49-F238E27FC236}">
                  <a16:creationId xmlns:a16="http://schemas.microsoft.com/office/drawing/2014/main" id="{804E04CC-1B01-AC03-3C86-EA1994CE1083}"/>
                </a:ext>
              </a:extLst>
            </p:cNvPr>
            <p:cNvSpPr/>
            <p:nvPr/>
          </p:nvSpPr>
          <p:spPr>
            <a:xfrm>
              <a:off x="-5639476" y="353799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F17B8A"/>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5639476" y="3537932"/>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4814594" y="3537870"/>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5639476" y="4362691"/>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F1EBE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5623145" y="5187573"/>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B10000"/>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5623145" y="5251168"/>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F1EBE8"/>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4646883" y="6172805"/>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E8233C"/>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5623145" y="5187573"/>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E8233C"/>
            </a:solidFill>
            <a:ln w="8399" cap="flat">
              <a:noFill/>
              <a:prstDash val="solid"/>
              <a:miter/>
            </a:ln>
          </p:spPr>
          <p:txBody>
            <a:bodyPr rtlCol="0" anchor="ctr"/>
            <a:lstStyle/>
            <a:p>
              <a:endParaRPr lang="en-ZA"/>
            </a:p>
          </p:txBody>
        </p:sp>
      </p:grpSp>
      <p:grpSp>
        <p:nvGrpSpPr>
          <p:cNvPr id="294" name="Group 293">
            <a:extLst>
              <a:ext uri="{FF2B5EF4-FFF2-40B4-BE49-F238E27FC236}">
                <a16:creationId xmlns:a16="http://schemas.microsoft.com/office/drawing/2014/main" id="{A4FB9063-D666-4E30-B438-75F1C93EBD5D}"/>
              </a:ext>
            </a:extLst>
          </p:cNvPr>
          <p:cNvGrpSpPr/>
          <p:nvPr userDrawn="1"/>
        </p:nvGrpSpPr>
        <p:grpSpPr>
          <a:xfrm>
            <a:off x="0" y="6448584"/>
            <a:ext cx="2440432" cy="409416"/>
            <a:chOff x="6096000" y="0"/>
            <a:chExt cx="4629149" cy="776604"/>
          </a:xfrm>
        </p:grpSpPr>
        <p:sp>
          <p:nvSpPr>
            <p:cNvPr id="379" name="Freeform: Shape 378">
              <a:extLst>
                <a:ext uri="{FF2B5EF4-FFF2-40B4-BE49-F238E27FC236}">
                  <a16:creationId xmlns:a16="http://schemas.microsoft.com/office/drawing/2014/main" id="{8B0FC86E-B505-EA26-8067-AD891041C8F3}"/>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E8233C"/>
            </a:solidFill>
            <a:ln w="6347" cap="flat">
              <a:noFill/>
              <a:prstDash val="solid"/>
              <a:miter/>
            </a:ln>
          </p:spPr>
          <p:txBody>
            <a:bodyPr rtlCol="0" anchor="ctr"/>
            <a:lstStyle/>
            <a:p>
              <a:endParaRPr lang="en-ZA"/>
            </a:p>
          </p:txBody>
        </p:sp>
        <p:sp>
          <p:nvSpPr>
            <p:cNvPr id="380" name="Freeform: Shape 379">
              <a:extLst>
                <a:ext uri="{FF2B5EF4-FFF2-40B4-BE49-F238E27FC236}">
                  <a16:creationId xmlns:a16="http://schemas.microsoft.com/office/drawing/2014/main" id="{653AAF82-3FCD-BDB0-8F53-B28F1ADC0646}"/>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81" name="Freeform: Shape 380">
              <a:extLst>
                <a:ext uri="{FF2B5EF4-FFF2-40B4-BE49-F238E27FC236}">
                  <a16:creationId xmlns:a16="http://schemas.microsoft.com/office/drawing/2014/main" id="{D06D1BE4-C71A-D1AB-D90F-56BBDA8EE754}"/>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82" name="Freeform: Shape 381">
              <a:extLst>
                <a:ext uri="{FF2B5EF4-FFF2-40B4-BE49-F238E27FC236}">
                  <a16:creationId xmlns:a16="http://schemas.microsoft.com/office/drawing/2014/main" id="{282287D7-B649-2715-94E0-743766A5CF4C}"/>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83" name="Freeform: Shape 382">
              <a:extLst>
                <a:ext uri="{FF2B5EF4-FFF2-40B4-BE49-F238E27FC236}">
                  <a16:creationId xmlns:a16="http://schemas.microsoft.com/office/drawing/2014/main" id="{237CCC80-7AF0-4DBB-58B8-6D49DD57324E}"/>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84" name="Freeform: Shape 383">
              <a:extLst>
                <a:ext uri="{FF2B5EF4-FFF2-40B4-BE49-F238E27FC236}">
                  <a16:creationId xmlns:a16="http://schemas.microsoft.com/office/drawing/2014/main" id="{F2DBE011-5456-AAD3-E8B1-F40DC1A6B600}"/>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ED4F63"/>
            </a:solidFill>
            <a:ln w="6347" cap="flat">
              <a:noFill/>
              <a:prstDash val="solid"/>
              <a:miter/>
            </a:ln>
          </p:spPr>
          <p:txBody>
            <a:bodyPr rtlCol="0" anchor="ctr"/>
            <a:lstStyle/>
            <a:p>
              <a:endParaRPr lang="en-ZA"/>
            </a:p>
          </p:txBody>
        </p:sp>
        <p:sp>
          <p:nvSpPr>
            <p:cNvPr id="385" name="Freeform: Shape 384">
              <a:extLst>
                <a:ext uri="{FF2B5EF4-FFF2-40B4-BE49-F238E27FC236}">
                  <a16:creationId xmlns:a16="http://schemas.microsoft.com/office/drawing/2014/main" id="{E8C77A1C-38BC-CF4A-60E4-040E8839893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B10000"/>
            </a:solidFill>
            <a:ln w="6347" cap="flat">
              <a:noFill/>
              <a:prstDash val="solid"/>
              <a:miter/>
            </a:ln>
          </p:spPr>
          <p:txBody>
            <a:bodyPr rtlCol="0" anchor="ctr"/>
            <a:lstStyle/>
            <a:p>
              <a:endParaRPr lang="en-ZA"/>
            </a:p>
          </p:txBody>
        </p:sp>
        <p:sp>
          <p:nvSpPr>
            <p:cNvPr id="386" name="Freeform: Shape 385">
              <a:extLst>
                <a:ext uri="{FF2B5EF4-FFF2-40B4-BE49-F238E27FC236}">
                  <a16:creationId xmlns:a16="http://schemas.microsoft.com/office/drawing/2014/main" id="{C5881E78-A743-0833-154C-3899B1B3ADFC}"/>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87" name="Freeform: Shape 386">
              <a:extLst>
                <a:ext uri="{FF2B5EF4-FFF2-40B4-BE49-F238E27FC236}">
                  <a16:creationId xmlns:a16="http://schemas.microsoft.com/office/drawing/2014/main" id="{A1BE8F1A-8049-F2AB-B316-9175A013154D}"/>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88" name="Freeform: Shape 387">
              <a:extLst>
                <a:ext uri="{FF2B5EF4-FFF2-40B4-BE49-F238E27FC236}">
                  <a16:creationId xmlns:a16="http://schemas.microsoft.com/office/drawing/2014/main" id="{00D00EC0-AFC5-AB4C-E478-252970FB32D2}"/>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89" name="Freeform: Shape 388">
              <a:extLst>
                <a:ext uri="{FF2B5EF4-FFF2-40B4-BE49-F238E27FC236}">
                  <a16:creationId xmlns:a16="http://schemas.microsoft.com/office/drawing/2014/main" id="{C99B3525-9405-5300-AC77-05BEB321C577}"/>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90" name="Freeform: Shape 389">
              <a:extLst>
                <a:ext uri="{FF2B5EF4-FFF2-40B4-BE49-F238E27FC236}">
                  <a16:creationId xmlns:a16="http://schemas.microsoft.com/office/drawing/2014/main" id="{9624DB06-C3C4-A026-3C16-E869F3F8F68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91" name="Freeform: Shape 390">
              <a:extLst>
                <a:ext uri="{FF2B5EF4-FFF2-40B4-BE49-F238E27FC236}">
                  <a16:creationId xmlns:a16="http://schemas.microsoft.com/office/drawing/2014/main" id="{2B2D5221-A9D1-9B31-84B2-F56461B06F70}"/>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92" name="Freeform: Shape 391">
              <a:extLst>
                <a:ext uri="{FF2B5EF4-FFF2-40B4-BE49-F238E27FC236}">
                  <a16:creationId xmlns:a16="http://schemas.microsoft.com/office/drawing/2014/main" id="{56323173-97CF-91FE-EAB6-E92C0DD6AE0F}"/>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93" name="Graphic 19">
              <a:extLst>
                <a:ext uri="{FF2B5EF4-FFF2-40B4-BE49-F238E27FC236}">
                  <a16:creationId xmlns:a16="http://schemas.microsoft.com/office/drawing/2014/main" id="{983A593E-49A6-6683-C1EC-6C15313CA74B}"/>
                </a:ext>
              </a:extLst>
            </p:cNvPr>
            <p:cNvGrpSpPr/>
            <p:nvPr/>
          </p:nvGrpSpPr>
          <p:grpSpPr>
            <a:xfrm>
              <a:off x="9950577" y="2095"/>
              <a:ext cx="774572" cy="774509"/>
              <a:chOff x="8756777" y="2095"/>
              <a:chExt cx="774572" cy="774509"/>
            </a:xfrm>
          </p:grpSpPr>
          <p:sp>
            <p:nvSpPr>
              <p:cNvPr id="394" name="Freeform: Shape 393">
                <a:extLst>
                  <a:ext uri="{FF2B5EF4-FFF2-40B4-BE49-F238E27FC236}">
                    <a16:creationId xmlns:a16="http://schemas.microsoft.com/office/drawing/2014/main" id="{22CD5D37-0F7B-C138-5BC6-AB1884D4519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95" name="Freeform: Shape 394">
                <a:extLst>
                  <a:ext uri="{FF2B5EF4-FFF2-40B4-BE49-F238E27FC236}">
                    <a16:creationId xmlns:a16="http://schemas.microsoft.com/office/drawing/2014/main" id="{5B59C12A-4A5B-5806-8FB5-93E507B46230}"/>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396" name="Freeform: Shape 395">
                <a:extLst>
                  <a:ext uri="{FF2B5EF4-FFF2-40B4-BE49-F238E27FC236}">
                    <a16:creationId xmlns:a16="http://schemas.microsoft.com/office/drawing/2014/main" id="{C7A3C74E-137F-9079-E03B-09DA69D3E4A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397" name="Freeform: Shape 396">
                <a:extLst>
                  <a:ext uri="{FF2B5EF4-FFF2-40B4-BE49-F238E27FC236}">
                    <a16:creationId xmlns:a16="http://schemas.microsoft.com/office/drawing/2014/main" id="{5FA06224-1E49-1A26-6F75-192CA557BA19}"/>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398" name="Freeform: Shape 397">
                <a:extLst>
                  <a:ext uri="{FF2B5EF4-FFF2-40B4-BE49-F238E27FC236}">
                    <a16:creationId xmlns:a16="http://schemas.microsoft.com/office/drawing/2014/main" id="{F600FAFA-BA13-7A48-A7B0-5A1CF2D39E6B}"/>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grpSp>
        <p:nvGrpSpPr>
          <p:cNvPr id="295" name="Group 294">
            <a:extLst>
              <a:ext uri="{FF2B5EF4-FFF2-40B4-BE49-F238E27FC236}">
                <a16:creationId xmlns:a16="http://schemas.microsoft.com/office/drawing/2014/main" id="{4EB65D20-A7F2-F3CE-FC4C-C3B25308FF6C}"/>
              </a:ext>
            </a:extLst>
          </p:cNvPr>
          <p:cNvGrpSpPr/>
          <p:nvPr userDrawn="1"/>
        </p:nvGrpSpPr>
        <p:grpSpPr>
          <a:xfrm rot="10800000" flipH="1">
            <a:off x="2430337" y="6448584"/>
            <a:ext cx="2440432" cy="409416"/>
            <a:chOff x="6096000" y="0"/>
            <a:chExt cx="4629149" cy="776604"/>
          </a:xfrm>
        </p:grpSpPr>
        <p:sp>
          <p:nvSpPr>
            <p:cNvPr id="359" name="Freeform: Shape 358">
              <a:extLst>
                <a:ext uri="{FF2B5EF4-FFF2-40B4-BE49-F238E27FC236}">
                  <a16:creationId xmlns:a16="http://schemas.microsoft.com/office/drawing/2014/main" id="{44AD2000-223B-4BD9-01F9-1520E91266C7}"/>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F17B8A"/>
            </a:solidFill>
            <a:ln w="6347" cap="flat">
              <a:noFill/>
              <a:prstDash val="solid"/>
              <a:miter/>
            </a:ln>
          </p:spPr>
          <p:txBody>
            <a:bodyPr rtlCol="0" anchor="ctr"/>
            <a:lstStyle/>
            <a:p>
              <a:endParaRPr lang="en-ZA"/>
            </a:p>
          </p:txBody>
        </p:sp>
        <p:sp>
          <p:nvSpPr>
            <p:cNvPr id="360" name="Freeform: Shape 359">
              <a:extLst>
                <a:ext uri="{FF2B5EF4-FFF2-40B4-BE49-F238E27FC236}">
                  <a16:creationId xmlns:a16="http://schemas.microsoft.com/office/drawing/2014/main" id="{02D0696F-A516-F38D-9FF7-6B72E33799A2}"/>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61" name="Freeform: Shape 360">
              <a:extLst>
                <a:ext uri="{FF2B5EF4-FFF2-40B4-BE49-F238E27FC236}">
                  <a16:creationId xmlns:a16="http://schemas.microsoft.com/office/drawing/2014/main" id="{D06EE2EA-9F95-4F22-9E99-7AAAC20C2CCF}"/>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62" name="Freeform: Shape 361">
              <a:extLst>
                <a:ext uri="{FF2B5EF4-FFF2-40B4-BE49-F238E27FC236}">
                  <a16:creationId xmlns:a16="http://schemas.microsoft.com/office/drawing/2014/main" id="{AE152D93-668E-8C62-86BB-FF85B3F46583}"/>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63" name="Freeform: Shape 362">
              <a:extLst>
                <a:ext uri="{FF2B5EF4-FFF2-40B4-BE49-F238E27FC236}">
                  <a16:creationId xmlns:a16="http://schemas.microsoft.com/office/drawing/2014/main" id="{C4DFF1FC-9E0B-A0E7-8299-3DA9A53F66C7}"/>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64" name="Freeform: Shape 363">
              <a:extLst>
                <a:ext uri="{FF2B5EF4-FFF2-40B4-BE49-F238E27FC236}">
                  <a16:creationId xmlns:a16="http://schemas.microsoft.com/office/drawing/2014/main" id="{818EE606-81BF-D7A2-6B11-FC973D3683EF}"/>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B10000"/>
            </a:solidFill>
            <a:ln w="6347" cap="flat">
              <a:noFill/>
              <a:prstDash val="solid"/>
              <a:miter/>
            </a:ln>
          </p:spPr>
          <p:txBody>
            <a:bodyPr rtlCol="0" anchor="ctr"/>
            <a:lstStyle/>
            <a:p>
              <a:endParaRPr lang="en-ZA"/>
            </a:p>
          </p:txBody>
        </p:sp>
        <p:sp>
          <p:nvSpPr>
            <p:cNvPr id="365" name="Freeform: Shape 364">
              <a:extLst>
                <a:ext uri="{FF2B5EF4-FFF2-40B4-BE49-F238E27FC236}">
                  <a16:creationId xmlns:a16="http://schemas.microsoft.com/office/drawing/2014/main" id="{52A05064-F720-E247-7B51-A1F00AA3751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E8233C"/>
            </a:solidFill>
            <a:ln w="6347" cap="flat">
              <a:noFill/>
              <a:prstDash val="solid"/>
              <a:miter/>
            </a:ln>
          </p:spPr>
          <p:txBody>
            <a:bodyPr rtlCol="0" anchor="ctr"/>
            <a:lstStyle/>
            <a:p>
              <a:endParaRPr lang="en-ZA"/>
            </a:p>
          </p:txBody>
        </p:sp>
        <p:sp>
          <p:nvSpPr>
            <p:cNvPr id="366" name="Freeform: Shape 365">
              <a:extLst>
                <a:ext uri="{FF2B5EF4-FFF2-40B4-BE49-F238E27FC236}">
                  <a16:creationId xmlns:a16="http://schemas.microsoft.com/office/drawing/2014/main" id="{188DB275-8C0E-CCA9-E947-C21AD61B7E6F}"/>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67" name="Freeform: Shape 366">
              <a:extLst>
                <a:ext uri="{FF2B5EF4-FFF2-40B4-BE49-F238E27FC236}">
                  <a16:creationId xmlns:a16="http://schemas.microsoft.com/office/drawing/2014/main" id="{BF2B2A67-952A-5449-4421-79D2663C6DA0}"/>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68" name="Freeform: Shape 367">
              <a:extLst>
                <a:ext uri="{FF2B5EF4-FFF2-40B4-BE49-F238E27FC236}">
                  <a16:creationId xmlns:a16="http://schemas.microsoft.com/office/drawing/2014/main" id="{AD5EE9AB-468B-CB64-4A07-C9EC699055CE}"/>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69" name="Freeform: Shape 368">
              <a:extLst>
                <a:ext uri="{FF2B5EF4-FFF2-40B4-BE49-F238E27FC236}">
                  <a16:creationId xmlns:a16="http://schemas.microsoft.com/office/drawing/2014/main" id="{736AC772-9C7D-AFC4-66DC-BC6A368155F1}"/>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70" name="Freeform: Shape 369">
              <a:extLst>
                <a:ext uri="{FF2B5EF4-FFF2-40B4-BE49-F238E27FC236}">
                  <a16:creationId xmlns:a16="http://schemas.microsoft.com/office/drawing/2014/main" id="{5EDDC4BA-909F-37A1-E450-580DAF97CEC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71" name="Freeform: Shape 370">
              <a:extLst>
                <a:ext uri="{FF2B5EF4-FFF2-40B4-BE49-F238E27FC236}">
                  <a16:creationId xmlns:a16="http://schemas.microsoft.com/office/drawing/2014/main" id="{E8A671EE-D402-60C6-F677-ADB2E1524FE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72" name="Freeform: Shape 371">
              <a:extLst>
                <a:ext uri="{FF2B5EF4-FFF2-40B4-BE49-F238E27FC236}">
                  <a16:creationId xmlns:a16="http://schemas.microsoft.com/office/drawing/2014/main" id="{88E4E21C-DA1D-BBE4-8B80-D330D455F70B}"/>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73" name="Graphic 19">
              <a:extLst>
                <a:ext uri="{FF2B5EF4-FFF2-40B4-BE49-F238E27FC236}">
                  <a16:creationId xmlns:a16="http://schemas.microsoft.com/office/drawing/2014/main" id="{2AC5816E-931B-B40F-E346-3D659E9D175F}"/>
                </a:ext>
              </a:extLst>
            </p:cNvPr>
            <p:cNvGrpSpPr/>
            <p:nvPr/>
          </p:nvGrpSpPr>
          <p:grpSpPr>
            <a:xfrm>
              <a:off x="9950577" y="2095"/>
              <a:ext cx="774572" cy="774509"/>
              <a:chOff x="8756777" y="2095"/>
              <a:chExt cx="774572" cy="774509"/>
            </a:xfrm>
          </p:grpSpPr>
          <p:sp>
            <p:nvSpPr>
              <p:cNvPr id="374" name="Freeform: Shape 373">
                <a:extLst>
                  <a:ext uri="{FF2B5EF4-FFF2-40B4-BE49-F238E27FC236}">
                    <a16:creationId xmlns:a16="http://schemas.microsoft.com/office/drawing/2014/main" id="{CAD00450-B040-83C9-C638-943970CFE1D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75" name="Freeform: Shape 374">
                <a:extLst>
                  <a:ext uri="{FF2B5EF4-FFF2-40B4-BE49-F238E27FC236}">
                    <a16:creationId xmlns:a16="http://schemas.microsoft.com/office/drawing/2014/main" id="{F77664B8-A15A-28F3-D218-9734ACAA54F1}"/>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B10000"/>
              </a:solidFill>
              <a:ln w="6347" cap="flat">
                <a:noFill/>
                <a:prstDash val="solid"/>
                <a:miter/>
              </a:ln>
            </p:spPr>
            <p:txBody>
              <a:bodyPr rtlCol="0" anchor="ctr"/>
              <a:lstStyle/>
              <a:p>
                <a:endParaRPr lang="en-ZA" dirty="0"/>
              </a:p>
            </p:txBody>
          </p:sp>
          <p:sp>
            <p:nvSpPr>
              <p:cNvPr id="376" name="Freeform: Shape 375">
                <a:extLst>
                  <a:ext uri="{FF2B5EF4-FFF2-40B4-BE49-F238E27FC236}">
                    <a16:creationId xmlns:a16="http://schemas.microsoft.com/office/drawing/2014/main" id="{CCDFAAE3-84BB-7351-E639-6120D29E65E6}"/>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B10000"/>
              </a:solidFill>
              <a:ln w="6347" cap="flat">
                <a:noFill/>
                <a:prstDash val="solid"/>
                <a:miter/>
              </a:ln>
            </p:spPr>
            <p:txBody>
              <a:bodyPr rtlCol="0" anchor="ctr"/>
              <a:lstStyle/>
              <a:p>
                <a:endParaRPr lang="en-ZA"/>
              </a:p>
            </p:txBody>
          </p:sp>
          <p:sp>
            <p:nvSpPr>
              <p:cNvPr id="377" name="Freeform: Shape 376">
                <a:extLst>
                  <a:ext uri="{FF2B5EF4-FFF2-40B4-BE49-F238E27FC236}">
                    <a16:creationId xmlns:a16="http://schemas.microsoft.com/office/drawing/2014/main" id="{6EC30A90-AC79-7CF5-1D6F-778F1A2E9B38}"/>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B10000"/>
              </a:solidFill>
              <a:ln w="6347" cap="flat">
                <a:noFill/>
                <a:prstDash val="solid"/>
                <a:miter/>
              </a:ln>
            </p:spPr>
            <p:txBody>
              <a:bodyPr rtlCol="0" anchor="ctr"/>
              <a:lstStyle/>
              <a:p>
                <a:endParaRPr lang="en-ZA"/>
              </a:p>
            </p:txBody>
          </p:sp>
          <p:sp>
            <p:nvSpPr>
              <p:cNvPr id="378" name="Freeform: Shape 377">
                <a:extLst>
                  <a:ext uri="{FF2B5EF4-FFF2-40B4-BE49-F238E27FC236}">
                    <a16:creationId xmlns:a16="http://schemas.microsoft.com/office/drawing/2014/main" id="{6EAF1B8E-1203-E322-A47D-4DD2BBF146B5}"/>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B10000"/>
              </a:solidFill>
              <a:ln w="6347" cap="flat">
                <a:noFill/>
                <a:prstDash val="solid"/>
                <a:miter/>
              </a:ln>
            </p:spPr>
            <p:txBody>
              <a:bodyPr rtlCol="0" anchor="ctr"/>
              <a:lstStyle/>
              <a:p>
                <a:endParaRPr lang="en-ZA"/>
              </a:p>
            </p:txBody>
          </p:sp>
        </p:grpSp>
      </p:grpSp>
    </p:spTree>
    <p:extLst>
      <p:ext uri="{BB962C8B-B14F-4D97-AF65-F5344CB8AC3E}">
        <p14:creationId xmlns:p14="http://schemas.microsoft.com/office/powerpoint/2010/main" val="2165134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B06188-8442-9309-2C7C-33B89DCFBB3B}"/>
              </a:ext>
            </a:extLst>
          </p:cNvPr>
          <p:cNvSpPr/>
          <p:nvPr userDrawn="1"/>
        </p:nvSpPr>
        <p:spPr>
          <a:xfrm>
            <a:off x="-21838" y="0"/>
            <a:ext cx="12213838" cy="15479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27" name="Group 26">
            <a:extLst>
              <a:ext uri="{FF2B5EF4-FFF2-40B4-BE49-F238E27FC236}">
                <a16:creationId xmlns:a16="http://schemas.microsoft.com/office/drawing/2014/main" id="{566C639B-5027-B728-A547-A5A67FF7917C}"/>
              </a:ext>
            </a:extLst>
          </p:cNvPr>
          <p:cNvGrpSpPr/>
          <p:nvPr userDrawn="1"/>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5" name="Slide Number Placeholder 4">
            <a:extLst>
              <a:ext uri="{FF2B5EF4-FFF2-40B4-BE49-F238E27FC236}">
                <a16:creationId xmlns:a16="http://schemas.microsoft.com/office/drawing/2014/main" id="{10A0D4B6-1B66-A414-108D-EB4ADF22A7BE}"/>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28" name="Picture Placeholder 27">
            <a:extLst>
              <a:ext uri="{FF2B5EF4-FFF2-40B4-BE49-F238E27FC236}">
                <a16:creationId xmlns:a16="http://schemas.microsoft.com/office/drawing/2014/main" id="{0E771DC5-EFED-C526-C8FE-676945FEA200}"/>
              </a:ext>
            </a:extLst>
          </p:cNvPr>
          <p:cNvSpPr>
            <a:spLocks noGrp="1"/>
          </p:cNvSpPr>
          <p:nvPr>
            <p:ph type="pic" sz="quarter" idx="10"/>
          </p:nvPr>
        </p:nvSpPr>
        <p:spPr>
          <a:xfrm>
            <a:off x="561975" y="903923"/>
            <a:ext cx="5029200" cy="5942012"/>
          </a:xfrm>
        </p:spPr>
        <p:txBody>
          <a:bodyPr/>
          <a:lstStyle/>
          <a:p>
            <a:endParaRPr lang="en-ZA"/>
          </a:p>
        </p:txBody>
      </p:sp>
    </p:spTree>
    <p:extLst>
      <p:ext uri="{BB962C8B-B14F-4D97-AF65-F5344CB8AC3E}">
        <p14:creationId xmlns:p14="http://schemas.microsoft.com/office/powerpoint/2010/main" val="42799504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 1">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66C639B-5027-B728-A547-A5A67FF7917C}"/>
              </a:ext>
            </a:extLst>
          </p:cNvPr>
          <p:cNvGrpSpPr/>
          <p:nvPr userDrawn="1"/>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grpSp>
        <p:nvGrpSpPr>
          <p:cNvPr id="40" name="Group 39">
            <a:extLst>
              <a:ext uri="{FF2B5EF4-FFF2-40B4-BE49-F238E27FC236}">
                <a16:creationId xmlns:a16="http://schemas.microsoft.com/office/drawing/2014/main" id="{CB13F640-4B07-4F3E-3AB9-ABF8EF771E83}"/>
              </a:ext>
            </a:extLst>
          </p:cNvPr>
          <p:cNvGrpSpPr/>
          <p:nvPr userDrawn="1"/>
        </p:nvGrpSpPr>
        <p:grpSpPr>
          <a:xfrm>
            <a:off x="-21838" y="6600716"/>
            <a:ext cx="12213838" cy="257284"/>
            <a:chOff x="353060" y="6172098"/>
            <a:chExt cx="9485360" cy="199809"/>
          </a:xfrm>
        </p:grpSpPr>
        <p:pic>
          <p:nvPicPr>
            <p:cNvPr id="41" name="Graphic 40">
              <a:extLst>
                <a:ext uri="{FF2B5EF4-FFF2-40B4-BE49-F238E27FC236}">
                  <a16:creationId xmlns:a16="http://schemas.microsoft.com/office/drawing/2014/main" id="{EDDD7F34-FE90-1D15-C1DD-BDDCD5F0D5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42" name="Graphic 41">
              <a:extLst>
                <a:ext uri="{FF2B5EF4-FFF2-40B4-BE49-F238E27FC236}">
                  <a16:creationId xmlns:a16="http://schemas.microsoft.com/office/drawing/2014/main" id="{D5BA51D5-863C-1925-FADF-31BDAFB4F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43" name="Graphic 42">
              <a:extLst>
                <a:ext uri="{FF2B5EF4-FFF2-40B4-BE49-F238E27FC236}">
                  <a16:creationId xmlns:a16="http://schemas.microsoft.com/office/drawing/2014/main" id="{2292990F-0BCB-2B98-E9B3-857EFECA05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44" name="Graphic 43">
              <a:extLst>
                <a:ext uri="{FF2B5EF4-FFF2-40B4-BE49-F238E27FC236}">
                  <a16:creationId xmlns:a16="http://schemas.microsoft.com/office/drawing/2014/main" id="{D8E16644-6690-3DAB-17D3-C1B00D709E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sp>
        <p:nvSpPr>
          <p:cNvPr id="28" name="Picture Placeholder 27">
            <a:extLst>
              <a:ext uri="{FF2B5EF4-FFF2-40B4-BE49-F238E27FC236}">
                <a16:creationId xmlns:a16="http://schemas.microsoft.com/office/drawing/2014/main" id="{98B8B554-075B-1D22-5FB2-A6EB89AAD310}"/>
              </a:ext>
            </a:extLst>
          </p:cNvPr>
          <p:cNvSpPr>
            <a:spLocks noGrp="1"/>
          </p:cNvSpPr>
          <p:nvPr>
            <p:ph type="pic" sz="quarter" idx="10"/>
          </p:nvPr>
        </p:nvSpPr>
        <p:spPr>
          <a:xfrm>
            <a:off x="561975" y="658813"/>
            <a:ext cx="5029200" cy="5942012"/>
          </a:xfrm>
        </p:spPr>
        <p:txBody>
          <a:bodyPr/>
          <a:lstStyle/>
          <a:p>
            <a:endParaRPr lang="en-ZA"/>
          </a:p>
        </p:txBody>
      </p:sp>
    </p:spTree>
    <p:extLst>
      <p:ext uri="{BB962C8B-B14F-4D97-AF65-F5344CB8AC3E}">
        <p14:creationId xmlns:p14="http://schemas.microsoft.com/office/powerpoint/2010/main" val="378153677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eenvar cover">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6E0B8482-4B5A-CF45-215B-DF4756EC052C}"/>
              </a:ext>
            </a:extLst>
          </p:cNvPr>
          <p:cNvSpPr/>
          <p:nvPr userDrawn="1"/>
        </p:nvSpPr>
        <p:spPr>
          <a:xfrm>
            <a:off x="2910840" y="0"/>
            <a:ext cx="9281160" cy="6858000"/>
          </a:xfrm>
          <a:custGeom>
            <a:avLst/>
            <a:gdLst>
              <a:gd name="connsiteX0" fmla="*/ 0 w 4616450"/>
              <a:gd name="connsiteY0" fmla="*/ 0 h 6858000"/>
              <a:gd name="connsiteX1" fmla="*/ 4616450 w 4616450"/>
              <a:gd name="connsiteY1" fmla="*/ 0 h 6858000"/>
              <a:gd name="connsiteX2" fmla="*/ 4616450 w 4616450"/>
              <a:gd name="connsiteY2" fmla="*/ 6858000 h 6858000"/>
              <a:gd name="connsiteX3" fmla="*/ 0 w 46164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16450" h="6858000">
                <a:moveTo>
                  <a:pt x="0" y="0"/>
                </a:moveTo>
                <a:lnTo>
                  <a:pt x="4616450" y="0"/>
                </a:lnTo>
                <a:lnTo>
                  <a:pt x="4616450" y="6858000"/>
                </a:lnTo>
                <a:lnTo>
                  <a:pt x="0" y="6858000"/>
                </a:lnTo>
                <a:close/>
              </a:path>
            </a:pathLst>
          </a:custGeom>
          <a:solidFill>
            <a:srgbClr val="003818"/>
          </a:solidFill>
          <a:ln w="6347" cap="flat">
            <a:noFill/>
            <a:prstDash val="solid"/>
            <a:miter/>
          </a:ln>
        </p:spPr>
        <p:txBody>
          <a:bodyPr rtlCol="0" anchor="ctr"/>
          <a:lstStyle/>
          <a:p>
            <a:endParaRPr lang="en-ZA"/>
          </a:p>
        </p:txBody>
      </p:sp>
      <p:pic>
        <p:nvPicPr>
          <p:cNvPr id="47" name="Graphic 46">
            <a:extLst>
              <a:ext uri="{FF2B5EF4-FFF2-40B4-BE49-F238E27FC236}">
                <a16:creationId xmlns:a16="http://schemas.microsoft.com/office/drawing/2014/main" id="{5A3DFF44-398D-F067-6ADA-0BD630AB3C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148152" y="2453640"/>
            <a:ext cx="4043848" cy="4043848"/>
          </a:xfrm>
          <a:prstGeom prst="rect">
            <a:avLst/>
          </a:prstGeom>
        </p:spPr>
      </p:pic>
      <p:grpSp>
        <p:nvGrpSpPr>
          <p:cNvPr id="59" name="Group 58">
            <a:extLst>
              <a:ext uri="{FF2B5EF4-FFF2-40B4-BE49-F238E27FC236}">
                <a16:creationId xmlns:a16="http://schemas.microsoft.com/office/drawing/2014/main" id="{7C323EFF-7049-AF0F-AD5C-E53EB9566D3A}"/>
              </a:ext>
            </a:extLst>
          </p:cNvPr>
          <p:cNvGrpSpPr/>
          <p:nvPr userDrawn="1"/>
        </p:nvGrpSpPr>
        <p:grpSpPr>
          <a:xfrm>
            <a:off x="2910840" y="-1"/>
            <a:ext cx="9281160" cy="1557044"/>
            <a:chOff x="6096000" y="0"/>
            <a:chExt cx="4629149" cy="776604"/>
          </a:xfrm>
        </p:grpSpPr>
        <p:sp>
          <p:nvSpPr>
            <p:cNvPr id="60" name="Freeform: Shape 59">
              <a:extLst>
                <a:ext uri="{FF2B5EF4-FFF2-40B4-BE49-F238E27FC236}">
                  <a16:creationId xmlns:a16="http://schemas.microsoft.com/office/drawing/2014/main" id="{4B2FFD59-A88B-0F14-6B38-2C3DB0C6C48D}"/>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008545"/>
            </a:solidFill>
            <a:ln w="6347" cap="flat">
              <a:noFill/>
              <a:prstDash val="solid"/>
              <a:miter/>
            </a:ln>
          </p:spPr>
          <p:txBody>
            <a:bodyPr rtlCol="0" anchor="ctr"/>
            <a:lstStyle/>
            <a:p>
              <a:endParaRPr lang="en-ZA"/>
            </a:p>
          </p:txBody>
        </p:sp>
        <p:sp>
          <p:nvSpPr>
            <p:cNvPr id="61" name="Freeform: Shape 60">
              <a:extLst>
                <a:ext uri="{FF2B5EF4-FFF2-40B4-BE49-F238E27FC236}">
                  <a16:creationId xmlns:a16="http://schemas.microsoft.com/office/drawing/2014/main" id="{67B71AE4-F75D-AF19-8031-A2512EBAC9DB}"/>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62" name="Freeform: Shape 61">
              <a:extLst>
                <a:ext uri="{FF2B5EF4-FFF2-40B4-BE49-F238E27FC236}">
                  <a16:creationId xmlns:a16="http://schemas.microsoft.com/office/drawing/2014/main" id="{0B25F81C-171D-B231-C8F1-B48F675A92B2}"/>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63" name="Freeform: Shape 62">
              <a:extLst>
                <a:ext uri="{FF2B5EF4-FFF2-40B4-BE49-F238E27FC236}">
                  <a16:creationId xmlns:a16="http://schemas.microsoft.com/office/drawing/2014/main" id="{03358206-8C08-9E93-66A5-D17D5787363F}"/>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64" name="Freeform: Shape 63">
              <a:extLst>
                <a:ext uri="{FF2B5EF4-FFF2-40B4-BE49-F238E27FC236}">
                  <a16:creationId xmlns:a16="http://schemas.microsoft.com/office/drawing/2014/main" id="{B77F0185-E283-FAD9-0364-A6A6722C49B2}"/>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65" name="Freeform: Shape 64">
              <a:extLst>
                <a:ext uri="{FF2B5EF4-FFF2-40B4-BE49-F238E27FC236}">
                  <a16:creationId xmlns:a16="http://schemas.microsoft.com/office/drawing/2014/main" id="{F07DF5C6-28DC-33CA-5776-847830EBC34B}"/>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008545"/>
            </a:solidFill>
            <a:ln w="6347" cap="flat">
              <a:noFill/>
              <a:prstDash val="solid"/>
              <a:miter/>
            </a:ln>
          </p:spPr>
          <p:txBody>
            <a:bodyPr rtlCol="0" anchor="ctr"/>
            <a:lstStyle/>
            <a:p>
              <a:endParaRPr lang="en-ZA"/>
            </a:p>
          </p:txBody>
        </p:sp>
        <p:sp>
          <p:nvSpPr>
            <p:cNvPr id="66" name="Freeform: Shape 65">
              <a:extLst>
                <a:ext uri="{FF2B5EF4-FFF2-40B4-BE49-F238E27FC236}">
                  <a16:creationId xmlns:a16="http://schemas.microsoft.com/office/drawing/2014/main" id="{8D3F0B74-99D0-F1D9-4707-DC35545978F9}"/>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003818"/>
            </a:solidFill>
            <a:ln w="6347" cap="flat">
              <a:noFill/>
              <a:prstDash val="solid"/>
              <a:miter/>
            </a:ln>
          </p:spPr>
          <p:txBody>
            <a:bodyPr rtlCol="0" anchor="ctr"/>
            <a:lstStyle/>
            <a:p>
              <a:endParaRPr lang="en-ZA"/>
            </a:p>
          </p:txBody>
        </p:sp>
        <p:sp>
          <p:nvSpPr>
            <p:cNvPr id="67" name="Freeform: Shape 66">
              <a:extLst>
                <a:ext uri="{FF2B5EF4-FFF2-40B4-BE49-F238E27FC236}">
                  <a16:creationId xmlns:a16="http://schemas.microsoft.com/office/drawing/2014/main" id="{B1A99486-8C7B-29B9-48E8-5766D9071403}"/>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68" name="Freeform: Shape 67">
              <a:extLst>
                <a:ext uri="{FF2B5EF4-FFF2-40B4-BE49-F238E27FC236}">
                  <a16:creationId xmlns:a16="http://schemas.microsoft.com/office/drawing/2014/main" id="{50B4A1EC-A051-AA6E-5500-2C53171AEC5B}"/>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69" name="Freeform: Shape 68">
              <a:extLst>
                <a:ext uri="{FF2B5EF4-FFF2-40B4-BE49-F238E27FC236}">
                  <a16:creationId xmlns:a16="http://schemas.microsoft.com/office/drawing/2014/main" id="{AC81EA82-42D7-2D07-5C76-83F95993A673}"/>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004F29"/>
            </a:solidFill>
            <a:ln w="6347" cap="flat">
              <a:noFill/>
              <a:prstDash val="solid"/>
              <a:miter/>
            </a:ln>
          </p:spPr>
          <p:txBody>
            <a:bodyPr rtlCol="0" anchor="ctr"/>
            <a:lstStyle/>
            <a:p>
              <a:endParaRPr lang="en-ZA"/>
            </a:p>
          </p:txBody>
        </p:sp>
        <p:sp>
          <p:nvSpPr>
            <p:cNvPr id="70" name="Freeform: Shape 69">
              <a:extLst>
                <a:ext uri="{FF2B5EF4-FFF2-40B4-BE49-F238E27FC236}">
                  <a16:creationId xmlns:a16="http://schemas.microsoft.com/office/drawing/2014/main" id="{8D7F0192-552A-0FE7-B3D2-7F15776BDA69}"/>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71" name="Freeform: Shape 70">
              <a:extLst>
                <a:ext uri="{FF2B5EF4-FFF2-40B4-BE49-F238E27FC236}">
                  <a16:creationId xmlns:a16="http://schemas.microsoft.com/office/drawing/2014/main" id="{D8039174-C53F-311F-8267-C9DD3DB06826}"/>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72" name="Freeform: Shape 71">
              <a:extLst>
                <a:ext uri="{FF2B5EF4-FFF2-40B4-BE49-F238E27FC236}">
                  <a16:creationId xmlns:a16="http://schemas.microsoft.com/office/drawing/2014/main" id="{FE7093CE-D7B5-56BE-AE8F-A62D9411CD5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008545"/>
            </a:solidFill>
            <a:ln w="6347" cap="flat">
              <a:noFill/>
              <a:prstDash val="solid"/>
              <a:miter/>
            </a:ln>
          </p:spPr>
          <p:txBody>
            <a:bodyPr rtlCol="0" anchor="ctr"/>
            <a:lstStyle/>
            <a:p>
              <a:endParaRPr lang="en-ZA"/>
            </a:p>
          </p:txBody>
        </p:sp>
        <p:sp>
          <p:nvSpPr>
            <p:cNvPr id="73" name="Freeform: Shape 72">
              <a:extLst>
                <a:ext uri="{FF2B5EF4-FFF2-40B4-BE49-F238E27FC236}">
                  <a16:creationId xmlns:a16="http://schemas.microsoft.com/office/drawing/2014/main" id="{94A64A9B-E23F-AC24-D8DC-5010E4A22893}"/>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ADD86F"/>
            </a:solidFill>
            <a:ln w="6347" cap="flat">
              <a:noFill/>
              <a:prstDash val="solid"/>
              <a:miter/>
            </a:ln>
          </p:spPr>
          <p:txBody>
            <a:bodyPr rtlCol="0" anchor="ctr"/>
            <a:lstStyle/>
            <a:p>
              <a:endParaRPr lang="en-ZA"/>
            </a:p>
          </p:txBody>
        </p:sp>
        <p:grpSp>
          <p:nvGrpSpPr>
            <p:cNvPr id="74" name="Graphic 19">
              <a:extLst>
                <a:ext uri="{FF2B5EF4-FFF2-40B4-BE49-F238E27FC236}">
                  <a16:creationId xmlns:a16="http://schemas.microsoft.com/office/drawing/2014/main" id="{D8B478F0-6342-7C70-F9F2-269708D93B8C}"/>
                </a:ext>
              </a:extLst>
            </p:cNvPr>
            <p:cNvGrpSpPr/>
            <p:nvPr/>
          </p:nvGrpSpPr>
          <p:grpSpPr>
            <a:xfrm>
              <a:off x="9950577" y="2095"/>
              <a:ext cx="774572" cy="774509"/>
              <a:chOff x="8756777" y="2095"/>
              <a:chExt cx="774572" cy="774509"/>
            </a:xfrm>
          </p:grpSpPr>
          <p:sp>
            <p:nvSpPr>
              <p:cNvPr id="75" name="Freeform: Shape 74">
                <a:extLst>
                  <a:ext uri="{FF2B5EF4-FFF2-40B4-BE49-F238E27FC236}">
                    <a16:creationId xmlns:a16="http://schemas.microsoft.com/office/drawing/2014/main" id="{0D29C1E3-9A83-827C-9539-C908CB0017CA}"/>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76" name="Freeform: Shape 75">
                <a:extLst>
                  <a:ext uri="{FF2B5EF4-FFF2-40B4-BE49-F238E27FC236}">
                    <a16:creationId xmlns:a16="http://schemas.microsoft.com/office/drawing/2014/main" id="{DAE8E622-891A-0E7E-75F2-48828519B408}"/>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77" name="Freeform: Shape 76">
                <a:extLst>
                  <a:ext uri="{FF2B5EF4-FFF2-40B4-BE49-F238E27FC236}">
                    <a16:creationId xmlns:a16="http://schemas.microsoft.com/office/drawing/2014/main" id="{0DF1CA49-B5C3-E87E-E996-57096D06607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78" name="Freeform: Shape 77">
                <a:extLst>
                  <a:ext uri="{FF2B5EF4-FFF2-40B4-BE49-F238E27FC236}">
                    <a16:creationId xmlns:a16="http://schemas.microsoft.com/office/drawing/2014/main" id="{9550BAED-4651-5A05-D934-7A21539562A6}"/>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79" name="Freeform: Shape 78">
                <a:extLst>
                  <a:ext uri="{FF2B5EF4-FFF2-40B4-BE49-F238E27FC236}">
                    <a16:creationId xmlns:a16="http://schemas.microsoft.com/office/drawing/2014/main" id="{28B2191F-9E12-C8C7-E241-F68FB5407603}"/>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sp>
        <p:nvSpPr>
          <p:cNvPr id="197" name="Rectangle 196">
            <a:extLst>
              <a:ext uri="{FF2B5EF4-FFF2-40B4-BE49-F238E27FC236}">
                <a16:creationId xmlns:a16="http://schemas.microsoft.com/office/drawing/2014/main" id="{B83B58E1-4E7C-23AC-E8AB-A6BC36987D93}"/>
              </a:ext>
            </a:extLst>
          </p:cNvPr>
          <p:cNvSpPr/>
          <p:nvPr userDrawn="1"/>
        </p:nvSpPr>
        <p:spPr>
          <a:xfrm>
            <a:off x="0" y="6444619"/>
            <a:ext cx="12192000" cy="43099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9451167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Var Cover">
    <p:spTree>
      <p:nvGrpSpPr>
        <p:cNvPr id="1" name=""/>
        <p:cNvGrpSpPr/>
        <p:nvPr/>
      </p:nvGrpSpPr>
      <p:grpSpPr>
        <a:xfrm>
          <a:off x="0" y="0"/>
          <a:ext cx="0" cy="0"/>
          <a:chOff x="0" y="0"/>
          <a:chExt cx="0" cy="0"/>
        </a:xfrm>
      </p:grpSpPr>
      <p:grpSp>
        <p:nvGrpSpPr>
          <p:cNvPr id="223" name="Group 222">
            <a:extLst>
              <a:ext uri="{FF2B5EF4-FFF2-40B4-BE49-F238E27FC236}">
                <a16:creationId xmlns:a16="http://schemas.microsoft.com/office/drawing/2014/main" id="{0CA4C240-562A-E38E-FB3B-0DE65FF370AF}"/>
              </a:ext>
            </a:extLst>
          </p:cNvPr>
          <p:cNvGrpSpPr/>
          <p:nvPr userDrawn="1"/>
        </p:nvGrpSpPr>
        <p:grpSpPr>
          <a:xfrm>
            <a:off x="-23160" y="1547770"/>
            <a:ext cx="6697670" cy="5048029"/>
            <a:chOff x="-6692923" y="-3207222"/>
            <a:chExt cx="6697670" cy="5048029"/>
          </a:xfrm>
        </p:grpSpPr>
        <p:sp>
          <p:nvSpPr>
            <p:cNvPr id="7" name="Freeform: Shape 6">
              <a:extLst>
                <a:ext uri="{FF2B5EF4-FFF2-40B4-BE49-F238E27FC236}">
                  <a16:creationId xmlns:a16="http://schemas.microsoft.com/office/drawing/2014/main" id="{305C6822-AE77-F53B-33B7-95EEE310AA42}"/>
                </a:ext>
              </a:extLst>
            </p:cNvPr>
            <p:cNvSpPr/>
            <p:nvPr/>
          </p:nvSpPr>
          <p:spPr>
            <a:xfrm>
              <a:off x="-6676592" y="-3207222"/>
              <a:ext cx="1632320" cy="1682676"/>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008545"/>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6676592" y="-3207222"/>
              <a:ext cx="1632320" cy="1682676"/>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chemeClr val="accent5"/>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6676592" y="-3207222"/>
              <a:ext cx="1632320"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003818"/>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5043220" y="-1524546"/>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chemeClr val="accent5"/>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5043220" y="-1524484"/>
              <a:ext cx="1682676" cy="1699193"/>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003818"/>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003818"/>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006434"/>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3376875" y="-975882"/>
              <a:ext cx="2830360" cy="2816688"/>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chemeClr val="accent5"/>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3377061" y="-435323"/>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5"/>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3376875" y="124910"/>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5"/>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76875" y="702835"/>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5"/>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6692923" y="-152442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008545"/>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6692923" y="-1524484"/>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5868041" y="-1524546"/>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6692923"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5868041"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6676592" y="125157"/>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006434"/>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6676592" y="188752"/>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008545"/>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5700330" y="1110389"/>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chemeClr val="accent5"/>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6676592" y="125157"/>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9C805D"/>
            </a:solidFill>
            <a:ln w="8399" cap="flat">
              <a:noFill/>
              <a:prstDash val="solid"/>
              <a:miter/>
            </a:ln>
          </p:spPr>
          <p:txBody>
            <a:bodyPr rtlCol="0" anchor="ctr"/>
            <a:lstStyle/>
            <a:p>
              <a:endParaRPr lang="en-ZA"/>
            </a:p>
          </p:txBody>
        </p:sp>
      </p:grpSp>
      <p:sp>
        <p:nvSpPr>
          <p:cNvPr id="222" name="Rectangle 221">
            <a:extLst>
              <a:ext uri="{FF2B5EF4-FFF2-40B4-BE49-F238E27FC236}">
                <a16:creationId xmlns:a16="http://schemas.microsoft.com/office/drawing/2014/main" id="{59E4994D-68D0-A472-3417-80CB53FD8BDE}"/>
              </a:ext>
            </a:extLst>
          </p:cNvPr>
          <p:cNvSpPr/>
          <p:nvPr userDrawn="1"/>
        </p:nvSpPr>
        <p:spPr>
          <a:xfrm>
            <a:off x="0" y="6444619"/>
            <a:ext cx="12192000" cy="43099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526734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EF3529-39E0-8463-443F-C5C636898D8D}"/>
              </a:ext>
            </a:extLst>
          </p:cNvPr>
          <p:cNvSpPr/>
          <p:nvPr userDrawn="1"/>
        </p:nvSpPr>
        <p:spPr>
          <a:xfrm>
            <a:off x="0" y="0"/>
            <a:ext cx="12192000" cy="68808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Graphic 6">
            <a:extLst>
              <a:ext uri="{FF2B5EF4-FFF2-40B4-BE49-F238E27FC236}">
                <a16:creationId xmlns:a16="http://schemas.microsoft.com/office/drawing/2014/main" id="{50A8A194-8C25-A2F8-D8E4-809D2DC46F7F}"/>
              </a:ext>
            </a:extLst>
          </p:cNvPr>
          <p:cNvPicPr>
            <a:picLocks noChangeAspect="1"/>
          </p:cNvPicPr>
          <p:nvPr userDrawn="1"/>
        </p:nvPicPr>
        <p:blipFill>
          <a:blip>
            <a:extLst>
              <a:ext uri="{96DAC541-7B7A-43D3-8B79-37D633B846F1}">
                <asvg:svgBlip xmlns:asvg="http://schemas.microsoft.com/office/drawing/2016/SVG/main" r:embed="rId2"/>
              </a:ext>
            </a:extLst>
          </a:blip>
          <a:srcRect r="25556"/>
          <a:stretch/>
        </p:blipFill>
        <p:spPr>
          <a:xfrm>
            <a:off x="5352690" y="15240"/>
            <a:ext cx="6829864" cy="6880860"/>
          </a:xfrm>
          <a:prstGeom prst="rect">
            <a:avLst/>
          </a:prstGeom>
        </p:spPr>
      </p:pic>
      <p:sp>
        <p:nvSpPr>
          <p:cNvPr id="5" name="Slide Number Placeholder 4">
            <a:extLst>
              <a:ext uri="{FF2B5EF4-FFF2-40B4-BE49-F238E27FC236}">
                <a16:creationId xmlns:a16="http://schemas.microsoft.com/office/drawing/2014/main" id="{B4AA8C9C-E4CA-A0C2-BF84-CC7596B5502C}"/>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10401242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8491CB-0E59-0580-2119-5498C9A20FBA}"/>
              </a:ext>
            </a:extLst>
          </p:cNvPr>
          <p:cNvSpPr>
            <a:spLocks noGrp="1"/>
          </p:cNvSpPr>
          <p:nvPr>
            <p:ph type="pic" sz="quarter" idx="13"/>
          </p:nvPr>
        </p:nvSpPr>
        <p:spPr>
          <a:xfrm>
            <a:off x="5114926" y="0"/>
            <a:ext cx="4787846" cy="6858000"/>
          </a:xfrm>
        </p:spPr>
        <p:txBody>
          <a:bodyPr/>
          <a:lstStyle/>
          <a:p>
            <a:endParaRPr lang="en-ZA"/>
          </a:p>
        </p:txBody>
      </p:sp>
      <p:sp>
        <p:nvSpPr>
          <p:cNvPr id="7" name="Rectangle 6">
            <a:extLst>
              <a:ext uri="{FF2B5EF4-FFF2-40B4-BE49-F238E27FC236}">
                <a16:creationId xmlns:a16="http://schemas.microsoft.com/office/drawing/2014/main" id="{1A9B5637-C73F-A33C-69D9-80BB032709D2}"/>
              </a:ext>
            </a:extLst>
          </p:cNvPr>
          <p:cNvSpPr/>
          <p:nvPr userDrawn="1"/>
        </p:nvSpPr>
        <p:spPr>
          <a:xfrm>
            <a:off x="-1" y="0"/>
            <a:ext cx="511426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3" name="Graphic 10">
            <a:extLst>
              <a:ext uri="{FF2B5EF4-FFF2-40B4-BE49-F238E27FC236}">
                <a16:creationId xmlns:a16="http://schemas.microsoft.com/office/drawing/2014/main" id="{107C579C-5ED4-B0F7-EB5B-B307FC432A38}"/>
              </a:ext>
            </a:extLst>
          </p:cNvPr>
          <p:cNvGrpSpPr/>
          <p:nvPr userDrawn="1"/>
        </p:nvGrpSpPr>
        <p:grpSpPr>
          <a:xfrm>
            <a:off x="9903436" y="4571149"/>
            <a:ext cx="2288564" cy="2288564"/>
            <a:chOff x="9659449" y="4405026"/>
            <a:chExt cx="2454687" cy="2454687"/>
          </a:xfrm>
        </p:grpSpPr>
        <p:sp>
          <p:nvSpPr>
            <p:cNvPr id="14" name="Freeform: Shape 13">
              <a:extLst>
                <a:ext uri="{FF2B5EF4-FFF2-40B4-BE49-F238E27FC236}">
                  <a16:creationId xmlns:a16="http://schemas.microsoft.com/office/drawing/2014/main" id="{4AFB27C5-9EDE-AE39-272F-0572C15BE9DC}"/>
                </a:ext>
              </a:extLst>
            </p:cNvPr>
            <p:cNvSpPr/>
            <p:nvPr/>
          </p:nvSpPr>
          <p:spPr>
            <a:xfrm rot="10800000">
              <a:off x="9659449" y="4405121"/>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rgbClr val="F4F4F4"/>
            </a:solidFill>
            <a:ln w="9525" cap="flat">
              <a:noFill/>
              <a:prstDash val="solid"/>
              <a:miter/>
            </a:ln>
          </p:spPr>
          <p:txBody>
            <a:bodyPr rtlCol="0" anchor="ctr"/>
            <a:lstStyle/>
            <a:p>
              <a:endParaRPr lang="en-ZA"/>
            </a:p>
          </p:txBody>
        </p:sp>
        <p:grpSp>
          <p:nvGrpSpPr>
            <p:cNvPr id="15" name="Graphic 10">
              <a:extLst>
                <a:ext uri="{FF2B5EF4-FFF2-40B4-BE49-F238E27FC236}">
                  <a16:creationId xmlns:a16="http://schemas.microsoft.com/office/drawing/2014/main" id="{472DE2D7-1AAC-739C-2D8F-DC8581E99D4C}"/>
                </a:ext>
              </a:extLst>
            </p:cNvPr>
            <p:cNvGrpSpPr/>
            <p:nvPr/>
          </p:nvGrpSpPr>
          <p:grpSpPr>
            <a:xfrm>
              <a:off x="9659449" y="4405026"/>
              <a:ext cx="2454687" cy="2454687"/>
              <a:chOff x="9659449" y="4405026"/>
              <a:chExt cx="2454687" cy="2454687"/>
            </a:xfrm>
            <a:solidFill>
              <a:srgbClr val="008545"/>
            </a:solidFill>
          </p:grpSpPr>
          <p:sp>
            <p:nvSpPr>
              <p:cNvPr id="16" name="Freeform: Shape 15">
                <a:extLst>
                  <a:ext uri="{FF2B5EF4-FFF2-40B4-BE49-F238E27FC236}">
                    <a16:creationId xmlns:a16="http://schemas.microsoft.com/office/drawing/2014/main" id="{54B07176-7E9D-16F1-2B8D-CC1DF8A28C9B}"/>
                  </a:ext>
                </a:extLst>
              </p:cNvPr>
              <p:cNvSpPr/>
              <p:nvPr/>
            </p:nvSpPr>
            <p:spPr>
              <a:xfrm>
                <a:off x="9659449" y="4405122"/>
                <a:ext cx="2454592" cy="2454592"/>
              </a:xfrm>
              <a:custGeom>
                <a:avLst/>
                <a:gdLst>
                  <a:gd name="connsiteX0" fmla="*/ 66389 w 2454592"/>
                  <a:gd name="connsiteY0" fmla="*/ 0 h 2454592"/>
                  <a:gd name="connsiteX1" fmla="*/ 0 w 2454592"/>
                  <a:gd name="connsiteY1" fmla="*/ 0 h 2454592"/>
                  <a:gd name="connsiteX2" fmla="*/ 2454593 w 2454592"/>
                  <a:gd name="connsiteY2" fmla="*/ 2454592 h 2454592"/>
                  <a:gd name="connsiteX3" fmla="*/ 2454593 w 2454592"/>
                  <a:gd name="connsiteY3" fmla="*/ 2388203 h 2454592"/>
                  <a:gd name="connsiteX4" fmla="*/ 66389 w 2454592"/>
                  <a:gd name="connsiteY4" fmla="*/ 0 h 2454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592" h="2454592">
                    <a:moveTo>
                      <a:pt x="66389" y="0"/>
                    </a:moveTo>
                    <a:lnTo>
                      <a:pt x="0" y="0"/>
                    </a:lnTo>
                    <a:cubicBezTo>
                      <a:pt x="0" y="1353502"/>
                      <a:pt x="1101185" y="2454592"/>
                      <a:pt x="2454593" y="2454592"/>
                    </a:cubicBezTo>
                    <a:lnTo>
                      <a:pt x="2454593" y="2388203"/>
                    </a:lnTo>
                    <a:cubicBezTo>
                      <a:pt x="1137761" y="2388203"/>
                      <a:pt x="66389" y="1316831"/>
                      <a:pt x="66389" y="0"/>
                    </a:cubicBezTo>
                    <a:close/>
                  </a:path>
                </a:pathLst>
              </a:custGeom>
              <a:solidFill>
                <a:schemeClr val="tx2"/>
              </a:solidFill>
              <a:ln w="9525"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23F01FCE-1B24-DE78-33CA-92B1C62B7B36}"/>
                  </a:ext>
                </a:extLst>
              </p:cNvPr>
              <p:cNvSpPr/>
              <p:nvPr/>
            </p:nvSpPr>
            <p:spPr>
              <a:xfrm>
                <a:off x="10261619" y="4405122"/>
                <a:ext cx="1852517" cy="1852517"/>
              </a:xfrm>
              <a:custGeom>
                <a:avLst/>
                <a:gdLst>
                  <a:gd name="connsiteX0" fmla="*/ 66389 w 1852517"/>
                  <a:gd name="connsiteY0" fmla="*/ 0 h 1852517"/>
                  <a:gd name="connsiteX1" fmla="*/ 0 w 1852517"/>
                  <a:gd name="connsiteY1" fmla="*/ 0 h 1852517"/>
                  <a:gd name="connsiteX2" fmla="*/ 1852517 w 1852517"/>
                  <a:gd name="connsiteY2" fmla="*/ 1852517 h 1852517"/>
                  <a:gd name="connsiteX3" fmla="*/ 1852517 w 1852517"/>
                  <a:gd name="connsiteY3" fmla="*/ 1786128 h 1852517"/>
                  <a:gd name="connsiteX4" fmla="*/ 66389 w 1852517"/>
                  <a:gd name="connsiteY4" fmla="*/ 0 h 1852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517" h="1852517">
                    <a:moveTo>
                      <a:pt x="66389" y="0"/>
                    </a:moveTo>
                    <a:lnTo>
                      <a:pt x="0" y="0"/>
                    </a:lnTo>
                    <a:cubicBezTo>
                      <a:pt x="0" y="1021461"/>
                      <a:pt x="831056" y="1852517"/>
                      <a:pt x="1852517" y="1852517"/>
                    </a:cubicBezTo>
                    <a:lnTo>
                      <a:pt x="1852517" y="1786128"/>
                    </a:lnTo>
                    <a:cubicBezTo>
                      <a:pt x="867632" y="1786128"/>
                      <a:pt x="66389" y="984885"/>
                      <a:pt x="66389" y="0"/>
                    </a:cubicBezTo>
                    <a:close/>
                  </a:path>
                </a:pathLst>
              </a:custGeom>
              <a:solidFill>
                <a:schemeClr val="tx2"/>
              </a:solidFill>
              <a:ln w="9525" cap="flat">
                <a:no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72AD930C-3F2A-8255-86D8-B91438571957}"/>
                  </a:ext>
                </a:extLst>
              </p:cNvPr>
              <p:cNvSpPr/>
              <p:nvPr/>
            </p:nvSpPr>
            <p:spPr>
              <a:xfrm>
                <a:off x="10870171" y="4405026"/>
                <a:ext cx="1243869" cy="1243965"/>
              </a:xfrm>
              <a:custGeom>
                <a:avLst/>
                <a:gdLst>
                  <a:gd name="connsiteX0" fmla="*/ 66389 w 1243869"/>
                  <a:gd name="connsiteY0" fmla="*/ 95 h 1243965"/>
                  <a:gd name="connsiteX1" fmla="*/ 0 w 1243869"/>
                  <a:gd name="connsiteY1" fmla="*/ 95 h 1243965"/>
                  <a:gd name="connsiteX2" fmla="*/ 1243870 w 1243869"/>
                  <a:gd name="connsiteY2" fmla="*/ 1243965 h 1243965"/>
                  <a:gd name="connsiteX3" fmla="*/ 1243870 w 1243869"/>
                  <a:gd name="connsiteY3" fmla="*/ 1177576 h 1243965"/>
                  <a:gd name="connsiteX4" fmla="*/ 66389 w 1243869"/>
                  <a:gd name="connsiteY4" fmla="*/ 0 h 1243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869" h="1243965">
                    <a:moveTo>
                      <a:pt x="66389" y="95"/>
                    </a:moveTo>
                    <a:lnTo>
                      <a:pt x="0" y="95"/>
                    </a:lnTo>
                    <a:cubicBezTo>
                      <a:pt x="0" y="685990"/>
                      <a:pt x="557975" y="1243965"/>
                      <a:pt x="1243870" y="1243965"/>
                    </a:cubicBezTo>
                    <a:lnTo>
                      <a:pt x="1243870" y="1177576"/>
                    </a:lnTo>
                    <a:cubicBezTo>
                      <a:pt x="594551" y="1177576"/>
                      <a:pt x="66389" y="649319"/>
                      <a:pt x="66389" y="0"/>
                    </a:cubicBezTo>
                    <a:close/>
                  </a:path>
                </a:pathLst>
              </a:custGeom>
              <a:solidFill>
                <a:schemeClr val="tx2"/>
              </a:solidFill>
              <a:ln w="9525"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FB8F766C-F083-3050-72BA-01090E1F8187}"/>
                  </a:ext>
                </a:extLst>
              </p:cNvPr>
              <p:cNvSpPr/>
              <p:nvPr/>
            </p:nvSpPr>
            <p:spPr>
              <a:xfrm>
                <a:off x="11396808" y="4405122"/>
                <a:ext cx="717232" cy="717232"/>
              </a:xfrm>
              <a:custGeom>
                <a:avLst/>
                <a:gdLst>
                  <a:gd name="connsiteX0" fmla="*/ 66389 w 717232"/>
                  <a:gd name="connsiteY0" fmla="*/ 0 h 717232"/>
                  <a:gd name="connsiteX1" fmla="*/ 0 w 717232"/>
                  <a:gd name="connsiteY1" fmla="*/ 0 h 717232"/>
                  <a:gd name="connsiteX2" fmla="*/ 717233 w 717232"/>
                  <a:gd name="connsiteY2" fmla="*/ 717232 h 717232"/>
                  <a:gd name="connsiteX3" fmla="*/ 717233 w 717232"/>
                  <a:gd name="connsiteY3" fmla="*/ 650843 h 717232"/>
                  <a:gd name="connsiteX4" fmla="*/ 66389 w 717232"/>
                  <a:gd name="connsiteY4" fmla="*/ 0 h 7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232" h="717232">
                    <a:moveTo>
                      <a:pt x="66389" y="0"/>
                    </a:moveTo>
                    <a:lnTo>
                      <a:pt x="0" y="0"/>
                    </a:lnTo>
                    <a:cubicBezTo>
                      <a:pt x="0" y="395478"/>
                      <a:pt x="321755" y="717232"/>
                      <a:pt x="717233" y="717232"/>
                    </a:cubicBezTo>
                    <a:lnTo>
                      <a:pt x="717233" y="650843"/>
                    </a:lnTo>
                    <a:cubicBezTo>
                      <a:pt x="358331" y="650843"/>
                      <a:pt x="66389" y="358902"/>
                      <a:pt x="66389" y="0"/>
                    </a:cubicBezTo>
                    <a:close/>
                  </a:path>
                </a:pathLst>
              </a:custGeom>
              <a:solidFill>
                <a:schemeClr val="tx2"/>
              </a:solidFill>
              <a:ln w="9525" cap="flat">
                <a:noFill/>
                <a:prstDash val="solid"/>
                <a:miter/>
              </a:ln>
            </p:spPr>
            <p:txBody>
              <a:bodyPr rtlCol="0" anchor="ctr"/>
              <a:lstStyle/>
              <a:p>
                <a:endParaRPr lang="en-ZA"/>
              </a:p>
            </p:txBody>
          </p:sp>
        </p:grpSp>
      </p:grpSp>
      <p:grpSp>
        <p:nvGrpSpPr>
          <p:cNvPr id="20" name="Graphic 10">
            <a:extLst>
              <a:ext uri="{FF2B5EF4-FFF2-40B4-BE49-F238E27FC236}">
                <a16:creationId xmlns:a16="http://schemas.microsoft.com/office/drawing/2014/main" id="{5E98ADCC-7CF7-B0AB-A1BE-895F56745DAF}"/>
              </a:ext>
            </a:extLst>
          </p:cNvPr>
          <p:cNvGrpSpPr/>
          <p:nvPr userDrawn="1"/>
        </p:nvGrpSpPr>
        <p:grpSpPr>
          <a:xfrm>
            <a:off x="9903525" y="2284716"/>
            <a:ext cx="2288475" cy="2288476"/>
            <a:chOff x="9659449" y="1952625"/>
            <a:chExt cx="2454592" cy="2454592"/>
          </a:xfrm>
        </p:grpSpPr>
        <p:sp>
          <p:nvSpPr>
            <p:cNvPr id="21" name="Freeform: Shape 20">
              <a:extLst>
                <a:ext uri="{FF2B5EF4-FFF2-40B4-BE49-F238E27FC236}">
                  <a16:creationId xmlns:a16="http://schemas.microsoft.com/office/drawing/2014/main" id="{3F5C3639-5873-CC2E-198E-73AF45ED827B}"/>
                </a:ext>
              </a:extLst>
            </p:cNvPr>
            <p:cNvSpPr/>
            <p:nvPr/>
          </p:nvSpPr>
          <p:spPr>
            <a:xfrm>
              <a:off x="9659449" y="1952625"/>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chemeClr val="accent4"/>
            </a:solidFill>
            <a:ln w="9525"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37439517-A531-5FE9-147E-6FB0B5568723}"/>
                </a:ext>
              </a:extLst>
            </p:cNvPr>
            <p:cNvSpPr/>
            <p:nvPr/>
          </p:nvSpPr>
          <p:spPr>
            <a:xfrm rot="10800000">
              <a:off x="1139680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90E94773-89CB-7DDB-AD73-B3EA63C0364F}"/>
                </a:ext>
              </a:extLst>
            </p:cNvPr>
            <p:cNvSpPr/>
            <p:nvPr/>
          </p:nvSpPr>
          <p:spPr>
            <a:xfrm rot="10800000">
              <a:off x="10870171"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C81607AB-084A-B478-2A58-73C2A9863386}"/>
                </a:ext>
              </a:extLst>
            </p:cNvPr>
            <p:cNvSpPr/>
            <p:nvPr/>
          </p:nvSpPr>
          <p:spPr>
            <a:xfrm rot="10800000">
              <a:off x="10264858"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0BB75D5F-BDAB-8B8A-EB3B-DDB4A1634A17}"/>
                </a:ext>
              </a:extLst>
            </p:cNvPr>
            <p:cNvSpPr/>
            <p:nvPr/>
          </p:nvSpPr>
          <p:spPr>
            <a:xfrm rot="10800000">
              <a:off x="965944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grpSp>
      <p:sp>
        <p:nvSpPr>
          <p:cNvPr id="27" name="Freeform: Shape 26">
            <a:extLst>
              <a:ext uri="{FF2B5EF4-FFF2-40B4-BE49-F238E27FC236}">
                <a16:creationId xmlns:a16="http://schemas.microsoft.com/office/drawing/2014/main" id="{FCAFC1E3-8044-9EC8-17BA-0F7D843A0355}"/>
              </a:ext>
            </a:extLst>
          </p:cNvPr>
          <p:cNvSpPr/>
          <p:nvPr userDrawn="1"/>
        </p:nvSpPr>
        <p:spPr>
          <a:xfrm rot="10800000">
            <a:off x="9903524" y="0"/>
            <a:ext cx="2288476" cy="2288477"/>
          </a:xfrm>
          <a:custGeom>
            <a:avLst/>
            <a:gdLst>
              <a:gd name="connsiteX0" fmla="*/ 0 w 4907089"/>
              <a:gd name="connsiteY0" fmla="*/ 0 h 4907089"/>
              <a:gd name="connsiteX1" fmla="*/ 4907090 w 4907089"/>
              <a:gd name="connsiteY1" fmla="*/ 0 h 4907089"/>
              <a:gd name="connsiteX2" fmla="*/ 4907090 w 4907089"/>
              <a:gd name="connsiteY2" fmla="*/ 4907090 h 4907089"/>
              <a:gd name="connsiteX3" fmla="*/ 0 w 4907089"/>
              <a:gd name="connsiteY3" fmla="*/ 4907090 h 4907089"/>
            </a:gdLst>
            <a:ahLst/>
            <a:cxnLst>
              <a:cxn ang="0">
                <a:pos x="connsiteX0" y="connsiteY0"/>
              </a:cxn>
              <a:cxn ang="0">
                <a:pos x="connsiteX1" y="connsiteY1"/>
              </a:cxn>
              <a:cxn ang="0">
                <a:pos x="connsiteX2" y="connsiteY2"/>
              </a:cxn>
              <a:cxn ang="0">
                <a:pos x="connsiteX3" y="connsiteY3"/>
              </a:cxn>
            </a:cxnLst>
            <a:rect l="l" t="t" r="r" b="b"/>
            <a:pathLst>
              <a:path w="4907089" h="4907089">
                <a:moveTo>
                  <a:pt x="0" y="0"/>
                </a:moveTo>
                <a:lnTo>
                  <a:pt x="4907090" y="0"/>
                </a:lnTo>
                <a:lnTo>
                  <a:pt x="4907090" y="4907090"/>
                </a:lnTo>
                <a:lnTo>
                  <a:pt x="0" y="4907090"/>
                </a:lnTo>
                <a:close/>
              </a:path>
            </a:pathLst>
          </a:custGeom>
          <a:solidFill>
            <a:schemeClr val="accent1"/>
          </a:solidFill>
          <a:ln w="9525" cap="flat">
            <a:noFill/>
            <a:prstDash val="solid"/>
            <a:miter/>
          </a:ln>
        </p:spPr>
        <p:txBody>
          <a:bodyPr rtlCol="0" anchor="ctr"/>
          <a:lstStyle/>
          <a:p>
            <a:endParaRPr lang="en-ZA"/>
          </a:p>
        </p:txBody>
      </p:sp>
      <p:grpSp>
        <p:nvGrpSpPr>
          <p:cNvPr id="28" name="Graphic 10">
            <a:extLst>
              <a:ext uri="{FF2B5EF4-FFF2-40B4-BE49-F238E27FC236}">
                <a16:creationId xmlns:a16="http://schemas.microsoft.com/office/drawing/2014/main" id="{A3D50B3D-C2D8-A3BE-5782-71DE5FF954C3}"/>
              </a:ext>
            </a:extLst>
          </p:cNvPr>
          <p:cNvGrpSpPr/>
          <p:nvPr userDrawn="1"/>
        </p:nvGrpSpPr>
        <p:grpSpPr>
          <a:xfrm>
            <a:off x="9903480" y="0"/>
            <a:ext cx="2288476" cy="2288477"/>
            <a:chOff x="12114041" y="1952625"/>
            <a:chExt cx="4907089" cy="4907089"/>
          </a:xfrm>
          <a:solidFill>
            <a:schemeClr val="accent2"/>
          </a:solidFill>
        </p:grpSpPr>
        <p:sp>
          <p:nvSpPr>
            <p:cNvPr id="29" name="Freeform: Shape 28">
              <a:extLst>
                <a:ext uri="{FF2B5EF4-FFF2-40B4-BE49-F238E27FC236}">
                  <a16:creationId xmlns:a16="http://schemas.microsoft.com/office/drawing/2014/main" id="{1B5AAC01-B805-E7EB-D79E-55BF28E215A7}"/>
                </a:ext>
              </a:extLst>
            </p:cNvPr>
            <p:cNvSpPr/>
            <p:nvPr/>
          </p:nvSpPr>
          <p:spPr>
            <a:xfrm>
              <a:off x="15949377" y="5787008"/>
              <a:ext cx="1071753" cy="1072705"/>
            </a:xfrm>
            <a:custGeom>
              <a:avLst/>
              <a:gdLst>
                <a:gd name="connsiteX0" fmla="*/ 953 w 1071753"/>
                <a:gd name="connsiteY0" fmla="*/ 1072706 h 1072705"/>
                <a:gd name="connsiteX1" fmla="*/ 503777 w 1071753"/>
                <a:gd name="connsiteY1" fmla="*/ 1072706 h 1072705"/>
                <a:gd name="connsiteX2" fmla="*/ 1071753 w 1071753"/>
                <a:gd name="connsiteY2" fmla="*/ 504730 h 1072705"/>
                <a:gd name="connsiteX3" fmla="*/ 1071753 w 1071753"/>
                <a:gd name="connsiteY3" fmla="*/ 0 h 1072705"/>
                <a:gd name="connsiteX4" fmla="*/ 0 w 1071753"/>
                <a:gd name="connsiteY4" fmla="*/ 1071849 h 1072705"/>
                <a:gd name="connsiteX5" fmla="*/ 953 w 1071753"/>
                <a:gd name="connsiteY5" fmla="*/ 1072706 h 107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753" h="1072705">
                  <a:moveTo>
                    <a:pt x="953" y="1072706"/>
                  </a:moveTo>
                  <a:lnTo>
                    <a:pt x="503777" y="1072706"/>
                  </a:lnTo>
                  <a:lnTo>
                    <a:pt x="1071753" y="504730"/>
                  </a:lnTo>
                  <a:lnTo>
                    <a:pt x="1071753" y="0"/>
                  </a:lnTo>
                  <a:lnTo>
                    <a:pt x="0" y="1071849"/>
                  </a:lnTo>
                  <a:lnTo>
                    <a:pt x="953" y="1072706"/>
                  </a:lnTo>
                  <a:close/>
                </a:path>
              </a:pathLst>
            </a:custGeom>
            <a:grpFill/>
            <a:ln w="9525" cap="flat">
              <a:noFill/>
              <a:prstDash val="solid"/>
              <a:miter/>
            </a:ln>
          </p:spPr>
          <p:txBody>
            <a:bodyPr rtlCol="0" anchor="ctr"/>
            <a:lstStyle/>
            <a:p>
              <a:endParaRPr lang="en-ZA"/>
            </a:p>
          </p:txBody>
        </p:sp>
        <p:sp>
          <p:nvSpPr>
            <p:cNvPr id="30" name="Freeform: Shape 29">
              <a:extLst>
                <a:ext uri="{FF2B5EF4-FFF2-40B4-BE49-F238E27FC236}">
                  <a16:creationId xmlns:a16="http://schemas.microsoft.com/office/drawing/2014/main" id="{30345E4E-E6D6-4873-20AF-D610926F3A2E}"/>
                </a:ext>
              </a:extLst>
            </p:cNvPr>
            <p:cNvSpPr/>
            <p:nvPr/>
          </p:nvSpPr>
          <p:spPr>
            <a:xfrm>
              <a:off x="14579587" y="4417218"/>
              <a:ext cx="2441543" cy="2442495"/>
            </a:xfrm>
            <a:custGeom>
              <a:avLst/>
              <a:gdLst>
                <a:gd name="connsiteX0" fmla="*/ 858 w 2441543"/>
                <a:gd name="connsiteY0" fmla="*/ 2442496 h 2442495"/>
                <a:gd name="connsiteX1" fmla="*/ 503777 w 2441543"/>
                <a:gd name="connsiteY1" fmla="*/ 2442496 h 2442495"/>
                <a:gd name="connsiteX2" fmla="*/ 2441544 w 2441543"/>
                <a:gd name="connsiteY2" fmla="*/ 504635 h 2442495"/>
                <a:gd name="connsiteX3" fmla="*/ 2441544 w 2441543"/>
                <a:gd name="connsiteY3" fmla="*/ 0 h 2442495"/>
                <a:gd name="connsiteX4" fmla="*/ 0 w 2441543"/>
                <a:gd name="connsiteY4" fmla="*/ 2441639 h 2442495"/>
                <a:gd name="connsiteX5" fmla="*/ 858 w 2441543"/>
                <a:gd name="connsiteY5" fmla="*/ 2442496 h 244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1543" h="2442495">
                  <a:moveTo>
                    <a:pt x="858" y="2442496"/>
                  </a:moveTo>
                  <a:lnTo>
                    <a:pt x="503777" y="2442496"/>
                  </a:lnTo>
                  <a:lnTo>
                    <a:pt x="2441544" y="504635"/>
                  </a:lnTo>
                  <a:lnTo>
                    <a:pt x="2441544" y="0"/>
                  </a:lnTo>
                  <a:lnTo>
                    <a:pt x="0" y="2441639"/>
                  </a:lnTo>
                  <a:lnTo>
                    <a:pt x="858" y="2442496"/>
                  </a:lnTo>
                  <a:close/>
                </a:path>
              </a:pathLst>
            </a:custGeom>
            <a:grpFill/>
            <a:ln w="9525" cap="flat">
              <a:noFill/>
              <a:prstDash val="solid"/>
              <a:miter/>
            </a:ln>
          </p:spPr>
          <p:txBody>
            <a:bodyPr rtlCol="0" anchor="ctr"/>
            <a:lstStyle/>
            <a:p>
              <a:endParaRPr lang="en-ZA"/>
            </a:p>
          </p:txBody>
        </p:sp>
        <p:sp>
          <p:nvSpPr>
            <p:cNvPr id="31" name="Freeform: Shape 30">
              <a:extLst>
                <a:ext uri="{FF2B5EF4-FFF2-40B4-BE49-F238E27FC236}">
                  <a16:creationId xmlns:a16="http://schemas.microsoft.com/office/drawing/2014/main" id="{59E30E0A-2925-D13B-C17D-3852DCD7305F}"/>
                </a:ext>
              </a:extLst>
            </p:cNvPr>
            <p:cNvSpPr/>
            <p:nvPr/>
          </p:nvSpPr>
          <p:spPr>
            <a:xfrm>
              <a:off x="13209702" y="3047333"/>
              <a:ext cx="3811428" cy="3812381"/>
            </a:xfrm>
            <a:custGeom>
              <a:avLst/>
              <a:gdLst>
                <a:gd name="connsiteX0" fmla="*/ 952 w 3811428"/>
                <a:gd name="connsiteY0" fmla="*/ 3812381 h 3812381"/>
                <a:gd name="connsiteX1" fmla="*/ 503777 w 3811428"/>
                <a:gd name="connsiteY1" fmla="*/ 3812381 h 3812381"/>
                <a:gd name="connsiteX2" fmla="*/ 3811429 w 3811428"/>
                <a:gd name="connsiteY2" fmla="*/ 504730 h 3812381"/>
                <a:gd name="connsiteX3" fmla="*/ 3811429 w 3811428"/>
                <a:gd name="connsiteY3" fmla="*/ 0 h 3812381"/>
                <a:gd name="connsiteX4" fmla="*/ 0 w 3811428"/>
                <a:gd name="connsiteY4" fmla="*/ 3811524 h 3812381"/>
                <a:gd name="connsiteX5" fmla="*/ 952 w 3811428"/>
                <a:gd name="connsiteY5" fmla="*/ 3812381 h 38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1428" h="3812381">
                  <a:moveTo>
                    <a:pt x="952" y="3812381"/>
                  </a:moveTo>
                  <a:lnTo>
                    <a:pt x="503777" y="3812381"/>
                  </a:lnTo>
                  <a:lnTo>
                    <a:pt x="3811429" y="504730"/>
                  </a:lnTo>
                  <a:lnTo>
                    <a:pt x="3811429" y="0"/>
                  </a:lnTo>
                  <a:lnTo>
                    <a:pt x="0" y="3811524"/>
                  </a:lnTo>
                  <a:lnTo>
                    <a:pt x="952" y="3812381"/>
                  </a:lnTo>
                  <a:close/>
                </a:path>
              </a:pathLst>
            </a:custGeom>
            <a:grpFill/>
            <a:ln w="9525" cap="flat">
              <a:noFill/>
              <a:prstDash val="solid"/>
              <a:miter/>
            </a:ln>
          </p:spPr>
          <p:txBody>
            <a:bodyPr rtlCol="0" anchor="ctr"/>
            <a:lstStyle/>
            <a:p>
              <a:endParaRPr lang="en-ZA"/>
            </a:p>
          </p:txBody>
        </p:sp>
        <p:sp>
          <p:nvSpPr>
            <p:cNvPr id="32" name="Freeform: Shape 31">
              <a:extLst>
                <a:ext uri="{FF2B5EF4-FFF2-40B4-BE49-F238E27FC236}">
                  <a16:creationId xmlns:a16="http://schemas.microsoft.com/office/drawing/2014/main" id="{34D90E7C-0467-5452-FF89-38C193884973}"/>
                </a:ext>
              </a:extLst>
            </p:cNvPr>
            <p:cNvSpPr/>
            <p:nvPr/>
          </p:nvSpPr>
          <p:spPr>
            <a:xfrm>
              <a:off x="12114041" y="1952625"/>
              <a:ext cx="4907089" cy="4907089"/>
            </a:xfrm>
            <a:custGeom>
              <a:avLst/>
              <a:gdLst>
                <a:gd name="connsiteX0" fmla="*/ 0 w 4907089"/>
                <a:gd name="connsiteY0" fmla="*/ 4907090 h 4907089"/>
                <a:gd name="connsiteX1" fmla="*/ 229648 w 4907089"/>
                <a:gd name="connsiteY1" fmla="*/ 4907090 h 4907089"/>
                <a:gd name="connsiteX2" fmla="*/ 4907090 w 4907089"/>
                <a:gd name="connsiteY2" fmla="*/ 229553 h 4907089"/>
                <a:gd name="connsiteX3" fmla="*/ 4907090 w 4907089"/>
                <a:gd name="connsiteY3" fmla="*/ 0 h 4907089"/>
                <a:gd name="connsiteX4" fmla="*/ 4632008 w 4907089"/>
                <a:gd name="connsiteY4" fmla="*/ 0 h 4907089"/>
                <a:gd name="connsiteX5" fmla="*/ 0 w 4907089"/>
                <a:gd name="connsiteY5" fmla="*/ 4632008 h 4907089"/>
                <a:gd name="connsiteX6" fmla="*/ 0 w 4907089"/>
                <a:gd name="connsiteY6" fmla="*/ 4907090 h 490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7089" h="4907089">
                  <a:moveTo>
                    <a:pt x="0" y="4907090"/>
                  </a:moveTo>
                  <a:lnTo>
                    <a:pt x="229648" y="4907090"/>
                  </a:lnTo>
                  <a:lnTo>
                    <a:pt x="4907090" y="229553"/>
                  </a:lnTo>
                  <a:lnTo>
                    <a:pt x="4907090" y="0"/>
                  </a:lnTo>
                  <a:lnTo>
                    <a:pt x="4632008" y="0"/>
                  </a:lnTo>
                  <a:lnTo>
                    <a:pt x="0" y="4632008"/>
                  </a:lnTo>
                  <a:lnTo>
                    <a:pt x="0" y="4907090"/>
                  </a:lnTo>
                  <a:close/>
                </a:path>
              </a:pathLst>
            </a:custGeom>
            <a:grpFill/>
            <a:ln w="9525"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12403D84-03CA-0631-5A53-1C82A599FE7B}"/>
                </a:ext>
              </a:extLst>
            </p:cNvPr>
            <p:cNvSpPr/>
            <p:nvPr/>
          </p:nvSpPr>
          <p:spPr>
            <a:xfrm>
              <a:off x="12114041" y="1952625"/>
              <a:ext cx="3766851" cy="3766851"/>
            </a:xfrm>
            <a:custGeom>
              <a:avLst/>
              <a:gdLst>
                <a:gd name="connsiteX0" fmla="*/ 0 w 3766851"/>
                <a:gd name="connsiteY0" fmla="*/ 3766852 h 3766851"/>
                <a:gd name="connsiteX1" fmla="*/ 3766852 w 3766851"/>
                <a:gd name="connsiteY1" fmla="*/ 0 h 3766851"/>
                <a:gd name="connsiteX2" fmla="*/ 3262217 w 3766851"/>
                <a:gd name="connsiteY2" fmla="*/ 0 h 3766851"/>
                <a:gd name="connsiteX3" fmla="*/ 0 w 3766851"/>
                <a:gd name="connsiteY3" fmla="*/ 3262122 h 3766851"/>
                <a:gd name="connsiteX4" fmla="*/ 0 w 3766851"/>
                <a:gd name="connsiteY4" fmla="*/ 3766852 h 3766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6851" h="3766851">
                  <a:moveTo>
                    <a:pt x="0" y="3766852"/>
                  </a:moveTo>
                  <a:lnTo>
                    <a:pt x="3766852" y="0"/>
                  </a:lnTo>
                  <a:lnTo>
                    <a:pt x="3262217" y="0"/>
                  </a:lnTo>
                  <a:lnTo>
                    <a:pt x="0" y="3262122"/>
                  </a:lnTo>
                  <a:lnTo>
                    <a:pt x="0" y="3766852"/>
                  </a:lnTo>
                  <a:close/>
                </a:path>
              </a:pathLst>
            </a:custGeom>
            <a:grpFill/>
            <a:ln w="9525"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0B0A6EB0-8B07-CFE8-47B8-0164AEDAEC94}"/>
                </a:ext>
              </a:extLst>
            </p:cNvPr>
            <p:cNvSpPr/>
            <p:nvPr/>
          </p:nvSpPr>
          <p:spPr>
            <a:xfrm>
              <a:off x="12114041" y="1952625"/>
              <a:ext cx="2397061" cy="2396966"/>
            </a:xfrm>
            <a:custGeom>
              <a:avLst/>
              <a:gdLst>
                <a:gd name="connsiteX0" fmla="*/ 0 w 2397061"/>
                <a:gd name="connsiteY0" fmla="*/ 2396966 h 2396966"/>
                <a:gd name="connsiteX1" fmla="*/ 2397061 w 2397061"/>
                <a:gd name="connsiteY1" fmla="*/ 0 h 2396966"/>
                <a:gd name="connsiteX2" fmla="*/ 1892332 w 2397061"/>
                <a:gd name="connsiteY2" fmla="*/ 0 h 2396966"/>
                <a:gd name="connsiteX3" fmla="*/ 0 w 2397061"/>
                <a:gd name="connsiteY3" fmla="*/ 1892332 h 2396966"/>
                <a:gd name="connsiteX4" fmla="*/ 0 w 2397061"/>
                <a:gd name="connsiteY4" fmla="*/ 2396966 h 239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061" h="2396966">
                  <a:moveTo>
                    <a:pt x="0" y="2396966"/>
                  </a:moveTo>
                  <a:lnTo>
                    <a:pt x="2397061" y="0"/>
                  </a:lnTo>
                  <a:lnTo>
                    <a:pt x="1892332" y="0"/>
                  </a:lnTo>
                  <a:lnTo>
                    <a:pt x="0" y="1892332"/>
                  </a:lnTo>
                  <a:lnTo>
                    <a:pt x="0" y="2396966"/>
                  </a:lnTo>
                  <a:close/>
                </a:path>
              </a:pathLst>
            </a:custGeom>
            <a:grpFill/>
            <a:ln w="9525"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46A35C73-ACA6-519B-4F11-C3C11B75F98B}"/>
                </a:ext>
              </a:extLst>
            </p:cNvPr>
            <p:cNvSpPr/>
            <p:nvPr/>
          </p:nvSpPr>
          <p:spPr>
            <a:xfrm>
              <a:off x="12114041" y="1952625"/>
              <a:ext cx="1027175" cy="1027175"/>
            </a:xfrm>
            <a:custGeom>
              <a:avLst/>
              <a:gdLst>
                <a:gd name="connsiteX0" fmla="*/ 0 w 1027175"/>
                <a:gd name="connsiteY0" fmla="*/ 1027176 h 1027175"/>
                <a:gd name="connsiteX1" fmla="*/ 1027176 w 1027175"/>
                <a:gd name="connsiteY1" fmla="*/ 0 h 1027175"/>
                <a:gd name="connsiteX2" fmla="*/ 522541 w 1027175"/>
                <a:gd name="connsiteY2" fmla="*/ 0 h 1027175"/>
                <a:gd name="connsiteX3" fmla="*/ 0 w 1027175"/>
                <a:gd name="connsiteY3" fmla="*/ 522446 h 1027175"/>
                <a:gd name="connsiteX4" fmla="*/ 0 w 1027175"/>
                <a:gd name="connsiteY4" fmla="*/ 1027176 h 1027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7175" h="1027175">
                  <a:moveTo>
                    <a:pt x="0" y="1027176"/>
                  </a:moveTo>
                  <a:lnTo>
                    <a:pt x="1027176" y="0"/>
                  </a:lnTo>
                  <a:lnTo>
                    <a:pt x="522541" y="0"/>
                  </a:lnTo>
                  <a:lnTo>
                    <a:pt x="0" y="522446"/>
                  </a:lnTo>
                  <a:lnTo>
                    <a:pt x="0" y="1027176"/>
                  </a:lnTo>
                  <a:close/>
                </a:path>
              </a:pathLst>
            </a:custGeom>
            <a:grpFill/>
            <a:ln w="9525" cap="flat">
              <a:noFill/>
              <a:prstDash val="solid"/>
              <a:miter/>
            </a:ln>
          </p:spPr>
          <p:txBody>
            <a:bodyPr rtlCol="0" anchor="ctr"/>
            <a:lstStyle/>
            <a:p>
              <a:endParaRPr lang="en-ZA"/>
            </a:p>
          </p:txBody>
        </p:sp>
      </p:grpSp>
      <p:sp>
        <p:nvSpPr>
          <p:cNvPr id="3" name="Date Placeholder 2">
            <a:extLst>
              <a:ext uri="{FF2B5EF4-FFF2-40B4-BE49-F238E27FC236}">
                <a16:creationId xmlns:a16="http://schemas.microsoft.com/office/drawing/2014/main" id="{59C82C10-7969-39FF-17B0-7B74DDD4780F}"/>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CDE9C9E4-A35C-D1E9-AC21-04B325BE067A}"/>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3A198D65-4AF5-EFDF-8A93-97F2F01F6829}"/>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1734220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9B5637-C73F-A33C-69D9-80BB032709D2}"/>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Date Placeholder 1">
            <a:extLst>
              <a:ext uri="{FF2B5EF4-FFF2-40B4-BE49-F238E27FC236}">
                <a16:creationId xmlns:a16="http://schemas.microsoft.com/office/drawing/2014/main" id="{AA2FCCC7-D92E-BD1B-A17B-B60875C5435B}"/>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3" name="Footer Placeholder 2">
            <a:extLst>
              <a:ext uri="{FF2B5EF4-FFF2-40B4-BE49-F238E27FC236}">
                <a16:creationId xmlns:a16="http://schemas.microsoft.com/office/drawing/2014/main" id="{D97871E1-BF0C-5D87-2007-97BD0AFE3F2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B55CA06-5EB3-AA9B-BFE3-D6BC91BE0951}"/>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32001240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Agenda Basi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hasCustomPrompt="1"/>
          </p:nvPr>
        </p:nvSpPr>
        <p:spPr>
          <a:xfrm>
            <a:off x="550863" y="2629922"/>
            <a:ext cx="5026977" cy="905758"/>
          </a:xfrm>
        </p:spPr>
        <p:txBody>
          <a:bodyPr lIns="0" tIns="0" rIns="0" bIns="0" anchor="ctr">
            <a:noAutofit/>
          </a:bodyPr>
          <a:lstStyle>
            <a:lvl1pPr>
              <a:defRPr sz="7200">
                <a:solidFill>
                  <a:schemeClr val="bg1"/>
                </a:solidFill>
              </a:defRPr>
            </a:lvl1pPr>
          </a:lstStyle>
          <a:p>
            <a:r>
              <a:rPr lang="en-US" dirty="0"/>
              <a:t>Agenda</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550863" y="6165602"/>
            <a:ext cx="4114800" cy="402838"/>
          </a:xfrm>
        </p:spPr>
        <p:txBody>
          <a:bodyPr lIns="0"/>
          <a:lstStyle>
            <a:lvl1pPr algn="l">
              <a:defRPr/>
            </a:lvl1pPr>
          </a:lstStyle>
          <a:p>
            <a:r>
              <a:rPr lang="en-ZA" dirty="0"/>
              <a:t>eduvos.com</a:t>
            </a:r>
          </a:p>
        </p:txBody>
      </p:sp>
      <p:sp>
        <p:nvSpPr>
          <p:cNvPr id="5" name="Slide Number Placeholder 4">
            <a:extLst>
              <a:ext uri="{FF2B5EF4-FFF2-40B4-BE49-F238E27FC236}">
                <a16:creationId xmlns:a16="http://schemas.microsoft.com/office/drawing/2014/main" id="{A35B01D9-91B7-552D-C0F6-D7A6B04F7914}"/>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550863" y="236440"/>
            <a:ext cx="494424" cy="636685"/>
          </a:xfrm>
          <a:prstGeom prst="rect">
            <a:avLst/>
          </a:prstGeom>
        </p:spPr>
      </p:pic>
    </p:spTree>
    <p:extLst>
      <p:ext uri="{BB962C8B-B14F-4D97-AF65-F5344CB8AC3E}">
        <p14:creationId xmlns:p14="http://schemas.microsoft.com/office/powerpoint/2010/main" val="195361530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guide id="10"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big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userDrawn="1"/>
        </p:nvSpPr>
        <p:spPr>
          <a:xfrm>
            <a:off x="0" y="0"/>
            <a:ext cx="210659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Graphic 4">
            <a:extLst>
              <a:ext uri="{FF2B5EF4-FFF2-40B4-BE49-F238E27FC236}">
                <a16:creationId xmlns:a16="http://schemas.microsoft.com/office/drawing/2014/main" id="{B20D89BC-F490-FA0D-AFE1-5D8773783A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38" y="0"/>
            <a:ext cx="2097353" cy="1398235"/>
          </a:xfrm>
          <a:prstGeom prst="rect">
            <a:avLst/>
          </a:prstGeom>
        </p:spPr>
      </p:pic>
      <p:pic>
        <p:nvPicPr>
          <p:cNvPr id="25" name="Graphic 24">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11174683" y="334768"/>
            <a:ext cx="611910" cy="787976"/>
          </a:xfrm>
          <a:prstGeom prst="rect">
            <a:avLst/>
          </a:prstGeom>
        </p:spPr>
      </p:pic>
      <p:grpSp>
        <p:nvGrpSpPr>
          <p:cNvPr id="31" name="Group 30">
            <a:extLst>
              <a:ext uri="{FF2B5EF4-FFF2-40B4-BE49-F238E27FC236}">
                <a16:creationId xmlns:a16="http://schemas.microsoft.com/office/drawing/2014/main" id="{B95CB992-7942-FE05-0F32-FAC294737D30}"/>
              </a:ext>
            </a:extLst>
          </p:cNvPr>
          <p:cNvGrpSpPr/>
          <p:nvPr userDrawn="1"/>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533544" y="1470519"/>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sp>
        <p:nvSpPr>
          <p:cNvPr id="9" name="Media Placeholder 8">
            <a:extLst>
              <a:ext uri="{FF2B5EF4-FFF2-40B4-BE49-F238E27FC236}">
                <a16:creationId xmlns:a16="http://schemas.microsoft.com/office/drawing/2014/main" id="{2A2F79EB-CD8F-3C2C-8516-11E1B2210E11}"/>
              </a:ext>
            </a:extLst>
          </p:cNvPr>
          <p:cNvSpPr>
            <a:spLocks noGrp="1"/>
          </p:cNvSpPr>
          <p:nvPr>
            <p:ph type="media" sz="quarter" idx="13"/>
          </p:nvPr>
        </p:nvSpPr>
        <p:spPr>
          <a:xfrm>
            <a:off x="7883208" y="1881277"/>
            <a:ext cx="3054350" cy="1743234"/>
          </a:xfrm>
        </p:spPr>
        <p:txBody>
          <a:bodyPr/>
          <a:lstStyle/>
          <a:p>
            <a:endParaRPr lang="en-ZA"/>
          </a:p>
        </p:txBody>
      </p:sp>
      <p:sp>
        <p:nvSpPr>
          <p:cNvPr id="11" name="Picture Placeholder 10">
            <a:extLst>
              <a:ext uri="{FF2B5EF4-FFF2-40B4-BE49-F238E27FC236}">
                <a16:creationId xmlns:a16="http://schemas.microsoft.com/office/drawing/2014/main" id="{B2DADA37-9CCC-F846-E08F-05011ED2076D}"/>
              </a:ext>
            </a:extLst>
          </p:cNvPr>
          <p:cNvSpPr>
            <a:spLocks noGrp="1"/>
          </p:cNvSpPr>
          <p:nvPr>
            <p:ph type="pic" sz="quarter" idx="14"/>
          </p:nvPr>
        </p:nvSpPr>
        <p:spPr>
          <a:xfrm>
            <a:off x="7858125" y="3967005"/>
            <a:ext cx="3079433" cy="1743234"/>
          </a:xfrm>
        </p:spPr>
        <p:txBody>
          <a:bodyPr/>
          <a:lstStyle/>
          <a:p>
            <a:endParaRPr lang="en-ZA"/>
          </a:p>
        </p:txBody>
      </p:sp>
    </p:spTree>
    <p:extLst>
      <p:ext uri="{BB962C8B-B14F-4D97-AF65-F5344CB8AC3E}">
        <p14:creationId xmlns:p14="http://schemas.microsoft.com/office/powerpoint/2010/main" val="28539022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Agenda small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userDrawn="1"/>
        </p:nvSpPr>
        <p:spPr>
          <a:xfrm>
            <a:off x="0" y="0"/>
            <a:ext cx="185829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1" name="Group 30">
            <a:extLst>
              <a:ext uri="{FF2B5EF4-FFF2-40B4-BE49-F238E27FC236}">
                <a16:creationId xmlns:a16="http://schemas.microsoft.com/office/drawing/2014/main" id="{B95CB992-7942-FE05-0F32-FAC294737D30}"/>
              </a:ext>
            </a:extLst>
          </p:cNvPr>
          <p:cNvGrpSpPr/>
          <p:nvPr userDrawn="1"/>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33544" y="1238864"/>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2" name="Graphic 1">
            <a:extLst>
              <a:ext uri="{FF2B5EF4-FFF2-40B4-BE49-F238E27FC236}">
                <a16:creationId xmlns:a16="http://schemas.microsoft.com/office/drawing/2014/main" id="{8F17FD4F-A937-CC07-BC16-DDE5B544F77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pic>
        <p:nvPicPr>
          <p:cNvPr id="3" name="Graphic 2">
            <a:extLst>
              <a:ext uri="{FF2B5EF4-FFF2-40B4-BE49-F238E27FC236}">
                <a16:creationId xmlns:a16="http://schemas.microsoft.com/office/drawing/2014/main" id="{9385B0F9-BEFF-3F2F-D9E4-77781AEB246B}"/>
              </a:ext>
            </a:extLst>
          </p:cNvPr>
          <p:cNvPicPr>
            <a:picLocks noChangeAspect="1"/>
          </p:cNvPicPr>
          <p:nvPr userDrawn="1"/>
        </p:nvPicPr>
        <p:blipFill>
          <a:blip>
            <a:extLst>
              <a:ext uri="{96DAC541-7B7A-43D3-8B79-37D633B846F1}">
                <asvg:svgBlip xmlns:asvg="http://schemas.microsoft.com/office/drawing/2016/SVG/main" r:embed="rId5"/>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851262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8430363" cy="681707"/>
          </a:xfrm>
        </p:spPr>
        <p:txBody>
          <a:bodyPr/>
          <a:lstStyle>
            <a:lvl1pPr marL="0" indent="0">
              <a:buNone/>
              <a:defRPr/>
            </a:lvl1pPr>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endParaRPr lang="en-US" dirty="0"/>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93E0C155-5EAC-EA15-2D3D-ABD3DB349E0C}"/>
              </a:ext>
            </a:extLst>
          </p:cNvPr>
          <p:cNvSpPr>
            <a:spLocks noGrp="1"/>
          </p:cNvSpPr>
          <p:nvPr>
            <p:ph type="media" sz="quarter" idx="14"/>
          </p:nvPr>
        </p:nvSpPr>
        <p:spPr>
          <a:xfrm>
            <a:off x="2249139" y="2597150"/>
            <a:ext cx="8344249" cy="3062288"/>
          </a:xfrm>
        </p:spPr>
        <p:txBody>
          <a:bodyPr/>
          <a:lstStyle/>
          <a:p>
            <a:endParaRPr lang="en-ZA"/>
          </a:p>
        </p:txBody>
      </p:sp>
    </p:spTree>
    <p:extLst>
      <p:ext uri="{BB962C8B-B14F-4D97-AF65-F5344CB8AC3E}">
        <p14:creationId xmlns:p14="http://schemas.microsoft.com/office/powerpoint/2010/main" val="131494672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6B68B24D-83D0-B632-2A56-DD52F65D5901}"/>
              </a:ext>
            </a:extLst>
          </p:cNvPr>
          <p:cNvSpPr>
            <a:spLocks noGrp="1"/>
          </p:cNvSpPr>
          <p:nvPr>
            <p:ph type="media" sz="quarter" idx="10" hasCustomPrompt="1"/>
          </p:nvPr>
        </p:nvSpPr>
        <p:spPr>
          <a:xfrm>
            <a:off x="-1" y="1238250"/>
            <a:ext cx="12192001" cy="5375275"/>
          </a:xfrm>
        </p:spPr>
        <p:txBody>
          <a:bodyPr anchor="ctr"/>
          <a:lstStyle>
            <a:lvl1pPr algn="ctr">
              <a:defRPr/>
            </a:lvl1pPr>
          </a:lstStyle>
          <a:p>
            <a:r>
              <a:rPr lang="en-US" dirty="0"/>
              <a:t>Insert big video</a:t>
            </a:r>
            <a:endParaRPr lang="en-ZA" dirty="0"/>
          </a:p>
        </p:txBody>
      </p:sp>
    </p:spTree>
    <p:extLst>
      <p:ext uri="{BB962C8B-B14F-4D97-AF65-F5344CB8AC3E}">
        <p14:creationId xmlns:p14="http://schemas.microsoft.com/office/powerpoint/2010/main" val="164165214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spo V2">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sp>
        <p:nvSpPr>
          <p:cNvPr id="4" name="Picture Placeholder 3">
            <a:extLst>
              <a:ext uri="{FF2B5EF4-FFF2-40B4-BE49-F238E27FC236}">
                <a16:creationId xmlns:a16="http://schemas.microsoft.com/office/drawing/2014/main" id="{55923CFD-2B92-7DA5-C0A7-5604D20CE177}"/>
              </a:ext>
            </a:extLst>
          </p:cNvPr>
          <p:cNvSpPr>
            <a:spLocks noGrp="1"/>
          </p:cNvSpPr>
          <p:nvPr>
            <p:ph type="pic" sz="quarter" idx="10"/>
          </p:nvPr>
        </p:nvSpPr>
        <p:spPr>
          <a:xfrm>
            <a:off x="0" y="0"/>
            <a:ext cx="12192000" cy="6616804"/>
          </a:xfrm>
        </p:spPr>
        <p:txBody>
          <a:bodyPr/>
          <a:lstStyle/>
          <a:p>
            <a:endParaRPr lang="en-ZA"/>
          </a:p>
        </p:txBody>
      </p:sp>
    </p:spTree>
    <p:extLst>
      <p:ext uri="{BB962C8B-B14F-4D97-AF65-F5344CB8AC3E}">
        <p14:creationId xmlns:p14="http://schemas.microsoft.com/office/powerpoint/2010/main" val="353981554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Inspo V1">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userDrawn="1"/>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30" name="Rectangle: Rounded Corners 29">
            <a:extLst>
              <a:ext uri="{FF2B5EF4-FFF2-40B4-BE49-F238E27FC236}">
                <a16:creationId xmlns:a16="http://schemas.microsoft.com/office/drawing/2014/main" id="{16A48E94-FBBB-B7DE-FCB0-E2B9F76EAC62}"/>
              </a:ext>
            </a:extLst>
          </p:cNvPr>
          <p:cNvSpPr/>
          <p:nvPr userDrawn="1"/>
        </p:nvSpPr>
        <p:spPr>
          <a:xfrm>
            <a:off x="320040" y="289560"/>
            <a:ext cx="11486137" cy="5726635"/>
          </a:xfrm>
          <a:prstGeom prst="roundRect">
            <a:avLst>
              <a:gd name="adj" fmla="val 6934"/>
            </a:avLst>
          </a:pr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9" name="Graphic 28">
            <a:extLst>
              <a:ext uri="{FF2B5EF4-FFF2-40B4-BE49-F238E27FC236}">
                <a16:creationId xmlns:a16="http://schemas.microsoft.com/office/drawing/2014/main" id="{C7C2DF4C-9B75-06B6-C1D1-7B480840FB4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30116" y="3540134"/>
            <a:ext cx="2476061" cy="2476061"/>
          </a:xfrm>
          <a:prstGeom prst="rect">
            <a:avLst/>
          </a:prstGeom>
        </p:spPr>
      </p:pic>
      <p:grpSp>
        <p:nvGrpSpPr>
          <p:cNvPr id="44" name="Graphic 9">
            <a:extLst>
              <a:ext uri="{FF2B5EF4-FFF2-40B4-BE49-F238E27FC236}">
                <a16:creationId xmlns:a16="http://schemas.microsoft.com/office/drawing/2014/main" id="{53BF6592-91A7-F9CB-EBDE-466FD418B655}"/>
              </a:ext>
            </a:extLst>
          </p:cNvPr>
          <p:cNvGrpSpPr/>
          <p:nvPr userDrawn="1"/>
        </p:nvGrpSpPr>
        <p:grpSpPr>
          <a:xfrm>
            <a:off x="736482" y="576424"/>
            <a:ext cx="434604" cy="732076"/>
            <a:chOff x="11234574" y="516131"/>
            <a:chExt cx="489199" cy="824039"/>
          </a:xfrm>
          <a:solidFill>
            <a:schemeClr val="bg1"/>
          </a:solidFill>
        </p:grpSpPr>
        <p:sp>
          <p:nvSpPr>
            <p:cNvPr id="45" name="Freeform: Shape 44">
              <a:extLst>
                <a:ext uri="{FF2B5EF4-FFF2-40B4-BE49-F238E27FC236}">
                  <a16:creationId xmlns:a16="http://schemas.microsoft.com/office/drawing/2014/main" id="{A4FE9D96-EAD9-A2A4-820A-1FD079D47448}"/>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3CF51A3A-7FF3-7916-C2A2-C92AEBB78942}"/>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F14E089B-42B1-7FC7-091A-E1913C345A69}"/>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endParaRPr lang="en-ZA"/>
            </a:p>
          </p:txBody>
        </p:sp>
        <p:sp>
          <p:nvSpPr>
            <p:cNvPr id="48" name="Freeform: Shape 47">
              <a:extLst>
                <a:ext uri="{FF2B5EF4-FFF2-40B4-BE49-F238E27FC236}">
                  <a16:creationId xmlns:a16="http://schemas.microsoft.com/office/drawing/2014/main" id="{576B5879-0821-7985-A951-716069CCB5C9}"/>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endParaRPr lang="en-ZA"/>
            </a:p>
          </p:txBody>
        </p:sp>
        <p:sp>
          <p:nvSpPr>
            <p:cNvPr id="49" name="Freeform: Shape 48">
              <a:extLst>
                <a:ext uri="{FF2B5EF4-FFF2-40B4-BE49-F238E27FC236}">
                  <a16:creationId xmlns:a16="http://schemas.microsoft.com/office/drawing/2014/main" id="{01F940DE-00C1-F86C-EB18-381BC65DCAC0}"/>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31D36CAA-F185-6355-80B4-DC2D8B57577E}"/>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endParaRPr lang="en-ZA"/>
            </a:p>
          </p:txBody>
        </p:sp>
      </p:grpSp>
    </p:spTree>
    <p:extLst>
      <p:ext uri="{BB962C8B-B14F-4D97-AF65-F5344CB8AC3E}">
        <p14:creationId xmlns:p14="http://schemas.microsoft.com/office/powerpoint/2010/main" val="8703453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ap V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2" name="Rectangle 1">
            <a:extLst>
              <a:ext uri="{FF2B5EF4-FFF2-40B4-BE49-F238E27FC236}">
                <a16:creationId xmlns:a16="http://schemas.microsoft.com/office/drawing/2014/main" id="{2CD0A036-4C1F-A0E0-4CD8-259AEE9FB070}"/>
              </a:ext>
            </a:extLst>
          </p:cNvPr>
          <p:cNvSpPr/>
          <p:nvPr userDrawn="1"/>
        </p:nvSpPr>
        <p:spPr>
          <a:xfrm>
            <a:off x="-21838" y="1238864"/>
            <a:ext cx="12213838" cy="536419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 name="Group 2">
            <a:extLst>
              <a:ext uri="{FF2B5EF4-FFF2-40B4-BE49-F238E27FC236}">
                <a16:creationId xmlns:a16="http://schemas.microsoft.com/office/drawing/2014/main" id="{93709E35-612A-6FFE-2A76-4D58CD4CFF6B}"/>
              </a:ext>
            </a:extLst>
          </p:cNvPr>
          <p:cNvGrpSpPr/>
          <p:nvPr userDrawn="1"/>
        </p:nvGrpSpPr>
        <p:grpSpPr>
          <a:xfrm>
            <a:off x="-1451" y="1238864"/>
            <a:ext cx="7170780" cy="5404612"/>
            <a:chOff x="0" y="0"/>
            <a:chExt cx="9099120" cy="6858000"/>
          </a:xfrm>
        </p:grpSpPr>
        <p:sp>
          <p:nvSpPr>
            <p:cNvPr id="4" name="Freeform: Shape 3">
              <a:extLst>
                <a:ext uri="{FF2B5EF4-FFF2-40B4-BE49-F238E27FC236}">
                  <a16:creationId xmlns:a16="http://schemas.microsoft.com/office/drawing/2014/main" id="{E4AEC0AF-EAEF-D826-52B1-EBA273516D3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5" name="Freeform: Shape 4">
              <a:extLst>
                <a:ext uri="{FF2B5EF4-FFF2-40B4-BE49-F238E27FC236}">
                  <a16:creationId xmlns:a16="http://schemas.microsoft.com/office/drawing/2014/main" id="{56E32DC6-D326-9103-C7AB-E5E636A0910A}"/>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6" name="Freeform: Shape 5">
              <a:extLst>
                <a:ext uri="{FF2B5EF4-FFF2-40B4-BE49-F238E27FC236}">
                  <a16:creationId xmlns:a16="http://schemas.microsoft.com/office/drawing/2014/main" id="{97E7FA50-ADCB-CEF1-270D-01DBFE6C947D}"/>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7C14CA09-66A5-90E0-AAB2-88192FE46F60}"/>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230B8F14-77ED-4F75-642C-DB632AFBA8D4}"/>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EE11607D-4D1A-F730-9923-C0FD33D7CB7E}"/>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9D38FF8A-FB6C-EEA0-B4A2-26ED4E28FCC7}"/>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991ABE6B-97A6-BC34-A278-B639769342EE}"/>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E34BDE6D-3D07-830B-18AF-474864A7D135}"/>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CCBE110-00BB-817F-D7B7-7DE21D36BDC9}"/>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087C557A-84F9-6418-C1D2-3212CB7D7C4E}"/>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5ECBD1CB-9ED5-8A70-6E6E-CCE7F400FF1E}"/>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F9B969DF-B135-F210-6324-DCE6699325F3}"/>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05C6C257-8AAD-CFDC-7541-A4B72D4F1587}"/>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C1F2E0DC-D4CE-F6D6-4B96-D639DE500A02}"/>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BBEDA1E4-A7D4-80C2-D00A-8AC6552C08E2}"/>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686CA721-641B-4A00-B696-8E255278B733}"/>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36" name="Freeform: Shape 35">
              <a:extLst>
                <a:ext uri="{FF2B5EF4-FFF2-40B4-BE49-F238E27FC236}">
                  <a16:creationId xmlns:a16="http://schemas.microsoft.com/office/drawing/2014/main" id="{DF314D20-CA04-EF54-A9BC-842530BCD5D4}"/>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37" name="Freeform: Shape 36">
              <a:extLst>
                <a:ext uri="{FF2B5EF4-FFF2-40B4-BE49-F238E27FC236}">
                  <a16:creationId xmlns:a16="http://schemas.microsoft.com/office/drawing/2014/main" id="{8661875D-8C4E-5AA8-0EE7-E8C8EAEA286F}"/>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38" name="Freeform: Shape 37">
              <a:extLst>
                <a:ext uri="{FF2B5EF4-FFF2-40B4-BE49-F238E27FC236}">
                  <a16:creationId xmlns:a16="http://schemas.microsoft.com/office/drawing/2014/main" id="{405B1292-17CB-20AD-CA66-E0DB0D0A0ACE}"/>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41" name="Freeform: Shape 40">
            <a:extLst>
              <a:ext uri="{FF2B5EF4-FFF2-40B4-BE49-F238E27FC236}">
                <a16:creationId xmlns:a16="http://schemas.microsoft.com/office/drawing/2014/main" id="{82732684-D19C-1021-5498-0F070EC75E9E}"/>
              </a:ext>
            </a:extLst>
          </p:cNvPr>
          <p:cNvSpPr/>
          <p:nvPr userDrawn="1"/>
        </p:nvSpPr>
        <p:spPr>
          <a:xfrm>
            <a:off x="547841" y="1238864"/>
            <a:ext cx="5136679" cy="4809796"/>
          </a:xfrm>
          <a:custGeom>
            <a:avLst/>
            <a:gdLst>
              <a:gd name="connsiteX0" fmla="*/ 0 w 5136679"/>
              <a:gd name="connsiteY0" fmla="*/ 0 h 4809796"/>
              <a:gd name="connsiteX1" fmla="*/ 5136679 w 5136679"/>
              <a:gd name="connsiteY1" fmla="*/ 0 h 4809796"/>
              <a:gd name="connsiteX2" fmla="*/ 5136679 w 5136679"/>
              <a:gd name="connsiteY2" fmla="*/ 4548031 h 4809796"/>
              <a:gd name="connsiteX3" fmla="*/ 4874914 w 5136679"/>
              <a:gd name="connsiteY3" fmla="*/ 4809796 h 4809796"/>
              <a:gd name="connsiteX4" fmla="*/ 261765 w 5136679"/>
              <a:gd name="connsiteY4" fmla="*/ 4809796 h 4809796"/>
              <a:gd name="connsiteX5" fmla="*/ 0 w 5136679"/>
              <a:gd name="connsiteY5" fmla="*/ 4548031 h 480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6679" h="4809796">
                <a:moveTo>
                  <a:pt x="0" y="0"/>
                </a:moveTo>
                <a:lnTo>
                  <a:pt x="5136679" y="0"/>
                </a:lnTo>
                <a:lnTo>
                  <a:pt x="5136679" y="4548031"/>
                </a:lnTo>
                <a:cubicBezTo>
                  <a:pt x="5136679" y="4692600"/>
                  <a:pt x="5019483" y="4809796"/>
                  <a:pt x="4874914" y="4809796"/>
                </a:cubicBezTo>
                <a:lnTo>
                  <a:pt x="261765" y="4809796"/>
                </a:lnTo>
                <a:cubicBezTo>
                  <a:pt x="117196" y="4809796"/>
                  <a:pt x="0" y="4692600"/>
                  <a:pt x="0" y="4548031"/>
                </a:cubicBezTo>
                <a:close/>
              </a:path>
            </a:pathLst>
          </a:cu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Tree>
    <p:extLst>
      <p:ext uri="{BB962C8B-B14F-4D97-AF65-F5344CB8AC3E}">
        <p14:creationId xmlns:p14="http://schemas.microsoft.com/office/powerpoint/2010/main" val="347412109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py and peo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4718459"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grpSp>
        <p:nvGrpSpPr>
          <p:cNvPr id="9" name="Graphic 1">
            <a:extLst>
              <a:ext uri="{FF2B5EF4-FFF2-40B4-BE49-F238E27FC236}">
                <a16:creationId xmlns:a16="http://schemas.microsoft.com/office/drawing/2014/main" id="{3240AF35-3D1E-D8D3-04DD-778B9ABA000A}"/>
              </a:ext>
            </a:extLst>
          </p:cNvPr>
          <p:cNvGrpSpPr/>
          <p:nvPr/>
        </p:nvGrpSpPr>
        <p:grpSpPr>
          <a:xfrm>
            <a:off x="6852214" y="1238863"/>
            <a:ext cx="1789471" cy="1789468"/>
            <a:chOff x="6852214" y="1238863"/>
            <a:chExt cx="1789471" cy="1789468"/>
          </a:xfrm>
        </p:grpSpPr>
        <p:sp>
          <p:nvSpPr>
            <p:cNvPr id="16" name="Freeform: Shape 15">
              <a:extLst>
                <a:ext uri="{FF2B5EF4-FFF2-40B4-BE49-F238E27FC236}">
                  <a16:creationId xmlns:a16="http://schemas.microsoft.com/office/drawing/2014/main" id="{4B72B4D2-6282-166A-5544-632B45BE2ED7}"/>
                </a:ext>
              </a:extLst>
            </p:cNvPr>
            <p:cNvSpPr/>
            <p:nvPr/>
          </p:nvSpPr>
          <p:spPr>
            <a:xfrm>
              <a:off x="6852214" y="1238863"/>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0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cubicBezTo>
                    <a:pt x="1789472" y="0"/>
                    <a:pt x="1789472" y="1789468"/>
                    <a:pt x="1789472" y="1789468"/>
                  </a:cubicBezTo>
                  <a:cubicBezTo>
                    <a:pt x="801090" y="1789586"/>
                    <a:pt x="0" y="988380"/>
                    <a:pt x="0" y="0"/>
                  </a:cubicBezTo>
                  <a:close/>
                </a:path>
              </a:pathLst>
            </a:custGeom>
            <a:solidFill>
              <a:srgbClr val="2554CE"/>
            </a:solidFill>
            <a:ln w="8716"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D9847974-6127-A5A6-5E8A-7045FE5269D1}"/>
                </a:ext>
              </a:extLst>
            </p:cNvPr>
            <p:cNvSpPr/>
            <p:nvPr/>
          </p:nvSpPr>
          <p:spPr>
            <a:xfrm>
              <a:off x="7143934" y="1238863"/>
              <a:ext cx="1497750" cy="1497865"/>
            </a:xfrm>
            <a:custGeom>
              <a:avLst/>
              <a:gdLst>
                <a:gd name="connsiteX0" fmla="*/ 1497751 w 1497750"/>
                <a:gd name="connsiteY0" fmla="*/ 1497865 h 1497865"/>
                <a:gd name="connsiteX1" fmla="*/ 0 w 1497750"/>
                <a:gd name="connsiteY1" fmla="*/ 0 h 1497865"/>
              </a:gdLst>
              <a:ahLst/>
              <a:cxnLst>
                <a:cxn ang="0">
                  <a:pos x="connsiteX0" y="connsiteY0"/>
                </a:cxn>
                <a:cxn ang="0">
                  <a:pos x="connsiteX1" y="connsiteY1"/>
                </a:cxn>
              </a:cxnLst>
              <a:rect l="l" t="t" r="r" b="b"/>
              <a:pathLst>
                <a:path w="1497750" h="1497865">
                  <a:moveTo>
                    <a:pt x="1497751" y="1497865"/>
                  </a:moveTo>
                  <a:cubicBezTo>
                    <a:pt x="670525" y="1497865"/>
                    <a:pt x="0" y="827225"/>
                    <a:pt x="0" y="0"/>
                  </a:cubicBezTo>
                </a:path>
              </a:pathLst>
            </a:custGeom>
            <a:noFill/>
            <a:ln w="8716" cap="flat">
              <a:solidFill>
                <a:srgbClr val="29ABE2"/>
              </a:solid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64DBC29F-4A64-DD7F-77D7-AFE1EDAF65DD}"/>
                </a:ext>
              </a:extLst>
            </p:cNvPr>
            <p:cNvSpPr/>
            <p:nvPr/>
          </p:nvSpPr>
          <p:spPr>
            <a:xfrm>
              <a:off x="7431436" y="1238863"/>
              <a:ext cx="1210249" cy="1210247"/>
            </a:xfrm>
            <a:custGeom>
              <a:avLst/>
              <a:gdLst>
                <a:gd name="connsiteX0" fmla="*/ 1210249 w 1210249"/>
                <a:gd name="connsiteY0" fmla="*/ 1210247 h 1210247"/>
                <a:gd name="connsiteX1" fmla="*/ 0 w 1210249"/>
                <a:gd name="connsiteY1" fmla="*/ 0 h 1210247"/>
              </a:gdLst>
              <a:ahLst/>
              <a:cxnLst>
                <a:cxn ang="0">
                  <a:pos x="connsiteX0" y="connsiteY0"/>
                </a:cxn>
                <a:cxn ang="0">
                  <a:pos x="connsiteX1" y="connsiteY1"/>
                </a:cxn>
              </a:cxnLst>
              <a:rect l="l" t="t" r="r" b="b"/>
              <a:pathLst>
                <a:path w="1210249" h="1210247">
                  <a:moveTo>
                    <a:pt x="1210249" y="1210247"/>
                  </a:moveTo>
                  <a:cubicBezTo>
                    <a:pt x="541835" y="1210247"/>
                    <a:pt x="0" y="668531"/>
                    <a:pt x="0" y="0"/>
                  </a:cubicBezTo>
                </a:path>
              </a:pathLst>
            </a:custGeom>
            <a:noFill/>
            <a:ln w="8716"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6BC04323-C9F4-18FE-37D2-3A188A54CC8D}"/>
                </a:ext>
              </a:extLst>
            </p:cNvPr>
            <p:cNvSpPr/>
            <p:nvPr/>
          </p:nvSpPr>
          <p:spPr>
            <a:xfrm>
              <a:off x="7729252" y="1238863"/>
              <a:ext cx="912433" cy="912432"/>
            </a:xfrm>
            <a:custGeom>
              <a:avLst/>
              <a:gdLst>
                <a:gd name="connsiteX0" fmla="*/ 912434 w 912433"/>
                <a:gd name="connsiteY0" fmla="*/ 912432 h 912432"/>
                <a:gd name="connsiteX1" fmla="*/ 0 w 912433"/>
                <a:gd name="connsiteY1" fmla="*/ 0 h 912432"/>
              </a:gdLst>
              <a:ahLst/>
              <a:cxnLst>
                <a:cxn ang="0">
                  <a:pos x="connsiteX0" y="connsiteY0"/>
                </a:cxn>
                <a:cxn ang="0">
                  <a:pos x="connsiteX1" y="connsiteY1"/>
                </a:cxn>
              </a:cxnLst>
              <a:rect l="l" t="t" r="r" b="b"/>
              <a:pathLst>
                <a:path w="912433" h="912432">
                  <a:moveTo>
                    <a:pt x="912434" y="912432"/>
                  </a:moveTo>
                  <a:cubicBezTo>
                    <a:pt x="408456" y="912432"/>
                    <a:pt x="0" y="503977"/>
                    <a:pt x="0" y="0"/>
                  </a:cubicBezTo>
                </a:path>
              </a:pathLst>
            </a:custGeom>
            <a:noFill/>
            <a:ln w="8716"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2EE7306-FAB9-F426-28D6-DD3135EB4E09}"/>
                </a:ext>
              </a:extLst>
            </p:cNvPr>
            <p:cNvSpPr/>
            <p:nvPr/>
          </p:nvSpPr>
          <p:spPr>
            <a:xfrm>
              <a:off x="8036561" y="1238863"/>
              <a:ext cx="605124" cy="605123"/>
            </a:xfrm>
            <a:custGeom>
              <a:avLst/>
              <a:gdLst>
                <a:gd name="connsiteX0" fmla="*/ 605125 w 605124"/>
                <a:gd name="connsiteY0" fmla="*/ 605124 h 605123"/>
                <a:gd name="connsiteX1" fmla="*/ 0 w 605124"/>
                <a:gd name="connsiteY1" fmla="*/ 0 h 605123"/>
              </a:gdLst>
              <a:ahLst/>
              <a:cxnLst>
                <a:cxn ang="0">
                  <a:pos x="connsiteX0" y="connsiteY0"/>
                </a:cxn>
                <a:cxn ang="0">
                  <a:pos x="connsiteX1" y="connsiteY1"/>
                </a:cxn>
              </a:cxnLst>
              <a:rect l="l" t="t" r="r" b="b"/>
              <a:pathLst>
                <a:path w="605124" h="605123">
                  <a:moveTo>
                    <a:pt x="605125" y="605124"/>
                  </a:moveTo>
                  <a:cubicBezTo>
                    <a:pt x="270976" y="605124"/>
                    <a:pt x="0" y="334265"/>
                    <a:pt x="0" y="0"/>
                  </a:cubicBezTo>
                </a:path>
              </a:pathLst>
            </a:custGeom>
            <a:noFill/>
            <a:ln w="8716" cap="flat">
              <a:solidFill>
                <a:srgbClr val="29ABE2"/>
              </a:solidFill>
              <a:prstDash val="solid"/>
              <a:miter/>
            </a:ln>
          </p:spPr>
          <p:txBody>
            <a:bodyPr rtlCol="0" anchor="ctr"/>
            <a:lstStyle/>
            <a:p>
              <a:endParaRPr lang="en-ZA"/>
            </a:p>
          </p:txBody>
        </p:sp>
      </p:grpSp>
      <p:grpSp>
        <p:nvGrpSpPr>
          <p:cNvPr id="26" name="Graphic 1">
            <a:extLst>
              <a:ext uri="{FF2B5EF4-FFF2-40B4-BE49-F238E27FC236}">
                <a16:creationId xmlns:a16="http://schemas.microsoft.com/office/drawing/2014/main" id="{7BD88ECC-C691-C61E-651A-07C890FB19F1}"/>
              </a:ext>
            </a:extLst>
          </p:cNvPr>
          <p:cNvGrpSpPr/>
          <p:nvPr/>
        </p:nvGrpSpPr>
        <p:grpSpPr>
          <a:xfrm>
            <a:off x="10454012" y="4817917"/>
            <a:ext cx="2403781" cy="1789585"/>
            <a:chOff x="10454012" y="4817917"/>
            <a:chExt cx="2403781" cy="1789585"/>
          </a:xfrm>
        </p:grpSpPr>
        <p:sp>
          <p:nvSpPr>
            <p:cNvPr id="27" name="Freeform: Shape 26">
              <a:extLst>
                <a:ext uri="{FF2B5EF4-FFF2-40B4-BE49-F238E27FC236}">
                  <a16:creationId xmlns:a16="http://schemas.microsoft.com/office/drawing/2014/main" id="{4F8C0AD1-B4ED-C3F7-40F8-CCC81CC3C209}"/>
                </a:ext>
              </a:extLst>
            </p:cNvPr>
            <p:cNvSpPr/>
            <p:nvPr/>
          </p:nvSpPr>
          <p:spPr>
            <a:xfrm>
              <a:off x="10454012" y="4817917"/>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lnTo>
                    <a:pt x="1789472" y="1789468"/>
                  </a:lnTo>
                  <a:lnTo>
                    <a:pt x="0" y="1789468"/>
                  </a:lnTo>
                  <a:close/>
                </a:path>
              </a:pathLst>
            </a:custGeom>
            <a:solidFill>
              <a:srgbClr val="15305D"/>
            </a:solidFill>
            <a:ln w="8716"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06CF3CB1-0B6E-AA6A-00AB-1E236BF5D285}"/>
                </a:ext>
              </a:extLst>
            </p:cNvPr>
            <p:cNvSpPr/>
            <p:nvPr/>
          </p:nvSpPr>
          <p:spPr>
            <a:xfrm>
              <a:off x="10454012" y="4817917"/>
              <a:ext cx="1789471" cy="1789468"/>
            </a:xfrm>
            <a:custGeom>
              <a:avLst/>
              <a:gdLst>
                <a:gd name="connsiteX0" fmla="*/ 1789472 w 1789471"/>
                <a:gd name="connsiteY0" fmla="*/ 1789468 h 1789468"/>
                <a:gd name="connsiteX1" fmla="*/ 0 w 1789471"/>
                <a:gd name="connsiteY1" fmla="*/ 1789468 h 1789468"/>
                <a:gd name="connsiteX2" fmla="*/ 0 w 1789471"/>
                <a:gd name="connsiteY2" fmla="*/ 0 h 1789468"/>
                <a:gd name="connsiteX3" fmla="*/ 1789472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1789472" y="1789468"/>
                  </a:moveTo>
                  <a:lnTo>
                    <a:pt x="0" y="1789468"/>
                  </a:lnTo>
                  <a:cubicBezTo>
                    <a:pt x="0" y="1789468"/>
                    <a:pt x="0" y="0"/>
                    <a:pt x="0" y="0"/>
                  </a:cubicBezTo>
                  <a:cubicBezTo>
                    <a:pt x="988382" y="0"/>
                    <a:pt x="1789472" y="801088"/>
                    <a:pt x="1789472" y="1789468"/>
                  </a:cubicBezTo>
                  <a:close/>
                </a:path>
              </a:pathLst>
            </a:custGeom>
            <a:solidFill>
              <a:srgbClr val="FFFFFF"/>
            </a:solidFill>
            <a:ln w="8716"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49E5081B-A9E0-FB23-9726-613B5BF9B3D3}"/>
                </a:ext>
              </a:extLst>
            </p:cNvPr>
            <p:cNvSpPr/>
            <p:nvPr/>
          </p:nvSpPr>
          <p:spPr>
            <a:xfrm>
              <a:off x="10454012" y="5109637"/>
              <a:ext cx="1497867" cy="1497865"/>
            </a:xfrm>
            <a:custGeom>
              <a:avLst/>
              <a:gdLst>
                <a:gd name="connsiteX0" fmla="*/ 0 w 1497867"/>
                <a:gd name="connsiteY0" fmla="*/ 0 h 1497865"/>
                <a:gd name="connsiteX1" fmla="*/ 1497868 w 1497867"/>
                <a:gd name="connsiteY1" fmla="*/ 1497865 h 1497865"/>
              </a:gdLst>
              <a:ahLst/>
              <a:cxnLst>
                <a:cxn ang="0">
                  <a:pos x="connsiteX0" y="connsiteY0"/>
                </a:cxn>
                <a:cxn ang="0">
                  <a:pos x="connsiteX1" y="connsiteY1"/>
                </a:cxn>
              </a:cxnLst>
              <a:rect l="l" t="t" r="r" b="b"/>
              <a:pathLst>
                <a:path w="1497867" h="1497865">
                  <a:moveTo>
                    <a:pt x="0" y="0"/>
                  </a:moveTo>
                  <a:cubicBezTo>
                    <a:pt x="827227" y="0"/>
                    <a:pt x="1497868" y="670523"/>
                    <a:pt x="1497868" y="1497865"/>
                  </a:cubicBezTo>
                </a:path>
              </a:pathLst>
            </a:custGeom>
            <a:noFill/>
            <a:ln w="8716" cap="flat">
              <a:solidFill>
                <a:srgbClr val="29ABE2"/>
              </a:solid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F350DD07-E336-0059-A082-08C8AB37DD76}"/>
                </a:ext>
              </a:extLst>
            </p:cNvPr>
            <p:cNvSpPr/>
            <p:nvPr/>
          </p:nvSpPr>
          <p:spPr>
            <a:xfrm>
              <a:off x="10454012" y="5397138"/>
              <a:ext cx="1210249" cy="1210246"/>
            </a:xfrm>
            <a:custGeom>
              <a:avLst/>
              <a:gdLst>
                <a:gd name="connsiteX0" fmla="*/ 0 w 1210249"/>
                <a:gd name="connsiteY0" fmla="*/ 0 h 1210246"/>
                <a:gd name="connsiteX1" fmla="*/ 1210250 w 1210249"/>
                <a:gd name="connsiteY1" fmla="*/ 1210247 h 1210246"/>
              </a:gdLst>
              <a:ahLst/>
              <a:cxnLst>
                <a:cxn ang="0">
                  <a:pos x="connsiteX0" y="connsiteY0"/>
                </a:cxn>
                <a:cxn ang="0">
                  <a:pos x="connsiteX1" y="connsiteY1"/>
                </a:cxn>
              </a:cxnLst>
              <a:rect l="l" t="t" r="r" b="b"/>
              <a:pathLst>
                <a:path w="1210249" h="1210246">
                  <a:moveTo>
                    <a:pt x="0" y="0"/>
                  </a:moveTo>
                  <a:cubicBezTo>
                    <a:pt x="668532" y="0"/>
                    <a:pt x="1210250" y="541833"/>
                    <a:pt x="1210250" y="1210247"/>
                  </a:cubicBezTo>
                </a:path>
              </a:pathLst>
            </a:custGeom>
            <a:noFill/>
            <a:ln w="8716" cap="flat">
              <a:solidFill>
                <a:srgbClr val="29ABE2"/>
              </a:solid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9871E03D-7ACF-FA8D-32DE-077F6684C3BA}"/>
                </a:ext>
              </a:extLst>
            </p:cNvPr>
            <p:cNvSpPr/>
            <p:nvPr/>
          </p:nvSpPr>
          <p:spPr>
            <a:xfrm>
              <a:off x="10454012" y="5694953"/>
              <a:ext cx="912433" cy="912431"/>
            </a:xfrm>
            <a:custGeom>
              <a:avLst/>
              <a:gdLst>
                <a:gd name="connsiteX0" fmla="*/ 0 w 912433"/>
                <a:gd name="connsiteY0" fmla="*/ 0 h 912431"/>
                <a:gd name="connsiteX1" fmla="*/ 912434 w 912433"/>
                <a:gd name="connsiteY1" fmla="*/ 912432 h 912431"/>
              </a:gdLst>
              <a:ahLst/>
              <a:cxnLst>
                <a:cxn ang="0">
                  <a:pos x="connsiteX0" y="connsiteY0"/>
                </a:cxn>
                <a:cxn ang="0">
                  <a:pos x="connsiteX1" y="connsiteY1"/>
                </a:cxn>
              </a:cxnLst>
              <a:rect l="l" t="t" r="r" b="b"/>
              <a:pathLst>
                <a:path w="912433" h="912431">
                  <a:moveTo>
                    <a:pt x="0" y="0"/>
                  </a:moveTo>
                  <a:cubicBezTo>
                    <a:pt x="503978" y="0"/>
                    <a:pt x="912434" y="408455"/>
                    <a:pt x="912434" y="912432"/>
                  </a:cubicBezTo>
                </a:path>
              </a:pathLst>
            </a:custGeom>
            <a:noFill/>
            <a:ln w="8716" cap="flat">
              <a:solidFill>
                <a:srgbClr val="29ABE2"/>
              </a:solid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9A88011C-4F7D-9610-B94F-9ACC90E7BE15}"/>
                </a:ext>
              </a:extLst>
            </p:cNvPr>
            <p:cNvSpPr/>
            <p:nvPr/>
          </p:nvSpPr>
          <p:spPr>
            <a:xfrm>
              <a:off x="10454012" y="6002262"/>
              <a:ext cx="605124" cy="605123"/>
            </a:xfrm>
            <a:custGeom>
              <a:avLst/>
              <a:gdLst>
                <a:gd name="connsiteX0" fmla="*/ 0 w 605124"/>
                <a:gd name="connsiteY0" fmla="*/ 0 h 605123"/>
                <a:gd name="connsiteX1" fmla="*/ 605125 w 605124"/>
                <a:gd name="connsiteY1" fmla="*/ 605123 h 605123"/>
              </a:gdLst>
              <a:ahLst/>
              <a:cxnLst>
                <a:cxn ang="0">
                  <a:pos x="connsiteX0" y="connsiteY0"/>
                </a:cxn>
                <a:cxn ang="0">
                  <a:pos x="connsiteX1" y="connsiteY1"/>
                </a:cxn>
              </a:cxnLst>
              <a:rect l="l" t="t" r="r" b="b"/>
              <a:pathLst>
                <a:path w="605124" h="605123">
                  <a:moveTo>
                    <a:pt x="0" y="0"/>
                  </a:moveTo>
                  <a:cubicBezTo>
                    <a:pt x="334266" y="0"/>
                    <a:pt x="605125" y="270858"/>
                    <a:pt x="605125" y="605123"/>
                  </a:cubicBezTo>
                </a:path>
              </a:pathLst>
            </a:custGeom>
            <a:noFill/>
            <a:ln w="8716" cap="flat">
              <a:solidFill>
                <a:srgbClr val="29ABE2"/>
              </a:solidFill>
              <a:prstDash val="solid"/>
              <a:miter/>
            </a:ln>
          </p:spPr>
          <p:txBody>
            <a:bodyPr rtlCol="0" anchor="ctr"/>
            <a:lstStyle/>
            <a:p>
              <a:endParaRPr lang="en-ZA"/>
            </a:p>
          </p:txBody>
        </p:sp>
      </p:grpSp>
      <p:grpSp>
        <p:nvGrpSpPr>
          <p:cNvPr id="40" name="Graphic 1">
            <a:extLst>
              <a:ext uri="{FF2B5EF4-FFF2-40B4-BE49-F238E27FC236}">
                <a16:creationId xmlns:a16="http://schemas.microsoft.com/office/drawing/2014/main" id="{BF7F389B-2899-ACD1-F3E4-54ECF81564A7}"/>
              </a:ext>
            </a:extLst>
          </p:cNvPr>
          <p:cNvGrpSpPr/>
          <p:nvPr/>
        </p:nvGrpSpPr>
        <p:grpSpPr>
          <a:xfrm>
            <a:off x="6852214" y="4817917"/>
            <a:ext cx="1805059" cy="1804938"/>
            <a:chOff x="6852214" y="4817917"/>
            <a:chExt cx="1805059" cy="1804938"/>
          </a:xfrm>
        </p:grpSpPr>
        <p:sp>
          <p:nvSpPr>
            <p:cNvPr id="42" name="Freeform: Shape 41">
              <a:extLst>
                <a:ext uri="{FF2B5EF4-FFF2-40B4-BE49-F238E27FC236}">
                  <a16:creationId xmlns:a16="http://schemas.microsoft.com/office/drawing/2014/main" id="{3868A7ED-413F-1710-F78E-77E4A22C2D89}"/>
                </a:ext>
              </a:extLst>
            </p:cNvPr>
            <p:cNvSpPr/>
            <p:nvPr/>
          </p:nvSpPr>
          <p:spPr>
            <a:xfrm>
              <a:off x="6852214" y="5720386"/>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1B4087"/>
            </a:solidFill>
            <a:ln w="8716" cap="flat">
              <a:noFill/>
              <a:prstDash val="solid"/>
              <a:miter/>
            </a:ln>
          </p:spPr>
          <p:txBody>
            <a:bodyPr rtlCol="0" anchor="ctr"/>
            <a:lstStyle/>
            <a:p>
              <a:endParaRPr lang="en-ZA"/>
            </a:p>
          </p:txBody>
        </p:sp>
        <p:sp>
          <p:nvSpPr>
            <p:cNvPr id="43" name="Freeform: Shape 42">
              <a:extLst>
                <a:ext uri="{FF2B5EF4-FFF2-40B4-BE49-F238E27FC236}">
                  <a16:creationId xmlns:a16="http://schemas.microsoft.com/office/drawing/2014/main" id="{35C79FB3-A198-DDD7-D6BD-5AC86659669B}"/>
                </a:ext>
              </a:extLst>
            </p:cNvPr>
            <p:cNvSpPr/>
            <p:nvPr/>
          </p:nvSpPr>
          <p:spPr>
            <a:xfrm>
              <a:off x="6852214" y="4817917"/>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CFAD80"/>
            </a:solidFill>
            <a:ln w="8716" cap="flat">
              <a:noFill/>
              <a:prstDash val="solid"/>
              <a:miter/>
            </a:ln>
          </p:spPr>
          <p:txBody>
            <a:bodyPr rtlCol="0" anchor="ctr"/>
            <a:lstStyle/>
            <a:p>
              <a:endParaRPr lang="en-ZA"/>
            </a:p>
          </p:txBody>
        </p:sp>
      </p:grpSp>
      <p:grpSp>
        <p:nvGrpSpPr>
          <p:cNvPr id="44" name="Graphic 1">
            <a:extLst>
              <a:ext uri="{FF2B5EF4-FFF2-40B4-BE49-F238E27FC236}">
                <a16:creationId xmlns:a16="http://schemas.microsoft.com/office/drawing/2014/main" id="{CB08A6D7-F4FF-C50A-819B-8C3BB88D9D51}"/>
              </a:ext>
            </a:extLst>
          </p:cNvPr>
          <p:cNvGrpSpPr/>
          <p:nvPr/>
        </p:nvGrpSpPr>
        <p:grpSpPr>
          <a:xfrm>
            <a:off x="8656805" y="4817799"/>
            <a:ext cx="2424721" cy="1805173"/>
            <a:chOff x="8656805" y="4817799"/>
            <a:chExt cx="2424721" cy="1805173"/>
          </a:xfrm>
        </p:grpSpPr>
        <p:sp>
          <p:nvSpPr>
            <p:cNvPr id="45" name="Freeform: Shape 44">
              <a:extLst>
                <a:ext uri="{FF2B5EF4-FFF2-40B4-BE49-F238E27FC236}">
                  <a16:creationId xmlns:a16="http://schemas.microsoft.com/office/drawing/2014/main" id="{DCCC7CD3-F77B-C755-D079-ADC0A585ADB5}"/>
                </a:ext>
              </a:extLst>
            </p:cNvPr>
            <p:cNvSpPr/>
            <p:nvPr/>
          </p:nvSpPr>
          <p:spPr>
            <a:xfrm>
              <a:off x="8656805" y="4817917"/>
              <a:ext cx="1805060" cy="1805056"/>
            </a:xfrm>
            <a:custGeom>
              <a:avLst/>
              <a:gdLst>
                <a:gd name="connsiteX0" fmla="*/ 0 w 1805060"/>
                <a:gd name="connsiteY0" fmla="*/ 0 h 1805056"/>
                <a:gd name="connsiteX1" fmla="*/ 1805060 w 1805060"/>
                <a:gd name="connsiteY1" fmla="*/ 0 h 1805056"/>
                <a:gd name="connsiteX2" fmla="*/ 1805060 w 1805060"/>
                <a:gd name="connsiteY2" fmla="*/ 1805057 h 1805056"/>
                <a:gd name="connsiteX3" fmla="*/ 0 w 1805060"/>
                <a:gd name="connsiteY3" fmla="*/ 1805057 h 1805056"/>
              </a:gdLst>
              <a:ahLst/>
              <a:cxnLst>
                <a:cxn ang="0">
                  <a:pos x="connsiteX0" y="connsiteY0"/>
                </a:cxn>
                <a:cxn ang="0">
                  <a:pos x="connsiteX1" y="connsiteY1"/>
                </a:cxn>
                <a:cxn ang="0">
                  <a:pos x="connsiteX2" y="connsiteY2"/>
                </a:cxn>
                <a:cxn ang="0">
                  <a:pos x="connsiteX3" y="connsiteY3"/>
                </a:cxn>
              </a:cxnLst>
              <a:rect l="l" t="t" r="r" b="b"/>
              <a:pathLst>
                <a:path w="1805060" h="1805056">
                  <a:moveTo>
                    <a:pt x="0" y="0"/>
                  </a:moveTo>
                  <a:lnTo>
                    <a:pt x="1805060" y="0"/>
                  </a:lnTo>
                  <a:lnTo>
                    <a:pt x="1805060" y="1805057"/>
                  </a:lnTo>
                  <a:lnTo>
                    <a:pt x="0" y="1805057"/>
                  </a:lnTo>
                  <a:close/>
                </a:path>
              </a:pathLst>
            </a:custGeom>
            <a:solidFill>
              <a:srgbClr val="15305D"/>
            </a:solidFill>
            <a:ln w="8716"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AD3DD99D-7EB9-9864-F5CB-6131039ACEC1}"/>
                </a:ext>
              </a:extLst>
            </p:cNvPr>
            <p:cNvSpPr/>
            <p:nvPr/>
          </p:nvSpPr>
          <p:spPr>
            <a:xfrm>
              <a:off x="9559276"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F4F4F4"/>
            </a:solidFill>
            <a:ln w="8716"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0E96A062-947A-8419-D70B-4AC73414B6E0}"/>
                </a:ext>
              </a:extLst>
            </p:cNvPr>
            <p:cNvSpPr/>
            <p:nvPr/>
          </p:nvSpPr>
          <p:spPr>
            <a:xfrm>
              <a:off x="8656805"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2554CE"/>
            </a:solidFill>
            <a:ln w="8716" cap="flat">
              <a:noFill/>
              <a:prstDash val="solid"/>
              <a:miter/>
            </a:ln>
          </p:spPr>
          <p:txBody>
            <a:bodyPr rtlCol="0" anchor="ctr"/>
            <a:lstStyle/>
            <a:p>
              <a:endParaRPr lang="en-ZA"/>
            </a:p>
          </p:txBody>
        </p:sp>
      </p:grpSp>
      <p:grpSp>
        <p:nvGrpSpPr>
          <p:cNvPr id="48" name="Graphic 1">
            <a:extLst>
              <a:ext uri="{FF2B5EF4-FFF2-40B4-BE49-F238E27FC236}">
                <a16:creationId xmlns:a16="http://schemas.microsoft.com/office/drawing/2014/main" id="{A905D226-E1DC-A468-4916-6E333FE43AD3}"/>
              </a:ext>
            </a:extLst>
          </p:cNvPr>
          <p:cNvGrpSpPr/>
          <p:nvPr/>
        </p:nvGrpSpPr>
        <p:grpSpPr>
          <a:xfrm>
            <a:off x="8641685" y="1238863"/>
            <a:ext cx="4807721" cy="3579054"/>
            <a:chOff x="8641685" y="1238863"/>
            <a:chExt cx="4807721" cy="3579054"/>
          </a:xfrm>
        </p:grpSpPr>
        <p:sp>
          <p:nvSpPr>
            <p:cNvPr id="49" name="Freeform: Shape 48">
              <a:extLst>
                <a:ext uri="{FF2B5EF4-FFF2-40B4-BE49-F238E27FC236}">
                  <a16:creationId xmlns:a16="http://schemas.microsoft.com/office/drawing/2014/main" id="{E2156E56-25EA-4E59-4755-C6A66FB98751}"/>
                </a:ext>
              </a:extLst>
            </p:cNvPr>
            <p:cNvSpPr/>
            <p:nvPr/>
          </p:nvSpPr>
          <p:spPr>
            <a:xfrm>
              <a:off x="8641685" y="1238863"/>
              <a:ext cx="3579060" cy="3579054"/>
            </a:xfrm>
            <a:custGeom>
              <a:avLst/>
              <a:gdLst>
                <a:gd name="connsiteX0" fmla="*/ 0 w 3579060"/>
                <a:gd name="connsiteY0" fmla="*/ 0 h 3579054"/>
                <a:gd name="connsiteX1" fmla="*/ 3579061 w 3579060"/>
                <a:gd name="connsiteY1" fmla="*/ 0 h 3579054"/>
                <a:gd name="connsiteX2" fmla="*/ 3579061 w 3579060"/>
                <a:gd name="connsiteY2" fmla="*/ 3579054 h 3579054"/>
                <a:gd name="connsiteX3" fmla="*/ 0 w 3579060"/>
                <a:gd name="connsiteY3" fmla="*/ 3579054 h 3579054"/>
              </a:gdLst>
              <a:ahLst/>
              <a:cxnLst>
                <a:cxn ang="0">
                  <a:pos x="connsiteX0" y="connsiteY0"/>
                </a:cxn>
                <a:cxn ang="0">
                  <a:pos x="connsiteX1" y="connsiteY1"/>
                </a:cxn>
                <a:cxn ang="0">
                  <a:pos x="connsiteX2" y="connsiteY2"/>
                </a:cxn>
                <a:cxn ang="0">
                  <a:pos x="connsiteX3" y="connsiteY3"/>
                </a:cxn>
              </a:cxnLst>
              <a:rect l="l" t="t" r="r" b="b"/>
              <a:pathLst>
                <a:path w="3579060" h="3579054">
                  <a:moveTo>
                    <a:pt x="0" y="0"/>
                  </a:moveTo>
                  <a:lnTo>
                    <a:pt x="3579061" y="0"/>
                  </a:lnTo>
                  <a:lnTo>
                    <a:pt x="3579061" y="3579054"/>
                  </a:lnTo>
                  <a:lnTo>
                    <a:pt x="0" y="3579054"/>
                  </a:lnTo>
                  <a:close/>
                </a:path>
              </a:pathLst>
            </a:custGeom>
            <a:solidFill>
              <a:srgbClr val="15305D"/>
            </a:solidFill>
            <a:ln w="8716"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8B17FD7D-FEDD-58CB-AFF9-D6D39B27E189}"/>
                </a:ext>
              </a:extLst>
            </p:cNvPr>
            <p:cNvSpPr/>
            <p:nvPr/>
          </p:nvSpPr>
          <p:spPr>
            <a:xfrm>
              <a:off x="10431274" y="1238863"/>
              <a:ext cx="1789471" cy="3579054"/>
            </a:xfrm>
            <a:custGeom>
              <a:avLst/>
              <a:gdLst>
                <a:gd name="connsiteX0" fmla="*/ 0 w 1789471"/>
                <a:gd name="connsiteY0" fmla="*/ 3579054 h 3579054"/>
                <a:gd name="connsiteX1" fmla="*/ 0 w 1789471"/>
                <a:gd name="connsiteY1" fmla="*/ 0 h 3579054"/>
                <a:gd name="connsiteX2" fmla="*/ 1789472 w 1789471"/>
                <a:gd name="connsiteY2" fmla="*/ 0 h 3579054"/>
                <a:gd name="connsiteX3" fmla="*/ 1789472 w 1789471"/>
                <a:gd name="connsiteY3" fmla="*/ 1789468 h 3579054"/>
                <a:gd name="connsiteX4" fmla="*/ 0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0" y="3579054"/>
                  </a:moveTo>
                  <a:lnTo>
                    <a:pt x="0" y="0"/>
                  </a:lnTo>
                  <a:lnTo>
                    <a:pt x="1789472" y="0"/>
                  </a:lnTo>
                  <a:lnTo>
                    <a:pt x="1789472" y="1789468"/>
                  </a:lnTo>
                  <a:cubicBezTo>
                    <a:pt x="1789472" y="2777732"/>
                    <a:pt x="988265" y="3578937"/>
                    <a:pt x="0" y="3578937"/>
                  </a:cubicBezTo>
                  <a:close/>
                </a:path>
              </a:pathLst>
            </a:custGeom>
            <a:solidFill>
              <a:srgbClr val="214FB1"/>
            </a:solidFill>
            <a:ln w="8716" cap="flat">
              <a:noFill/>
              <a:prstDash val="solid"/>
              <a:miter/>
            </a:ln>
          </p:spPr>
          <p:txBody>
            <a:bodyPr rtlCol="0" anchor="ctr"/>
            <a:lstStyle/>
            <a:p>
              <a:endParaRPr lang="en-ZA"/>
            </a:p>
          </p:txBody>
        </p:sp>
        <p:sp>
          <p:nvSpPr>
            <p:cNvPr id="51" name="Freeform: Shape 50">
              <a:extLst>
                <a:ext uri="{FF2B5EF4-FFF2-40B4-BE49-F238E27FC236}">
                  <a16:creationId xmlns:a16="http://schemas.microsoft.com/office/drawing/2014/main" id="{8764D973-14E4-C9A1-8450-E56411393EB1}"/>
                </a:ext>
              </a:extLst>
            </p:cNvPr>
            <p:cNvSpPr/>
            <p:nvPr/>
          </p:nvSpPr>
          <p:spPr>
            <a:xfrm>
              <a:off x="8641803" y="1238863"/>
              <a:ext cx="1789471" cy="3579054"/>
            </a:xfrm>
            <a:custGeom>
              <a:avLst/>
              <a:gdLst>
                <a:gd name="connsiteX0" fmla="*/ 1789472 w 1789471"/>
                <a:gd name="connsiteY0" fmla="*/ 3579054 h 3579054"/>
                <a:gd name="connsiteX1" fmla="*/ 1789472 w 1789471"/>
                <a:gd name="connsiteY1" fmla="*/ 0 h 3579054"/>
                <a:gd name="connsiteX2" fmla="*/ 0 w 1789471"/>
                <a:gd name="connsiteY2" fmla="*/ 0 h 3579054"/>
                <a:gd name="connsiteX3" fmla="*/ 0 w 1789471"/>
                <a:gd name="connsiteY3" fmla="*/ 1789468 h 3579054"/>
                <a:gd name="connsiteX4" fmla="*/ 1789472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1789472" y="3579054"/>
                  </a:moveTo>
                  <a:lnTo>
                    <a:pt x="1789472" y="0"/>
                  </a:lnTo>
                  <a:lnTo>
                    <a:pt x="0" y="0"/>
                  </a:lnTo>
                  <a:lnTo>
                    <a:pt x="0" y="1789468"/>
                  </a:lnTo>
                  <a:cubicBezTo>
                    <a:pt x="0" y="2777732"/>
                    <a:pt x="801207" y="3578937"/>
                    <a:pt x="1789472" y="3578937"/>
                  </a:cubicBezTo>
                  <a:close/>
                </a:path>
              </a:pathLst>
            </a:custGeom>
            <a:solidFill>
              <a:srgbClr val="1B4087"/>
            </a:solidFill>
            <a:ln w="8716" cap="flat">
              <a:noFill/>
              <a:prstDash val="solid"/>
              <a:miter/>
            </a:ln>
          </p:spPr>
          <p:txBody>
            <a:bodyPr rtlCol="0" anchor="ctr"/>
            <a:lstStyle/>
            <a:p>
              <a:endParaRPr lang="en-ZA"/>
            </a:p>
          </p:txBody>
        </p:sp>
      </p:grpSp>
      <p:sp>
        <p:nvSpPr>
          <p:cNvPr id="5" name="Picture Placeholder 4">
            <a:extLst>
              <a:ext uri="{FF2B5EF4-FFF2-40B4-BE49-F238E27FC236}">
                <a16:creationId xmlns:a16="http://schemas.microsoft.com/office/drawing/2014/main" id="{5BCF3521-5BCE-BFEC-4DF9-AB8411DE3303}"/>
              </a:ext>
            </a:extLst>
          </p:cNvPr>
          <p:cNvSpPr>
            <a:spLocks noGrp="1"/>
          </p:cNvSpPr>
          <p:nvPr>
            <p:ph type="pic" sz="quarter" idx="14" hasCustomPrompt="1"/>
          </p:nvPr>
        </p:nvSpPr>
        <p:spPr>
          <a:xfrm>
            <a:off x="7896225" y="1526365"/>
            <a:ext cx="3883420" cy="5070567"/>
          </a:xfrm>
        </p:spPr>
        <p:txBody>
          <a:bodyPr/>
          <a:lstStyle>
            <a:lvl1pPr>
              <a:defRPr/>
            </a:lvl1pPr>
          </a:lstStyle>
          <a:p>
            <a:r>
              <a:rPr lang="en-US" dirty="0"/>
              <a:t>Picture if needed</a:t>
            </a:r>
            <a:endParaRPr lang="en-ZA" dirty="0"/>
          </a:p>
        </p:txBody>
      </p:sp>
    </p:spTree>
    <p:extLst>
      <p:ext uri="{BB962C8B-B14F-4D97-AF65-F5344CB8AC3E}">
        <p14:creationId xmlns:p14="http://schemas.microsoft.com/office/powerpoint/2010/main" val="2309680798"/>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allery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AEE9287-A9BB-67BD-BE75-FC74BAD8CE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59524" y="3127341"/>
            <a:ext cx="3456349" cy="3456349"/>
          </a:xfrm>
          <a:prstGeom prst="rect">
            <a:avLst/>
          </a:prstGeom>
        </p:spPr>
      </p:pic>
      <p:sp>
        <p:nvSpPr>
          <p:cNvPr id="15" name="Picture Placeholder 14">
            <a:extLst>
              <a:ext uri="{FF2B5EF4-FFF2-40B4-BE49-F238E27FC236}">
                <a16:creationId xmlns:a16="http://schemas.microsoft.com/office/drawing/2014/main" id="{67F0283E-ADB8-09A1-3222-E36E04AC8696}"/>
              </a:ext>
            </a:extLst>
          </p:cNvPr>
          <p:cNvSpPr>
            <a:spLocks noGrp="1"/>
          </p:cNvSpPr>
          <p:nvPr>
            <p:ph type="pic" sz="quarter" idx="14" hasCustomPrompt="1"/>
          </p:nvPr>
        </p:nvSpPr>
        <p:spPr>
          <a:xfrm>
            <a:off x="6096000" y="1620838"/>
            <a:ext cx="3371850" cy="2209800"/>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first</a:t>
            </a:r>
            <a:endParaRPr lang="en-ZA" dirty="0"/>
          </a:p>
        </p:txBody>
      </p:sp>
      <p:sp>
        <p:nvSpPr>
          <p:cNvPr id="22" name="Picture Placeholder 14">
            <a:extLst>
              <a:ext uri="{FF2B5EF4-FFF2-40B4-BE49-F238E27FC236}">
                <a16:creationId xmlns:a16="http://schemas.microsoft.com/office/drawing/2014/main" id="{F4EF5853-0B39-E749-5264-CE8F152EDF71}"/>
              </a:ext>
            </a:extLst>
          </p:cNvPr>
          <p:cNvSpPr>
            <a:spLocks noGrp="1"/>
          </p:cNvSpPr>
          <p:nvPr>
            <p:ph type="pic" sz="quarter" idx="15" hasCustomPrompt="1"/>
          </p:nvPr>
        </p:nvSpPr>
        <p:spPr>
          <a:xfrm>
            <a:off x="9132915" y="2004832"/>
            <a:ext cx="1812376" cy="1187772"/>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2de</a:t>
            </a:r>
            <a:endParaRPr lang="en-ZA" dirty="0"/>
          </a:p>
        </p:txBody>
      </p:sp>
      <p:sp>
        <p:nvSpPr>
          <p:cNvPr id="24" name="Picture Placeholder 14">
            <a:extLst>
              <a:ext uri="{FF2B5EF4-FFF2-40B4-BE49-F238E27FC236}">
                <a16:creationId xmlns:a16="http://schemas.microsoft.com/office/drawing/2014/main" id="{2435612C-1B31-CA00-5526-86AF259DF5AD}"/>
              </a:ext>
            </a:extLst>
          </p:cNvPr>
          <p:cNvSpPr>
            <a:spLocks noGrp="1"/>
          </p:cNvSpPr>
          <p:nvPr>
            <p:ph type="pic" sz="quarter" idx="16" hasCustomPrompt="1"/>
          </p:nvPr>
        </p:nvSpPr>
        <p:spPr>
          <a:xfrm>
            <a:off x="8597217" y="3721226"/>
            <a:ext cx="2929887" cy="1939305"/>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3de</a:t>
            </a:r>
            <a:endParaRPr lang="en-ZA" dirty="0"/>
          </a:p>
        </p:txBody>
      </p:sp>
      <p:sp>
        <p:nvSpPr>
          <p:cNvPr id="25" name="Picture Placeholder 14">
            <a:extLst>
              <a:ext uri="{FF2B5EF4-FFF2-40B4-BE49-F238E27FC236}">
                <a16:creationId xmlns:a16="http://schemas.microsoft.com/office/drawing/2014/main" id="{41199E48-E923-EA38-BA76-05424FAE36E8}"/>
              </a:ext>
            </a:extLst>
          </p:cNvPr>
          <p:cNvSpPr>
            <a:spLocks noGrp="1"/>
          </p:cNvSpPr>
          <p:nvPr>
            <p:ph type="pic" sz="quarter" idx="17" hasCustomPrompt="1"/>
          </p:nvPr>
        </p:nvSpPr>
        <p:spPr>
          <a:xfrm>
            <a:off x="6311112" y="4226545"/>
            <a:ext cx="1875930" cy="1263131"/>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4th</a:t>
            </a:r>
            <a:endParaRPr lang="en-ZA" dirty="0"/>
          </a:p>
        </p:txBody>
      </p:sp>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3846861"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89471243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mall Char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C085DC44-867E-A4D3-E1C8-7E9BB1385C79}"/>
              </a:ext>
            </a:extLst>
          </p:cNvPr>
          <p:cNvSpPr>
            <a:spLocks noGrp="1"/>
          </p:cNvSpPr>
          <p:nvPr>
            <p:ph type="body" sz="quarter" idx="13"/>
          </p:nvPr>
        </p:nvSpPr>
        <p:spPr>
          <a:xfrm>
            <a:off x="2249139" y="1626712"/>
            <a:ext cx="4043506" cy="4215288"/>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Rectangle 6">
            <a:extLst>
              <a:ext uri="{FF2B5EF4-FFF2-40B4-BE49-F238E27FC236}">
                <a16:creationId xmlns:a16="http://schemas.microsoft.com/office/drawing/2014/main" id="{128F689A-5533-00EF-92A2-77B56F662FBB}"/>
              </a:ext>
            </a:extLst>
          </p:cNvPr>
          <p:cNvSpPr/>
          <p:nvPr userDrawn="1"/>
        </p:nvSpPr>
        <p:spPr>
          <a:xfrm>
            <a:off x="6545578" y="1567706"/>
            <a:ext cx="5130483" cy="5084762"/>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6727219" y="1773238"/>
            <a:ext cx="4737245" cy="5084762"/>
          </a:xfrm>
        </p:spPr>
        <p:txBody>
          <a:bodyPr/>
          <a:lstStyle/>
          <a:p>
            <a:endParaRPr lang="en-ZA" dirty="0"/>
          </a:p>
        </p:txBody>
      </p:sp>
      <p:pic>
        <p:nvPicPr>
          <p:cNvPr id="5" name="Graphic 4">
            <a:extLst>
              <a:ext uri="{FF2B5EF4-FFF2-40B4-BE49-F238E27FC236}">
                <a16:creationId xmlns:a16="http://schemas.microsoft.com/office/drawing/2014/main" id="{5ACFC315-96BF-F0E3-7ABC-FC155115E1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8" name="Group 7">
            <a:extLst>
              <a:ext uri="{FF2B5EF4-FFF2-40B4-BE49-F238E27FC236}">
                <a16:creationId xmlns:a16="http://schemas.microsoft.com/office/drawing/2014/main" id="{A07B4121-803A-0118-F43B-642EF8E093E9}"/>
              </a:ext>
            </a:extLst>
          </p:cNvPr>
          <p:cNvGrpSpPr/>
          <p:nvPr userDrawn="1"/>
        </p:nvGrpSpPr>
        <p:grpSpPr>
          <a:xfrm>
            <a:off x="-228000" y="6613460"/>
            <a:ext cx="12420000" cy="256116"/>
            <a:chOff x="1934840" y="6601883"/>
            <a:chExt cx="12092580" cy="245079"/>
          </a:xfrm>
        </p:grpSpPr>
        <p:sp>
          <p:nvSpPr>
            <p:cNvPr id="11" name="Freeform: Shape 10">
              <a:extLst>
                <a:ext uri="{FF2B5EF4-FFF2-40B4-BE49-F238E27FC236}">
                  <a16:creationId xmlns:a16="http://schemas.microsoft.com/office/drawing/2014/main" id="{C5B5F771-DB78-3794-6474-5FA5A70F316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334677E2-5826-AAE2-432F-0AF83718C7AA}"/>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CC31256D-5F71-D5A9-8662-FBBC8AF43C46}"/>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4" name="Graphic 13">
              <a:extLst>
                <a:ext uri="{FF2B5EF4-FFF2-40B4-BE49-F238E27FC236}">
                  <a16:creationId xmlns:a16="http://schemas.microsoft.com/office/drawing/2014/main" id="{3A5717F0-E0B2-E2E4-B0BE-4E295F2CD8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8" name="Graphic 17">
              <a:extLst>
                <a:ext uri="{FF2B5EF4-FFF2-40B4-BE49-F238E27FC236}">
                  <a16:creationId xmlns:a16="http://schemas.microsoft.com/office/drawing/2014/main" id="{8067E755-8ADB-3A1A-4CD4-76BAE89D3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9" name="Graphic 18">
              <a:extLst>
                <a:ext uri="{FF2B5EF4-FFF2-40B4-BE49-F238E27FC236}">
                  <a16:creationId xmlns:a16="http://schemas.microsoft.com/office/drawing/2014/main" id="{A14EFF67-7E0A-2B1D-A8FE-299217F33E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0" name="Graphic 19">
              <a:extLst>
                <a:ext uri="{FF2B5EF4-FFF2-40B4-BE49-F238E27FC236}">
                  <a16:creationId xmlns:a16="http://schemas.microsoft.com/office/drawing/2014/main" id="{083B1919-450D-8209-18B5-169828425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92711925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Big 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8F689A-5533-00EF-92A2-77B56F662FBB}"/>
              </a:ext>
            </a:extLst>
          </p:cNvPr>
          <p:cNvSpPr/>
          <p:nvPr userDrawn="1"/>
        </p:nvSpPr>
        <p:spPr>
          <a:xfrm>
            <a:off x="2249139" y="1640163"/>
            <a:ext cx="9426923" cy="5217837"/>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550863" y="345370"/>
            <a:ext cx="10315256"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2537922" y="1958352"/>
            <a:ext cx="8747615" cy="3883648"/>
          </a:xfrm>
        </p:spPr>
        <p:txBody>
          <a:bodyPr/>
          <a:lstStyle/>
          <a:p>
            <a:endParaRPr lang="en-ZA" dirty="0"/>
          </a:p>
        </p:txBody>
      </p:sp>
      <p:pic>
        <p:nvPicPr>
          <p:cNvPr id="5" name="Graphic 4">
            <a:extLst>
              <a:ext uri="{FF2B5EF4-FFF2-40B4-BE49-F238E27FC236}">
                <a16:creationId xmlns:a16="http://schemas.microsoft.com/office/drawing/2014/main" id="{B20EAA04-1C2C-21A9-2049-F7ADB6E1D93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2" name="Group 11">
            <a:extLst>
              <a:ext uri="{FF2B5EF4-FFF2-40B4-BE49-F238E27FC236}">
                <a16:creationId xmlns:a16="http://schemas.microsoft.com/office/drawing/2014/main" id="{89604458-DF6C-B9DE-3D60-3F10660A16B8}"/>
              </a:ext>
            </a:extLst>
          </p:cNvPr>
          <p:cNvGrpSpPr/>
          <p:nvPr userDrawn="1"/>
        </p:nvGrpSpPr>
        <p:grpSpPr>
          <a:xfrm>
            <a:off x="-228000" y="6613460"/>
            <a:ext cx="12420000" cy="256116"/>
            <a:chOff x="1934840" y="6601883"/>
            <a:chExt cx="12092580" cy="245079"/>
          </a:xfrm>
        </p:grpSpPr>
        <p:sp>
          <p:nvSpPr>
            <p:cNvPr id="13" name="Freeform: Shape 12">
              <a:extLst>
                <a:ext uri="{FF2B5EF4-FFF2-40B4-BE49-F238E27FC236}">
                  <a16:creationId xmlns:a16="http://schemas.microsoft.com/office/drawing/2014/main" id="{FA5BC204-08C8-03A0-425D-E73BE95B7A2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7AE57873-71F1-BD7E-B8AE-DA201E7F5A0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1312AD1B-60B1-820F-BD8D-0D8FE4C290CF}"/>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6" name="Graphic 15">
              <a:extLst>
                <a:ext uri="{FF2B5EF4-FFF2-40B4-BE49-F238E27FC236}">
                  <a16:creationId xmlns:a16="http://schemas.microsoft.com/office/drawing/2014/main" id="{FA6E1B7F-9E99-6EC5-C1E9-5026E04E3C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7" name="Graphic 16">
              <a:extLst>
                <a:ext uri="{FF2B5EF4-FFF2-40B4-BE49-F238E27FC236}">
                  <a16:creationId xmlns:a16="http://schemas.microsoft.com/office/drawing/2014/main" id="{4609696D-5A9D-249D-206D-87F0A54257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8" name="Graphic 17">
              <a:extLst>
                <a:ext uri="{FF2B5EF4-FFF2-40B4-BE49-F238E27FC236}">
                  <a16:creationId xmlns:a16="http://schemas.microsoft.com/office/drawing/2014/main" id="{ED1F2AF3-A9F7-1AF0-60C5-B35F3456B2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19" name="Graphic 18">
              <a:extLst>
                <a:ext uri="{FF2B5EF4-FFF2-40B4-BE49-F238E27FC236}">
                  <a16:creationId xmlns:a16="http://schemas.microsoft.com/office/drawing/2014/main" id="{543F5351-FCEA-B259-2C63-2E74287C0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37859708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37543418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Two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D09C11-FA20-F60F-4548-65D89BD8D45A}"/>
              </a:ext>
            </a:extLst>
          </p:cNvPr>
          <p:cNvSpPr/>
          <p:nvPr userDrawn="1"/>
        </p:nvSpPr>
        <p:spPr>
          <a:xfrm>
            <a:off x="0" y="1238864"/>
            <a:ext cx="6979534"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6980238" y="1238250"/>
            <a:ext cx="5211762" cy="5383213"/>
          </a:xfrm>
        </p:spPr>
        <p:txBody>
          <a:bodyPr/>
          <a:lstStyle/>
          <a:p>
            <a:endParaRPr lang="en-ZA"/>
          </a:p>
        </p:txBody>
      </p:sp>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980892205"/>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Two Colum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0" y="1238250"/>
            <a:ext cx="6979534" cy="5383213"/>
          </a:xfrm>
        </p:spPr>
        <p:txBody>
          <a:bodyPr/>
          <a:lstStyle/>
          <a:p>
            <a:endParaRPr lang="en-ZA"/>
          </a:p>
        </p:txBody>
      </p:sp>
      <p:sp>
        <p:nvSpPr>
          <p:cNvPr id="4" name="Rectangle 3">
            <a:extLst>
              <a:ext uri="{FF2B5EF4-FFF2-40B4-BE49-F238E27FC236}">
                <a16:creationId xmlns:a16="http://schemas.microsoft.com/office/drawing/2014/main" id="{07D09C11-FA20-F60F-4548-65D89BD8D45A}"/>
              </a:ext>
            </a:extLst>
          </p:cNvPr>
          <p:cNvSpPr/>
          <p:nvPr userDrawn="1"/>
        </p:nvSpPr>
        <p:spPr>
          <a:xfrm>
            <a:off x="6979534" y="1238864"/>
            <a:ext cx="5232839"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7207534"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7208764"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4256635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userDrawn="1"/>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4188452655"/>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Bor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pic>
        <p:nvPicPr>
          <p:cNvPr id="2" name="Graphic 1">
            <a:extLst>
              <a:ext uri="{FF2B5EF4-FFF2-40B4-BE49-F238E27FC236}">
                <a16:creationId xmlns:a16="http://schemas.microsoft.com/office/drawing/2014/main" id="{E0078C6F-78C4-E3FC-86AA-BC85EE694E3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124898083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190305196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C2F74-2F93-9801-F272-FF27791087B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414316882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userDrawn="1"/>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266825"/>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178751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245042358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userDrawn="1"/>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4059061"/>
              <a:ext cx="655320" cy="2701746"/>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76643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169063094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userDrawn="1"/>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userDrawn="1"/>
        </p:nvSpPr>
        <p:spPr>
          <a:xfrm>
            <a:off x="3200400" y="0"/>
            <a:ext cx="32004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userDrawn="1"/>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3" name="Text Placeholder 12">
            <a:extLst>
              <a:ext uri="{FF2B5EF4-FFF2-40B4-BE49-F238E27FC236}">
                <a16:creationId xmlns:a16="http://schemas.microsoft.com/office/drawing/2014/main" id="{277180BB-24A0-AE41-E3CF-4163A44EB158}"/>
              </a:ext>
            </a:extLst>
          </p:cNvPr>
          <p:cNvSpPr>
            <a:spLocks noGrp="1"/>
          </p:cNvSpPr>
          <p:nvPr>
            <p:ph type="body" sz="quarter" idx="13"/>
          </p:nvPr>
        </p:nvSpPr>
        <p:spPr>
          <a:xfrm>
            <a:off x="1219200" y="759937"/>
            <a:ext cx="7391400" cy="2941637"/>
          </a:xfrm>
        </p:spPr>
        <p:txBody>
          <a:bodyPr>
            <a:noAutofit/>
          </a:bodyPr>
          <a:lstStyle>
            <a:lvl1pPr marL="0" indent="0">
              <a:buNone/>
              <a:defRPr sz="6600">
                <a:solidFill>
                  <a:schemeClr val="bg1"/>
                </a:solidFill>
                <a:latin typeface="+mj-lt"/>
              </a:defRPr>
            </a:lvl1pPr>
            <a:lvl2pPr>
              <a:defRPr sz="4400">
                <a:solidFill>
                  <a:schemeClr val="bg1"/>
                </a:solidFill>
                <a:latin typeface="+mj-lt"/>
              </a:defRPr>
            </a:lvl2pPr>
            <a:lvl3pPr>
              <a:defRPr sz="4000">
                <a:solidFill>
                  <a:schemeClr val="bg1"/>
                </a:solidFill>
                <a:latin typeface="+mj-lt"/>
              </a:defRPr>
            </a:lvl3pPr>
            <a:lvl4pPr>
              <a:defRPr sz="3600">
                <a:solidFill>
                  <a:schemeClr val="bg1"/>
                </a:solidFill>
                <a:latin typeface="+mj-lt"/>
              </a:defRPr>
            </a:lvl4pPr>
            <a:lvl5pPr>
              <a:defRPr sz="3600">
                <a:solidFill>
                  <a:schemeClr val="bg1"/>
                </a:solidFill>
                <a:latin typeface="+mj-lt"/>
              </a:defRPr>
            </a:lvl5pPr>
          </a:lstStyle>
          <a:p>
            <a:pPr lvl="0"/>
            <a:r>
              <a:rPr lang="en-US" dirty="0"/>
              <a:t>Click to edit Master text styles</a:t>
            </a:r>
            <a:endParaRPr lang="en-ZA" dirty="0"/>
          </a:p>
        </p:txBody>
      </p:sp>
      <p:cxnSp>
        <p:nvCxnSpPr>
          <p:cNvPr id="15" name="Straight Connector 14">
            <a:extLst>
              <a:ext uri="{FF2B5EF4-FFF2-40B4-BE49-F238E27FC236}">
                <a16:creationId xmlns:a16="http://schemas.microsoft.com/office/drawing/2014/main" id="{09E4CD09-A226-66A4-D0B6-98CDBCA9DDBC}"/>
              </a:ext>
            </a:extLst>
          </p:cNvPr>
          <p:cNvCxnSpPr/>
          <p:nvPr userDrawn="1"/>
        </p:nvCxnSpPr>
        <p:spPr>
          <a:xfrm>
            <a:off x="609600" y="639432"/>
            <a:ext cx="0" cy="1890380"/>
          </a:xfrm>
          <a:prstGeom prst="line">
            <a:avLst/>
          </a:prstGeom>
          <a:ln w="57150">
            <a:solidFill>
              <a:srgbClr val="00B0F0"/>
            </a:solidFill>
          </a:ln>
        </p:spPr>
        <p:style>
          <a:lnRef idx="2">
            <a:schemeClr val="accent1"/>
          </a:lnRef>
          <a:fillRef idx="0">
            <a:schemeClr val="accent1"/>
          </a:fillRef>
          <a:effectRef idx="1">
            <a:schemeClr val="accent1"/>
          </a:effectRef>
          <a:fontRef idx="minor">
            <a:schemeClr val="tx1"/>
          </a:fontRef>
        </p:style>
      </p:cxnSp>
      <p:pic>
        <p:nvPicPr>
          <p:cNvPr id="17" name="Graphic 16">
            <a:extLst>
              <a:ext uri="{FF2B5EF4-FFF2-40B4-BE49-F238E27FC236}">
                <a16:creationId xmlns:a16="http://schemas.microsoft.com/office/drawing/2014/main" id="{6C0FCE06-49E9-C32C-E467-2DB15DC6C0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17295" y="4779440"/>
            <a:ext cx="1327785" cy="1576910"/>
          </a:xfrm>
          <a:prstGeom prst="rect">
            <a:avLst/>
          </a:prstGeom>
        </p:spPr>
      </p:pic>
      <p:sp>
        <p:nvSpPr>
          <p:cNvPr id="19" name="Picture Placeholder 18">
            <a:extLst>
              <a:ext uri="{FF2B5EF4-FFF2-40B4-BE49-F238E27FC236}">
                <a16:creationId xmlns:a16="http://schemas.microsoft.com/office/drawing/2014/main" id="{F5821D6A-5681-F190-BD3F-666F06999E97}"/>
              </a:ext>
            </a:extLst>
          </p:cNvPr>
          <p:cNvSpPr>
            <a:spLocks noGrp="1"/>
          </p:cNvSpPr>
          <p:nvPr>
            <p:ph type="pic" sz="quarter" idx="14"/>
          </p:nvPr>
        </p:nvSpPr>
        <p:spPr>
          <a:xfrm>
            <a:off x="6118225" y="639763"/>
            <a:ext cx="5616575" cy="6218237"/>
          </a:xfrm>
        </p:spPr>
        <p:txBody>
          <a:bodyPr/>
          <a:lstStyle/>
          <a:p>
            <a:endParaRPr lang="en-ZA"/>
          </a:p>
        </p:txBody>
      </p:sp>
    </p:spTree>
    <p:extLst>
      <p:ext uri="{BB962C8B-B14F-4D97-AF65-F5344CB8AC3E}">
        <p14:creationId xmlns:p14="http://schemas.microsoft.com/office/powerpoint/2010/main" val="2284551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userDrawn="1"/>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userDrawn="1"/>
        </p:nvSpPr>
        <p:spPr>
          <a:xfrm>
            <a:off x="3200400" y="0"/>
            <a:ext cx="32004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userDrawn="1"/>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bg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390660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userDrawn="1"/>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userDrawn="1"/>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33680056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userDrawn="1"/>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userDrawn="1"/>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userDrawn="1"/>
        </p:nvSpPr>
        <p:spPr>
          <a:xfrm>
            <a:off x="6400800" y="0"/>
            <a:ext cx="579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userDrawn="1"/>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1230127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A4A866-6991-C6DB-63B2-89D87C81C4CA}"/>
              </a:ext>
            </a:extLst>
          </p:cNvPr>
          <p:cNvSpPr/>
          <p:nvPr userDrawn="1"/>
        </p:nvSpPr>
        <p:spPr>
          <a:xfrm>
            <a:off x="0" y="0"/>
            <a:ext cx="5289630" cy="440995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F2275CE5-8A00-5D82-748F-46F3EE013F32}"/>
              </a:ext>
            </a:extLst>
          </p:cNvPr>
          <p:cNvSpPr/>
          <p:nvPr userDrawn="1"/>
        </p:nvSpPr>
        <p:spPr>
          <a:xfrm>
            <a:off x="0" y="4409954"/>
            <a:ext cx="5289630" cy="24480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Picture Placeholder 6">
            <a:extLst>
              <a:ext uri="{FF2B5EF4-FFF2-40B4-BE49-F238E27FC236}">
                <a16:creationId xmlns:a16="http://schemas.microsoft.com/office/drawing/2014/main" id="{208045D3-AC78-47A3-4350-79D7A9F83671}"/>
              </a:ext>
            </a:extLst>
          </p:cNvPr>
          <p:cNvSpPr>
            <a:spLocks noGrp="1"/>
          </p:cNvSpPr>
          <p:nvPr>
            <p:ph type="pic" sz="quarter" idx="10"/>
          </p:nvPr>
        </p:nvSpPr>
        <p:spPr>
          <a:xfrm>
            <a:off x="5289550" y="0"/>
            <a:ext cx="6902450" cy="6858000"/>
          </a:xfrm>
        </p:spPr>
        <p:txBody>
          <a:bodyPr/>
          <a:lstStyle/>
          <a:p>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userDrawn="1"/>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B6BD30D4-1D98-51FE-3FF8-2FBA3409ECD8}"/>
              </a:ext>
            </a:extLst>
          </p:cNvPr>
          <p:cNvSpPr>
            <a:spLocks noGrp="1"/>
          </p:cNvSpPr>
          <p:nvPr>
            <p:ph type="body" sz="quarter" idx="11"/>
          </p:nvPr>
        </p:nvSpPr>
        <p:spPr>
          <a:xfrm>
            <a:off x="517524" y="873125"/>
            <a:ext cx="7224395" cy="2784475"/>
          </a:xfrm>
        </p:spPr>
        <p:txBody>
          <a:bodyPr>
            <a:noAutofit/>
          </a:bodyPr>
          <a:lstStyle>
            <a:lvl1pPr marL="0" indent="0">
              <a:buNone/>
              <a:defRPr sz="7200">
                <a:solidFill>
                  <a:schemeClr val="bg1"/>
                </a:solidFill>
                <a:latin typeface="+mj-lt"/>
              </a:defRPr>
            </a:lvl1pPr>
            <a:lvl2pPr>
              <a:defRPr sz="5400">
                <a:latin typeface="+mj-lt"/>
              </a:defRPr>
            </a:lvl2pPr>
            <a:lvl3pPr>
              <a:defRPr sz="4800">
                <a:latin typeface="+mj-lt"/>
              </a:defRPr>
            </a:lvl3pPr>
            <a:lvl4pPr>
              <a:defRPr sz="4400">
                <a:latin typeface="+mj-lt"/>
              </a:defRPr>
            </a:lvl4pPr>
            <a:lvl5pPr>
              <a:defRPr sz="4400">
                <a:latin typeface="+mj-lt"/>
              </a:defRPr>
            </a:lvl5pPr>
          </a:lstStyle>
          <a:p>
            <a:pPr lvl="0"/>
            <a:r>
              <a:rPr lang="en-US" dirty="0"/>
              <a:t>Click to edit Master text styles</a:t>
            </a:r>
            <a:endParaRPr lang="en-ZA" dirty="0"/>
          </a:p>
        </p:txBody>
      </p:sp>
      <p:sp>
        <p:nvSpPr>
          <p:cNvPr id="11" name="Text Placeholder 10">
            <a:extLst>
              <a:ext uri="{FF2B5EF4-FFF2-40B4-BE49-F238E27FC236}">
                <a16:creationId xmlns:a16="http://schemas.microsoft.com/office/drawing/2014/main" id="{53760D0A-B49B-4A0E-BCC8-EDFBAEB246A3}"/>
              </a:ext>
            </a:extLst>
          </p:cNvPr>
          <p:cNvSpPr>
            <a:spLocks noGrp="1"/>
          </p:cNvSpPr>
          <p:nvPr>
            <p:ph type="body" sz="quarter" idx="12"/>
          </p:nvPr>
        </p:nvSpPr>
        <p:spPr>
          <a:xfrm>
            <a:off x="517525" y="5089525"/>
            <a:ext cx="4054475" cy="1204913"/>
          </a:xfrm>
        </p:spPr>
        <p:txBody>
          <a:bodyPr>
            <a:no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Tree>
    <p:extLst>
      <p:ext uri="{BB962C8B-B14F-4D97-AF65-F5344CB8AC3E}">
        <p14:creationId xmlns:p14="http://schemas.microsoft.com/office/powerpoint/2010/main" val="46640730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userDrawn="1"/>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33702" y="-1"/>
            <a:ext cx="1858298" cy="1238865"/>
          </a:xfrm>
          <a:prstGeom prst="rect">
            <a:avLst/>
          </a:prstGeom>
        </p:spPr>
      </p:pic>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1510635"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1510635"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userDrawn="1"/>
        </p:nvPicPr>
        <p:blipFill>
          <a:blip>
            <a:extLst>
              <a:ext uri="{96DAC541-7B7A-43D3-8B79-37D633B846F1}">
                <asvg:svgBlip xmlns:asvg="http://schemas.microsoft.com/office/drawing/2016/SVG/main" r:embed="rId3"/>
              </a:ext>
            </a:extLst>
          </a:blip>
          <a:srcRect r="70186"/>
          <a:stretch/>
        </p:blipFill>
        <p:spPr>
          <a:xfrm>
            <a:off x="630146"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1510635" y="1621546"/>
            <a:ext cx="9426923"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8" name="Group 17">
            <a:extLst>
              <a:ext uri="{FF2B5EF4-FFF2-40B4-BE49-F238E27FC236}">
                <a16:creationId xmlns:a16="http://schemas.microsoft.com/office/drawing/2014/main" id="{2FD65F46-A884-065C-FF51-5A15A9F869B2}"/>
              </a:ext>
            </a:extLst>
          </p:cNvPr>
          <p:cNvGrpSpPr/>
          <p:nvPr userDrawn="1"/>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397639644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958D-093C-FF37-56FE-B328152A876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AB60A55-359A-9F4E-9E44-CCD4BE2D4D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9C06B13-FA09-9317-91EC-447FAD56132E}"/>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E55C5E0D-AF94-FCE1-775D-FF2DD6F7418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112FF82-DDCF-761A-4074-00749DABBE80}"/>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8221270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38969-4AED-4D35-16E5-C21EC70A04B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26BFD6A-DE3E-1CC8-748F-B4F7C63C05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AC342716-99C0-DD50-D442-1BDCA9117F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447F6767-10FB-5F26-BDF5-C2DA4E3AF400}"/>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6" name="Footer Placeholder 5">
            <a:extLst>
              <a:ext uri="{FF2B5EF4-FFF2-40B4-BE49-F238E27FC236}">
                <a16:creationId xmlns:a16="http://schemas.microsoft.com/office/drawing/2014/main" id="{41B91FFE-A3BD-DF73-7572-82B94C910DD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F316F0C-114F-5AFC-8FB8-551FDC4B14E7}"/>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14192217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Main Cover">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BEE2CF4-22A0-44EA-F601-BE6C24E5CE53}"/>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5" name="Footer Placeholder 4">
            <a:extLst>
              <a:ext uri="{FF2B5EF4-FFF2-40B4-BE49-F238E27FC236}">
                <a16:creationId xmlns:a16="http://schemas.microsoft.com/office/drawing/2014/main" id="{5FEAF3A3-A8F2-4279-0CF5-F5FC958DF16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5EBDBC5-05FF-338C-79A8-DA87D2484B2B}"/>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4122883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Re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F0477A8-A693-E286-52B9-F5545E9A4D58}"/>
              </a:ext>
            </a:extLst>
          </p:cNvPr>
          <p:cNvGrpSpPr/>
          <p:nvPr/>
        </p:nvGrpSpPr>
        <p:grpSpPr>
          <a:xfrm>
            <a:off x="0" y="1824015"/>
            <a:ext cx="5595740" cy="5048028"/>
            <a:chOff x="-5639476" y="1855194"/>
            <a:chExt cx="5603003" cy="5048028"/>
          </a:xfrm>
        </p:grpSpPr>
        <p:sp>
          <p:nvSpPr>
            <p:cNvPr id="9" name="Freeform: Shape 8">
              <a:extLst>
                <a:ext uri="{FF2B5EF4-FFF2-40B4-BE49-F238E27FC236}">
                  <a16:creationId xmlns:a16="http://schemas.microsoft.com/office/drawing/2014/main" id="{A1A2C3AB-1E88-A63A-9622-F45137ECD180}"/>
                </a:ext>
              </a:extLst>
            </p:cNvPr>
            <p:cNvSpPr/>
            <p:nvPr/>
          </p:nvSpPr>
          <p:spPr>
            <a:xfrm>
              <a:off x="-5638385" y="1855194"/>
              <a:ext cx="1749072"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B10000"/>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3989773" y="3537870"/>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E8233C"/>
            </a:solidFill>
            <a:ln w="8399" cap="flat">
              <a:noFill/>
              <a:prstDash val="solid"/>
              <a:miter/>
            </a:ln>
          </p:spPr>
          <p:txBody>
            <a:bodyPr rtlCol="0" anchor="ctr"/>
            <a:lstStyle/>
            <a:p>
              <a:endParaRPr lang="en-ZA"/>
            </a:p>
          </p:txBody>
        </p:sp>
        <p:grpSp>
          <p:nvGrpSpPr>
            <p:cNvPr id="47" name="Group 46">
              <a:extLst>
                <a:ext uri="{FF2B5EF4-FFF2-40B4-BE49-F238E27FC236}">
                  <a16:creationId xmlns:a16="http://schemas.microsoft.com/office/drawing/2014/main" id="{463D6306-154D-5160-8E94-A3190F0F10A2}"/>
                </a:ext>
              </a:extLst>
            </p:cNvPr>
            <p:cNvGrpSpPr/>
            <p:nvPr/>
          </p:nvGrpSpPr>
          <p:grpSpPr>
            <a:xfrm>
              <a:off x="-2323614" y="4627093"/>
              <a:ext cx="2287141" cy="2276129"/>
              <a:chOff x="3315862" y="4581870"/>
              <a:chExt cx="2287141" cy="2276129"/>
            </a:xfrm>
          </p:grpSpPr>
          <p:sp>
            <p:nvSpPr>
              <p:cNvPr id="15" name="Freeform: Shape 14">
                <a:extLst>
                  <a:ext uri="{FF2B5EF4-FFF2-40B4-BE49-F238E27FC236}">
                    <a16:creationId xmlns:a16="http://schemas.microsoft.com/office/drawing/2014/main" id="{542CEB1B-622C-693B-6F2A-3D381F9A9520}"/>
                  </a:ext>
                </a:extLst>
              </p:cNvPr>
              <p:cNvSpPr/>
              <p:nvPr/>
            </p:nvSpPr>
            <p:spPr>
              <a:xfrm>
                <a:off x="3315862" y="4581870"/>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3"/>
                </a:solidFill>
                <a:prstDash val="solid"/>
                <a:miter/>
              </a:ln>
            </p:spPr>
            <p:txBody>
              <a:bodyPr rtlCol="0" anchor="ctr"/>
              <a:lstStyle/>
              <a:p>
                <a:endParaRPr lang="en-ZA" dirty="0"/>
              </a:p>
            </p:txBody>
          </p:sp>
          <p:sp>
            <p:nvSpPr>
              <p:cNvPr id="16" name="Freeform: Shape 15">
                <a:extLst>
                  <a:ext uri="{FF2B5EF4-FFF2-40B4-BE49-F238E27FC236}">
                    <a16:creationId xmlns:a16="http://schemas.microsoft.com/office/drawing/2014/main" id="{C07B092E-D720-D515-5AFC-54D5B546EE05}"/>
                  </a:ext>
                </a:extLst>
              </p:cNvPr>
              <p:cNvSpPr/>
              <p:nvPr/>
            </p:nvSpPr>
            <p:spPr>
              <a:xfrm>
                <a:off x="3316048" y="5142103"/>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3"/>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16048" y="5720028"/>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3"/>
                </a:solidFill>
                <a:prstDash val="solid"/>
                <a:miter/>
              </a:ln>
            </p:spPr>
            <p:txBody>
              <a:bodyPr rtlCol="0" anchor="ctr"/>
              <a:lstStyle/>
              <a:p>
                <a:endParaRPr lang="en-ZA"/>
              </a:p>
            </p:txBody>
          </p:sp>
        </p:grpSp>
        <p:sp>
          <p:nvSpPr>
            <p:cNvPr id="18" name="Freeform: Shape 17">
              <a:extLst>
                <a:ext uri="{FF2B5EF4-FFF2-40B4-BE49-F238E27FC236}">
                  <a16:creationId xmlns:a16="http://schemas.microsoft.com/office/drawing/2014/main" id="{804E04CC-1B01-AC03-3C86-EA1994CE1083}"/>
                </a:ext>
              </a:extLst>
            </p:cNvPr>
            <p:cNvSpPr/>
            <p:nvPr/>
          </p:nvSpPr>
          <p:spPr>
            <a:xfrm>
              <a:off x="-5639476" y="353799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F17B8A"/>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5639476" y="3537932"/>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4814594" y="3537870"/>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5639476" y="4362691"/>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F1EBE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5623145" y="5187573"/>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B10000"/>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5623145" y="5251168"/>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F1EBE8"/>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4646883" y="6172805"/>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E8233C"/>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5623145" y="5187573"/>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E8233C"/>
            </a:solidFill>
            <a:ln w="8399" cap="flat">
              <a:noFill/>
              <a:prstDash val="solid"/>
              <a:miter/>
            </a:ln>
          </p:spPr>
          <p:txBody>
            <a:bodyPr rtlCol="0" anchor="ctr"/>
            <a:lstStyle/>
            <a:p>
              <a:endParaRPr lang="en-ZA"/>
            </a:p>
          </p:txBody>
        </p:sp>
      </p:grpSp>
      <p:grpSp>
        <p:nvGrpSpPr>
          <p:cNvPr id="294" name="Group 293">
            <a:extLst>
              <a:ext uri="{FF2B5EF4-FFF2-40B4-BE49-F238E27FC236}">
                <a16:creationId xmlns:a16="http://schemas.microsoft.com/office/drawing/2014/main" id="{A4FB9063-D666-4E30-B438-75F1C93EBD5D}"/>
              </a:ext>
            </a:extLst>
          </p:cNvPr>
          <p:cNvGrpSpPr/>
          <p:nvPr/>
        </p:nvGrpSpPr>
        <p:grpSpPr>
          <a:xfrm>
            <a:off x="0" y="6448584"/>
            <a:ext cx="2440432" cy="409416"/>
            <a:chOff x="6096000" y="0"/>
            <a:chExt cx="4629149" cy="776604"/>
          </a:xfrm>
        </p:grpSpPr>
        <p:sp>
          <p:nvSpPr>
            <p:cNvPr id="379" name="Freeform: Shape 378">
              <a:extLst>
                <a:ext uri="{FF2B5EF4-FFF2-40B4-BE49-F238E27FC236}">
                  <a16:creationId xmlns:a16="http://schemas.microsoft.com/office/drawing/2014/main" id="{8B0FC86E-B505-EA26-8067-AD891041C8F3}"/>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E8233C"/>
            </a:solidFill>
            <a:ln w="6347" cap="flat">
              <a:noFill/>
              <a:prstDash val="solid"/>
              <a:miter/>
            </a:ln>
          </p:spPr>
          <p:txBody>
            <a:bodyPr rtlCol="0" anchor="ctr"/>
            <a:lstStyle/>
            <a:p>
              <a:endParaRPr lang="en-ZA"/>
            </a:p>
          </p:txBody>
        </p:sp>
        <p:sp>
          <p:nvSpPr>
            <p:cNvPr id="380" name="Freeform: Shape 379">
              <a:extLst>
                <a:ext uri="{FF2B5EF4-FFF2-40B4-BE49-F238E27FC236}">
                  <a16:creationId xmlns:a16="http://schemas.microsoft.com/office/drawing/2014/main" id="{653AAF82-3FCD-BDB0-8F53-B28F1ADC0646}"/>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81" name="Freeform: Shape 380">
              <a:extLst>
                <a:ext uri="{FF2B5EF4-FFF2-40B4-BE49-F238E27FC236}">
                  <a16:creationId xmlns:a16="http://schemas.microsoft.com/office/drawing/2014/main" id="{D06D1BE4-C71A-D1AB-D90F-56BBDA8EE754}"/>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82" name="Freeform: Shape 381">
              <a:extLst>
                <a:ext uri="{FF2B5EF4-FFF2-40B4-BE49-F238E27FC236}">
                  <a16:creationId xmlns:a16="http://schemas.microsoft.com/office/drawing/2014/main" id="{282287D7-B649-2715-94E0-743766A5CF4C}"/>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83" name="Freeform: Shape 382">
              <a:extLst>
                <a:ext uri="{FF2B5EF4-FFF2-40B4-BE49-F238E27FC236}">
                  <a16:creationId xmlns:a16="http://schemas.microsoft.com/office/drawing/2014/main" id="{237CCC80-7AF0-4DBB-58B8-6D49DD57324E}"/>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84" name="Freeform: Shape 383">
              <a:extLst>
                <a:ext uri="{FF2B5EF4-FFF2-40B4-BE49-F238E27FC236}">
                  <a16:creationId xmlns:a16="http://schemas.microsoft.com/office/drawing/2014/main" id="{F2DBE011-5456-AAD3-E8B1-F40DC1A6B600}"/>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ED4F63"/>
            </a:solidFill>
            <a:ln w="6347" cap="flat">
              <a:noFill/>
              <a:prstDash val="solid"/>
              <a:miter/>
            </a:ln>
          </p:spPr>
          <p:txBody>
            <a:bodyPr rtlCol="0" anchor="ctr"/>
            <a:lstStyle/>
            <a:p>
              <a:endParaRPr lang="en-ZA"/>
            </a:p>
          </p:txBody>
        </p:sp>
        <p:sp>
          <p:nvSpPr>
            <p:cNvPr id="385" name="Freeform: Shape 384">
              <a:extLst>
                <a:ext uri="{FF2B5EF4-FFF2-40B4-BE49-F238E27FC236}">
                  <a16:creationId xmlns:a16="http://schemas.microsoft.com/office/drawing/2014/main" id="{E8C77A1C-38BC-CF4A-60E4-040E8839893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B10000"/>
            </a:solidFill>
            <a:ln w="6347" cap="flat">
              <a:noFill/>
              <a:prstDash val="solid"/>
              <a:miter/>
            </a:ln>
          </p:spPr>
          <p:txBody>
            <a:bodyPr rtlCol="0" anchor="ctr"/>
            <a:lstStyle/>
            <a:p>
              <a:endParaRPr lang="en-ZA"/>
            </a:p>
          </p:txBody>
        </p:sp>
        <p:sp>
          <p:nvSpPr>
            <p:cNvPr id="386" name="Freeform: Shape 385">
              <a:extLst>
                <a:ext uri="{FF2B5EF4-FFF2-40B4-BE49-F238E27FC236}">
                  <a16:creationId xmlns:a16="http://schemas.microsoft.com/office/drawing/2014/main" id="{C5881E78-A743-0833-154C-3899B1B3ADFC}"/>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87" name="Freeform: Shape 386">
              <a:extLst>
                <a:ext uri="{FF2B5EF4-FFF2-40B4-BE49-F238E27FC236}">
                  <a16:creationId xmlns:a16="http://schemas.microsoft.com/office/drawing/2014/main" id="{A1BE8F1A-8049-F2AB-B316-9175A013154D}"/>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88" name="Freeform: Shape 387">
              <a:extLst>
                <a:ext uri="{FF2B5EF4-FFF2-40B4-BE49-F238E27FC236}">
                  <a16:creationId xmlns:a16="http://schemas.microsoft.com/office/drawing/2014/main" id="{00D00EC0-AFC5-AB4C-E478-252970FB32D2}"/>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89" name="Freeform: Shape 388">
              <a:extLst>
                <a:ext uri="{FF2B5EF4-FFF2-40B4-BE49-F238E27FC236}">
                  <a16:creationId xmlns:a16="http://schemas.microsoft.com/office/drawing/2014/main" id="{C99B3525-9405-5300-AC77-05BEB321C577}"/>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90" name="Freeform: Shape 389">
              <a:extLst>
                <a:ext uri="{FF2B5EF4-FFF2-40B4-BE49-F238E27FC236}">
                  <a16:creationId xmlns:a16="http://schemas.microsoft.com/office/drawing/2014/main" id="{9624DB06-C3C4-A026-3C16-E869F3F8F68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91" name="Freeform: Shape 390">
              <a:extLst>
                <a:ext uri="{FF2B5EF4-FFF2-40B4-BE49-F238E27FC236}">
                  <a16:creationId xmlns:a16="http://schemas.microsoft.com/office/drawing/2014/main" id="{2B2D5221-A9D1-9B31-84B2-F56461B06F70}"/>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92" name="Freeform: Shape 391">
              <a:extLst>
                <a:ext uri="{FF2B5EF4-FFF2-40B4-BE49-F238E27FC236}">
                  <a16:creationId xmlns:a16="http://schemas.microsoft.com/office/drawing/2014/main" id="{56323173-97CF-91FE-EAB6-E92C0DD6AE0F}"/>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93" name="Graphic 19">
              <a:extLst>
                <a:ext uri="{FF2B5EF4-FFF2-40B4-BE49-F238E27FC236}">
                  <a16:creationId xmlns:a16="http://schemas.microsoft.com/office/drawing/2014/main" id="{983A593E-49A6-6683-C1EC-6C15313CA74B}"/>
                </a:ext>
              </a:extLst>
            </p:cNvPr>
            <p:cNvGrpSpPr/>
            <p:nvPr/>
          </p:nvGrpSpPr>
          <p:grpSpPr>
            <a:xfrm>
              <a:off x="9950577" y="2095"/>
              <a:ext cx="774572" cy="774509"/>
              <a:chOff x="8756777" y="2095"/>
              <a:chExt cx="774572" cy="774509"/>
            </a:xfrm>
          </p:grpSpPr>
          <p:sp>
            <p:nvSpPr>
              <p:cNvPr id="394" name="Freeform: Shape 393">
                <a:extLst>
                  <a:ext uri="{FF2B5EF4-FFF2-40B4-BE49-F238E27FC236}">
                    <a16:creationId xmlns:a16="http://schemas.microsoft.com/office/drawing/2014/main" id="{22CD5D37-0F7B-C138-5BC6-AB1884D4519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95" name="Freeform: Shape 394">
                <a:extLst>
                  <a:ext uri="{FF2B5EF4-FFF2-40B4-BE49-F238E27FC236}">
                    <a16:creationId xmlns:a16="http://schemas.microsoft.com/office/drawing/2014/main" id="{5B59C12A-4A5B-5806-8FB5-93E507B46230}"/>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396" name="Freeform: Shape 395">
                <a:extLst>
                  <a:ext uri="{FF2B5EF4-FFF2-40B4-BE49-F238E27FC236}">
                    <a16:creationId xmlns:a16="http://schemas.microsoft.com/office/drawing/2014/main" id="{C7A3C74E-137F-9079-E03B-09DA69D3E4A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397" name="Freeform: Shape 396">
                <a:extLst>
                  <a:ext uri="{FF2B5EF4-FFF2-40B4-BE49-F238E27FC236}">
                    <a16:creationId xmlns:a16="http://schemas.microsoft.com/office/drawing/2014/main" id="{5FA06224-1E49-1A26-6F75-192CA557BA19}"/>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398" name="Freeform: Shape 397">
                <a:extLst>
                  <a:ext uri="{FF2B5EF4-FFF2-40B4-BE49-F238E27FC236}">
                    <a16:creationId xmlns:a16="http://schemas.microsoft.com/office/drawing/2014/main" id="{F600FAFA-BA13-7A48-A7B0-5A1CF2D39E6B}"/>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grpSp>
        <p:nvGrpSpPr>
          <p:cNvPr id="295" name="Group 294">
            <a:extLst>
              <a:ext uri="{FF2B5EF4-FFF2-40B4-BE49-F238E27FC236}">
                <a16:creationId xmlns:a16="http://schemas.microsoft.com/office/drawing/2014/main" id="{4EB65D20-A7F2-F3CE-FC4C-C3B25308FF6C}"/>
              </a:ext>
            </a:extLst>
          </p:cNvPr>
          <p:cNvGrpSpPr/>
          <p:nvPr/>
        </p:nvGrpSpPr>
        <p:grpSpPr>
          <a:xfrm rot="10800000" flipH="1">
            <a:off x="2430337" y="6448584"/>
            <a:ext cx="2440432" cy="409416"/>
            <a:chOff x="6096000" y="0"/>
            <a:chExt cx="4629149" cy="776604"/>
          </a:xfrm>
        </p:grpSpPr>
        <p:sp>
          <p:nvSpPr>
            <p:cNvPr id="359" name="Freeform: Shape 358">
              <a:extLst>
                <a:ext uri="{FF2B5EF4-FFF2-40B4-BE49-F238E27FC236}">
                  <a16:creationId xmlns:a16="http://schemas.microsoft.com/office/drawing/2014/main" id="{44AD2000-223B-4BD9-01F9-1520E91266C7}"/>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F17B8A"/>
            </a:solidFill>
            <a:ln w="6347" cap="flat">
              <a:noFill/>
              <a:prstDash val="solid"/>
              <a:miter/>
            </a:ln>
          </p:spPr>
          <p:txBody>
            <a:bodyPr rtlCol="0" anchor="ctr"/>
            <a:lstStyle/>
            <a:p>
              <a:endParaRPr lang="en-ZA"/>
            </a:p>
          </p:txBody>
        </p:sp>
        <p:sp>
          <p:nvSpPr>
            <p:cNvPr id="360" name="Freeform: Shape 359">
              <a:extLst>
                <a:ext uri="{FF2B5EF4-FFF2-40B4-BE49-F238E27FC236}">
                  <a16:creationId xmlns:a16="http://schemas.microsoft.com/office/drawing/2014/main" id="{02D0696F-A516-F38D-9FF7-6B72E33799A2}"/>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61" name="Freeform: Shape 360">
              <a:extLst>
                <a:ext uri="{FF2B5EF4-FFF2-40B4-BE49-F238E27FC236}">
                  <a16:creationId xmlns:a16="http://schemas.microsoft.com/office/drawing/2014/main" id="{D06EE2EA-9F95-4F22-9E99-7AAAC20C2CCF}"/>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62" name="Freeform: Shape 361">
              <a:extLst>
                <a:ext uri="{FF2B5EF4-FFF2-40B4-BE49-F238E27FC236}">
                  <a16:creationId xmlns:a16="http://schemas.microsoft.com/office/drawing/2014/main" id="{AE152D93-668E-8C62-86BB-FF85B3F46583}"/>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63" name="Freeform: Shape 362">
              <a:extLst>
                <a:ext uri="{FF2B5EF4-FFF2-40B4-BE49-F238E27FC236}">
                  <a16:creationId xmlns:a16="http://schemas.microsoft.com/office/drawing/2014/main" id="{C4DFF1FC-9E0B-A0E7-8299-3DA9A53F66C7}"/>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64" name="Freeform: Shape 363">
              <a:extLst>
                <a:ext uri="{FF2B5EF4-FFF2-40B4-BE49-F238E27FC236}">
                  <a16:creationId xmlns:a16="http://schemas.microsoft.com/office/drawing/2014/main" id="{818EE606-81BF-D7A2-6B11-FC973D3683EF}"/>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B10000"/>
            </a:solidFill>
            <a:ln w="6347" cap="flat">
              <a:noFill/>
              <a:prstDash val="solid"/>
              <a:miter/>
            </a:ln>
          </p:spPr>
          <p:txBody>
            <a:bodyPr rtlCol="0" anchor="ctr"/>
            <a:lstStyle/>
            <a:p>
              <a:endParaRPr lang="en-ZA"/>
            </a:p>
          </p:txBody>
        </p:sp>
        <p:sp>
          <p:nvSpPr>
            <p:cNvPr id="365" name="Freeform: Shape 364">
              <a:extLst>
                <a:ext uri="{FF2B5EF4-FFF2-40B4-BE49-F238E27FC236}">
                  <a16:creationId xmlns:a16="http://schemas.microsoft.com/office/drawing/2014/main" id="{52A05064-F720-E247-7B51-A1F00AA3751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E8233C"/>
            </a:solidFill>
            <a:ln w="6347" cap="flat">
              <a:noFill/>
              <a:prstDash val="solid"/>
              <a:miter/>
            </a:ln>
          </p:spPr>
          <p:txBody>
            <a:bodyPr rtlCol="0" anchor="ctr"/>
            <a:lstStyle/>
            <a:p>
              <a:endParaRPr lang="en-ZA"/>
            </a:p>
          </p:txBody>
        </p:sp>
        <p:sp>
          <p:nvSpPr>
            <p:cNvPr id="366" name="Freeform: Shape 365">
              <a:extLst>
                <a:ext uri="{FF2B5EF4-FFF2-40B4-BE49-F238E27FC236}">
                  <a16:creationId xmlns:a16="http://schemas.microsoft.com/office/drawing/2014/main" id="{188DB275-8C0E-CCA9-E947-C21AD61B7E6F}"/>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67" name="Freeform: Shape 366">
              <a:extLst>
                <a:ext uri="{FF2B5EF4-FFF2-40B4-BE49-F238E27FC236}">
                  <a16:creationId xmlns:a16="http://schemas.microsoft.com/office/drawing/2014/main" id="{BF2B2A67-952A-5449-4421-79D2663C6DA0}"/>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68" name="Freeform: Shape 367">
              <a:extLst>
                <a:ext uri="{FF2B5EF4-FFF2-40B4-BE49-F238E27FC236}">
                  <a16:creationId xmlns:a16="http://schemas.microsoft.com/office/drawing/2014/main" id="{AD5EE9AB-468B-CB64-4A07-C9EC699055CE}"/>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69" name="Freeform: Shape 368">
              <a:extLst>
                <a:ext uri="{FF2B5EF4-FFF2-40B4-BE49-F238E27FC236}">
                  <a16:creationId xmlns:a16="http://schemas.microsoft.com/office/drawing/2014/main" id="{736AC772-9C7D-AFC4-66DC-BC6A368155F1}"/>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70" name="Freeform: Shape 369">
              <a:extLst>
                <a:ext uri="{FF2B5EF4-FFF2-40B4-BE49-F238E27FC236}">
                  <a16:creationId xmlns:a16="http://schemas.microsoft.com/office/drawing/2014/main" id="{5EDDC4BA-909F-37A1-E450-580DAF97CEC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71" name="Freeform: Shape 370">
              <a:extLst>
                <a:ext uri="{FF2B5EF4-FFF2-40B4-BE49-F238E27FC236}">
                  <a16:creationId xmlns:a16="http://schemas.microsoft.com/office/drawing/2014/main" id="{E8A671EE-D402-60C6-F677-ADB2E1524FE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72" name="Freeform: Shape 371">
              <a:extLst>
                <a:ext uri="{FF2B5EF4-FFF2-40B4-BE49-F238E27FC236}">
                  <a16:creationId xmlns:a16="http://schemas.microsoft.com/office/drawing/2014/main" id="{88E4E21C-DA1D-BBE4-8B80-D330D455F70B}"/>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73" name="Graphic 19">
              <a:extLst>
                <a:ext uri="{FF2B5EF4-FFF2-40B4-BE49-F238E27FC236}">
                  <a16:creationId xmlns:a16="http://schemas.microsoft.com/office/drawing/2014/main" id="{2AC5816E-931B-B40F-E346-3D659E9D175F}"/>
                </a:ext>
              </a:extLst>
            </p:cNvPr>
            <p:cNvGrpSpPr/>
            <p:nvPr/>
          </p:nvGrpSpPr>
          <p:grpSpPr>
            <a:xfrm>
              <a:off x="9950577" y="2095"/>
              <a:ext cx="774572" cy="774509"/>
              <a:chOff x="8756777" y="2095"/>
              <a:chExt cx="774572" cy="774509"/>
            </a:xfrm>
          </p:grpSpPr>
          <p:sp>
            <p:nvSpPr>
              <p:cNvPr id="374" name="Freeform: Shape 373">
                <a:extLst>
                  <a:ext uri="{FF2B5EF4-FFF2-40B4-BE49-F238E27FC236}">
                    <a16:creationId xmlns:a16="http://schemas.microsoft.com/office/drawing/2014/main" id="{CAD00450-B040-83C9-C638-943970CFE1D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75" name="Freeform: Shape 374">
                <a:extLst>
                  <a:ext uri="{FF2B5EF4-FFF2-40B4-BE49-F238E27FC236}">
                    <a16:creationId xmlns:a16="http://schemas.microsoft.com/office/drawing/2014/main" id="{F77664B8-A15A-28F3-D218-9734ACAA54F1}"/>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B10000"/>
              </a:solidFill>
              <a:ln w="6347" cap="flat">
                <a:noFill/>
                <a:prstDash val="solid"/>
                <a:miter/>
              </a:ln>
            </p:spPr>
            <p:txBody>
              <a:bodyPr rtlCol="0" anchor="ctr"/>
              <a:lstStyle/>
              <a:p>
                <a:endParaRPr lang="en-ZA" dirty="0"/>
              </a:p>
            </p:txBody>
          </p:sp>
          <p:sp>
            <p:nvSpPr>
              <p:cNvPr id="376" name="Freeform: Shape 375">
                <a:extLst>
                  <a:ext uri="{FF2B5EF4-FFF2-40B4-BE49-F238E27FC236}">
                    <a16:creationId xmlns:a16="http://schemas.microsoft.com/office/drawing/2014/main" id="{CCDFAAE3-84BB-7351-E639-6120D29E65E6}"/>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B10000"/>
              </a:solidFill>
              <a:ln w="6347" cap="flat">
                <a:noFill/>
                <a:prstDash val="solid"/>
                <a:miter/>
              </a:ln>
            </p:spPr>
            <p:txBody>
              <a:bodyPr rtlCol="0" anchor="ctr"/>
              <a:lstStyle/>
              <a:p>
                <a:endParaRPr lang="en-ZA"/>
              </a:p>
            </p:txBody>
          </p:sp>
          <p:sp>
            <p:nvSpPr>
              <p:cNvPr id="377" name="Freeform: Shape 376">
                <a:extLst>
                  <a:ext uri="{FF2B5EF4-FFF2-40B4-BE49-F238E27FC236}">
                    <a16:creationId xmlns:a16="http://schemas.microsoft.com/office/drawing/2014/main" id="{6EC30A90-AC79-7CF5-1D6F-778F1A2E9B38}"/>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B10000"/>
              </a:solidFill>
              <a:ln w="6347" cap="flat">
                <a:noFill/>
                <a:prstDash val="solid"/>
                <a:miter/>
              </a:ln>
            </p:spPr>
            <p:txBody>
              <a:bodyPr rtlCol="0" anchor="ctr"/>
              <a:lstStyle/>
              <a:p>
                <a:endParaRPr lang="en-ZA"/>
              </a:p>
            </p:txBody>
          </p:sp>
          <p:sp>
            <p:nvSpPr>
              <p:cNvPr id="378" name="Freeform: Shape 377">
                <a:extLst>
                  <a:ext uri="{FF2B5EF4-FFF2-40B4-BE49-F238E27FC236}">
                    <a16:creationId xmlns:a16="http://schemas.microsoft.com/office/drawing/2014/main" id="{6EAF1B8E-1203-E322-A47D-4DD2BBF146B5}"/>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B10000"/>
              </a:solidFill>
              <a:ln w="6347" cap="flat">
                <a:noFill/>
                <a:prstDash val="solid"/>
                <a:miter/>
              </a:ln>
            </p:spPr>
            <p:txBody>
              <a:bodyPr rtlCol="0" anchor="ctr"/>
              <a:lstStyle/>
              <a:p>
                <a:endParaRPr lang="en-ZA"/>
              </a:p>
            </p:txBody>
          </p:sp>
        </p:grpSp>
      </p:grpSp>
    </p:spTree>
    <p:extLst>
      <p:ext uri="{BB962C8B-B14F-4D97-AF65-F5344CB8AC3E}">
        <p14:creationId xmlns:p14="http://schemas.microsoft.com/office/powerpoint/2010/main" val="5076454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u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B06188-8442-9309-2C7C-33B89DCFBB3B}"/>
              </a:ext>
            </a:extLst>
          </p:cNvPr>
          <p:cNvSpPr/>
          <p:nvPr/>
        </p:nvSpPr>
        <p:spPr>
          <a:xfrm>
            <a:off x="-21838" y="0"/>
            <a:ext cx="12213838" cy="15479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27" name="Group 26">
            <a:extLst>
              <a:ext uri="{FF2B5EF4-FFF2-40B4-BE49-F238E27FC236}">
                <a16:creationId xmlns:a16="http://schemas.microsoft.com/office/drawing/2014/main" id="{566C639B-5027-B728-A547-A5A67FF7917C}"/>
              </a:ext>
            </a:extLst>
          </p:cNvPr>
          <p:cNvGrpSpPr/>
          <p:nvPr/>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5" name="Slide Number Placeholder 4">
            <a:extLst>
              <a:ext uri="{FF2B5EF4-FFF2-40B4-BE49-F238E27FC236}">
                <a16:creationId xmlns:a16="http://schemas.microsoft.com/office/drawing/2014/main" id="{10A0D4B6-1B66-A414-108D-EB4ADF22A7BE}"/>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28" name="Picture Placeholder 27">
            <a:extLst>
              <a:ext uri="{FF2B5EF4-FFF2-40B4-BE49-F238E27FC236}">
                <a16:creationId xmlns:a16="http://schemas.microsoft.com/office/drawing/2014/main" id="{0E771DC5-EFED-C526-C8FE-676945FEA200}"/>
              </a:ext>
            </a:extLst>
          </p:cNvPr>
          <p:cNvSpPr>
            <a:spLocks noGrp="1"/>
          </p:cNvSpPr>
          <p:nvPr>
            <p:ph type="pic" sz="quarter" idx="10"/>
          </p:nvPr>
        </p:nvSpPr>
        <p:spPr>
          <a:xfrm>
            <a:off x="561975" y="903923"/>
            <a:ext cx="5029200" cy="5942012"/>
          </a:xfrm>
        </p:spPr>
        <p:txBody>
          <a:bodyPr/>
          <a:lstStyle/>
          <a:p>
            <a:endParaRPr lang="en-ZA"/>
          </a:p>
        </p:txBody>
      </p:sp>
    </p:spTree>
    <p:extLst>
      <p:ext uri="{BB962C8B-B14F-4D97-AF65-F5344CB8AC3E}">
        <p14:creationId xmlns:p14="http://schemas.microsoft.com/office/powerpoint/2010/main" val="22763665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ue 1">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66C639B-5027-B728-A547-A5A67FF7917C}"/>
              </a:ext>
            </a:extLst>
          </p:cNvPr>
          <p:cNvGrpSpPr/>
          <p:nvPr/>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grpSp>
        <p:nvGrpSpPr>
          <p:cNvPr id="40" name="Group 39">
            <a:extLst>
              <a:ext uri="{FF2B5EF4-FFF2-40B4-BE49-F238E27FC236}">
                <a16:creationId xmlns:a16="http://schemas.microsoft.com/office/drawing/2014/main" id="{CB13F640-4B07-4F3E-3AB9-ABF8EF771E83}"/>
              </a:ext>
            </a:extLst>
          </p:cNvPr>
          <p:cNvGrpSpPr/>
          <p:nvPr/>
        </p:nvGrpSpPr>
        <p:grpSpPr>
          <a:xfrm>
            <a:off x="-21838" y="6600716"/>
            <a:ext cx="12213838" cy="257284"/>
            <a:chOff x="353060" y="6172098"/>
            <a:chExt cx="9485360" cy="199809"/>
          </a:xfrm>
        </p:grpSpPr>
        <p:pic>
          <p:nvPicPr>
            <p:cNvPr id="41" name="Graphic 40">
              <a:extLst>
                <a:ext uri="{FF2B5EF4-FFF2-40B4-BE49-F238E27FC236}">
                  <a16:creationId xmlns:a16="http://schemas.microsoft.com/office/drawing/2014/main" id="{EDDD7F34-FE90-1D15-C1DD-BDDCD5F0D5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42" name="Graphic 41">
              <a:extLst>
                <a:ext uri="{FF2B5EF4-FFF2-40B4-BE49-F238E27FC236}">
                  <a16:creationId xmlns:a16="http://schemas.microsoft.com/office/drawing/2014/main" id="{D5BA51D5-863C-1925-FADF-31BDAFB4F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43" name="Graphic 42">
              <a:extLst>
                <a:ext uri="{FF2B5EF4-FFF2-40B4-BE49-F238E27FC236}">
                  <a16:creationId xmlns:a16="http://schemas.microsoft.com/office/drawing/2014/main" id="{2292990F-0BCB-2B98-E9B3-857EFECA05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44" name="Graphic 43">
              <a:extLst>
                <a:ext uri="{FF2B5EF4-FFF2-40B4-BE49-F238E27FC236}">
                  <a16:creationId xmlns:a16="http://schemas.microsoft.com/office/drawing/2014/main" id="{D8E16644-6690-3DAB-17D3-C1B00D709E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sp>
        <p:nvSpPr>
          <p:cNvPr id="28" name="Picture Placeholder 27">
            <a:extLst>
              <a:ext uri="{FF2B5EF4-FFF2-40B4-BE49-F238E27FC236}">
                <a16:creationId xmlns:a16="http://schemas.microsoft.com/office/drawing/2014/main" id="{98B8B554-075B-1D22-5FB2-A6EB89AAD310}"/>
              </a:ext>
            </a:extLst>
          </p:cNvPr>
          <p:cNvSpPr>
            <a:spLocks noGrp="1"/>
          </p:cNvSpPr>
          <p:nvPr>
            <p:ph type="pic" sz="quarter" idx="10"/>
          </p:nvPr>
        </p:nvSpPr>
        <p:spPr>
          <a:xfrm>
            <a:off x="561975" y="658813"/>
            <a:ext cx="5029200" cy="5942012"/>
          </a:xfrm>
        </p:spPr>
        <p:txBody>
          <a:bodyPr/>
          <a:lstStyle/>
          <a:p>
            <a:endParaRPr lang="en-ZA"/>
          </a:p>
        </p:txBody>
      </p:sp>
    </p:spTree>
    <p:extLst>
      <p:ext uri="{BB962C8B-B14F-4D97-AF65-F5344CB8AC3E}">
        <p14:creationId xmlns:p14="http://schemas.microsoft.com/office/powerpoint/2010/main" val="72680608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reenvar cover">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6E0B8482-4B5A-CF45-215B-DF4756EC052C}"/>
              </a:ext>
            </a:extLst>
          </p:cNvPr>
          <p:cNvSpPr/>
          <p:nvPr/>
        </p:nvSpPr>
        <p:spPr>
          <a:xfrm>
            <a:off x="2910840" y="0"/>
            <a:ext cx="9281160" cy="6858000"/>
          </a:xfrm>
          <a:custGeom>
            <a:avLst/>
            <a:gdLst>
              <a:gd name="connsiteX0" fmla="*/ 0 w 4616450"/>
              <a:gd name="connsiteY0" fmla="*/ 0 h 6858000"/>
              <a:gd name="connsiteX1" fmla="*/ 4616450 w 4616450"/>
              <a:gd name="connsiteY1" fmla="*/ 0 h 6858000"/>
              <a:gd name="connsiteX2" fmla="*/ 4616450 w 4616450"/>
              <a:gd name="connsiteY2" fmla="*/ 6858000 h 6858000"/>
              <a:gd name="connsiteX3" fmla="*/ 0 w 46164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16450" h="6858000">
                <a:moveTo>
                  <a:pt x="0" y="0"/>
                </a:moveTo>
                <a:lnTo>
                  <a:pt x="4616450" y="0"/>
                </a:lnTo>
                <a:lnTo>
                  <a:pt x="4616450" y="6858000"/>
                </a:lnTo>
                <a:lnTo>
                  <a:pt x="0" y="6858000"/>
                </a:lnTo>
                <a:close/>
              </a:path>
            </a:pathLst>
          </a:custGeom>
          <a:solidFill>
            <a:srgbClr val="003818"/>
          </a:solidFill>
          <a:ln w="6347" cap="flat">
            <a:noFill/>
            <a:prstDash val="solid"/>
            <a:miter/>
          </a:ln>
        </p:spPr>
        <p:txBody>
          <a:bodyPr rtlCol="0" anchor="ctr"/>
          <a:lstStyle/>
          <a:p>
            <a:endParaRPr lang="en-ZA"/>
          </a:p>
        </p:txBody>
      </p:sp>
      <p:pic>
        <p:nvPicPr>
          <p:cNvPr id="47" name="Graphic 46">
            <a:extLst>
              <a:ext uri="{FF2B5EF4-FFF2-40B4-BE49-F238E27FC236}">
                <a16:creationId xmlns:a16="http://schemas.microsoft.com/office/drawing/2014/main" id="{5A3DFF44-398D-F067-6ADA-0BD630AB3C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48152" y="2453640"/>
            <a:ext cx="4043848" cy="4043848"/>
          </a:xfrm>
          <a:prstGeom prst="rect">
            <a:avLst/>
          </a:prstGeom>
        </p:spPr>
      </p:pic>
      <p:grpSp>
        <p:nvGrpSpPr>
          <p:cNvPr id="59" name="Group 58">
            <a:extLst>
              <a:ext uri="{FF2B5EF4-FFF2-40B4-BE49-F238E27FC236}">
                <a16:creationId xmlns:a16="http://schemas.microsoft.com/office/drawing/2014/main" id="{7C323EFF-7049-AF0F-AD5C-E53EB9566D3A}"/>
              </a:ext>
            </a:extLst>
          </p:cNvPr>
          <p:cNvGrpSpPr/>
          <p:nvPr/>
        </p:nvGrpSpPr>
        <p:grpSpPr>
          <a:xfrm>
            <a:off x="2910840" y="-1"/>
            <a:ext cx="9281160" cy="1557044"/>
            <a:chOff x="6096000" y="0"/>
            <a:chExt cx="4629149" cy="776604"/>
          </a:xfrm>
        </p:grpSpPr>
        <p:sp>
          <p:nvSpPr>
            <p:cNvPr id="60" name="Freeform: Shape 59">
              <a:extLst>
                <a:ext uri="{FF2B5EF4-FFF2-40B4-BE49-F238E27FC236}">
                  <a16:creationId xmlns:a16="http://schemas.microsoft.com/office/drawing/2014/main" id="{4B2FFD59-A88B-0F14-6B38-2C3DB0C6C48D}"/>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008545"/>
            </a:solidFill>
            <a:ln w="6347" cap="flat">
              <a:noFill/>
              <a:prstDash val="solid"/>
              <a:miter/>
            </a:ln>
          </p:spPr>
          <p:txBody>
            <a:bodyPr rtlCol="0" anchor="ctr"/>
            <a:lstStyle/>
            <a:p>
              <a:endParaRPr lang="en-ZA"/>
            </a:p>
          </p:txBody>
        </p:sp>
        <p:sp>
          <p:nvSpPr>
            <p:cNvPr id="61" name="Freeform: Shape 60">
              <a:extLst>
                <a:ext uri="{FF2B5EF4-FFF2-40B4-BE49-F238E27FC236}">
                  <a16:creationId xmlns:a16="http://schemas.microsoft.com/office/drawing/2014/main" id="{67B71AE4-F75D-AF19-8031-A2512EBAC9DB}"/>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62" name="Freeform: Shape 61">
              <a:extLst>
                <a:ext uri="{FF2B5EF4-FFF2-40B4-BE49-F238E27FC236}">
                  <a16:creationId xmlns:a16="http://schemas.microsoft.com/office/drawing/2014/main" id="{0B25F81C-171D-B231-C8F1-B48F675A92B2}"/>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63" name="Freeform: Shape 62">
              <a:extLst>
                <a:ext uri="{FF2B5EF4-FFF2-40B4-BE49-F238E27FC236}">
                  <a16:creationId xmlns:a16="http://schemas.microsoft.com/office/drawing/2014/main" id="{03358206-8C08-9E93-66A5-D17D5787363F}"/>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64" name="Freeform: Shape 63">
              <a:extLst>
                <a:ext uri="{FF2B5EF4-FFF2-40B4-BE49-F238E27FC236}">
                  <a16:creationId xmlns:a16="http://schemas.microsoft.com/office/drawing/2014/main" id="{B77F0185-E283-FAD9-0364-A6A6722C49B2}"/>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65" name="Freeform: Shape 64">
              <a:extLst>
                <a:ext uri="{FF2B5EF4-FFF2-40B4-BE49-F238E27FC236}">
                  <a16:creationId xmlns:a16="http://schemas.microsoft.com/office/drawing/2014/main" id="{F07DF5C6-28DC-33CA-5776-847830EBC34B}"/>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008545"/>
            </a:solidFill>
            <a:ln w="6347" cap="flat">
              <a:noFill/>
              <a:prstDash val="solid"/>
              <a:miter/>
            </a:ln>
          </p:spPr>
          <p:txBody>
            <a:bodyPr rtlCol="0" anchor="ctr"/>
            <a:lstStyle/>
            <a:p>
              <a:endParaRPr lang="en-ZA"/>
            </a:p>
          </p:txBody>
        </p:sp>
        <p:sp>
          <p:nvSpPr>
            <p:cNvPr id="66" name="Freeform: Shape 65">
              <a:extLst>
                <a:ext uri="{FF2B5EF4-FFF2-40B4-BE49-F238E27FC236}">
                  <a16:creationId xmlns:a16="http://schemas.microsoft.com/office/drawing/2014/main" id="{8D3F0B74-99D0-F1D9-4707-DC35545978F9}"/>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003818"/>
            </a:solidFill>
            <a:ln w="6347" cap="flat">
              <a:noFill/>
              <a:prstDash val="solid"/>
              <a:miter/>
            </a:ln>
          </p:spPr>
          <p:txBody>
            <a:bodyPr rtlCol="0" anchor="ctr"/>
            <a:lstStyle/>
            <a:p>
              <a:endParaRPr lang="en-ZA"/>
            </a:p>
          </p:txBody>
        </p:sp>
        <p:sp>
          <p:nvSpPr>
            <p:cNvPr id="67" name="Freeform: Shape 66">
              <a:extLst>
                <a:ext uri="{FF2B5EF4-FFF2-40B4-BE49-F238E27FC236}">
                  <a16:creationId xmlns:a16="http://schemas.microsoft.com/office/drawing/2014/main" id="{B1A99486-8C7B-29B9-48E8-5766D9071403}"/>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68" name="Freeform: Shape 67">
              <a:extLst>
                <a:ext uri="{FF2B5EF4-FFF2-40B4-BE49-F238E27FC236}">
                  <a16:creationId xmlns:a16="http://schemas.microsoft.com/office/drawing/2014/main" id="{50B4A1EC-A051-AA6E-5500-2C53171AEC5B}"/>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69" name="Freeform: Shape 68">
              <a:extLst>
                <a:ext uri="{FF2B5EF4-FFF2-40B4-BE49-F238E27FC236}">
                  <a16:creationId xmlns:a16="http://schemas.microsoft.com/office/drawing/2014/main" id="{AC81EA82-42D7-2D07-5C76-83F95993A673}"/>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004F29"/>
            </a:solidFill>
            <a:ln w="6347" cap="flat">
              <a:noFill/>
              <a:prstDash val="solid"/>
              <a:miter/>
            </a:ln>
          </p:spPr>
          <p:txBody>
            <a:bodyPr rtlCol="0" anchor="ctr"/>
            <a:lstStyle/>
            <a:p>
              <a:endParaRPr lang="en-ZA"/>
            </a:p>
          </p:txBody>
        </p:sp>
        <p:sp>
          <p:nvSpPr>
            <p:cNvPr id="70" name="Freeform: Shape 69">
              <a:extLst>
                <a:ext uri="{FF2B5EF4-FFF2-40B4-BE49-F238E27FC236}">
                  <a16:creationId xmlns:a16="http://schemas.microsoft.com/office/drawing/2014/main" id="{8D7F0192-552A-0FE7-B3D2-7F15776BDA69}"/>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71" name="Freeform: Shape 70">
              <a:extLst>
                <a:ext uri="{FF2B5EF4-FFF2-40B4-BE49-F238E27FC236}">
                  <a16:creationId xmlns:a16="http://schemas.microsoft.com/office/drawing/2014/main" id="{D8039174-C53F-311F-8267-C9DD3DB06826}"/>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72" name="Freeform: Shape 71">
              <a:extLst>
                <a:ext uri="{FF2B5EF4-FFF2-40B4-BE49-F238E27FC236}">
                  <a16:creationId xmlns:a16="http://schemas.microsoft.com/office/drawing/2014/main" id="{FE7093CE-D7B5-56BE-AE8F-A62D9411CD5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008545"/>
            </a:solidFill>
            <a:ln w="6347" cap="flat">
              <a:noFill/>
              <a:prstDash val="solid"/>
              <a:miter/>
            </a:ln>
          </p:spPr>
          <p:txBody>
            <a:bodyPr rtlCol="0" anchor="ctr"/>
            <a:lstStyle/>
            <a:p>
              <a:endParaRPr lang="en-ZA"/>
            </a:p>
          </p:txBody>
        </p:sp>
        <p:sp>
          <p:nvSpPr>
            <p:cNvPr id="73" name="Freeform: Shape 72">
              <a:extLst>
                <a:ext uri="{FF2B5EF4-FFF2-40B4-BE49-F238E27FC236}">
                  <a16:creationId xmlns:a16="http://schemas.microsoft.com/office/drawing/2014/main" id="{94A64A9B-E23F-AC24-D8DC-5010E4A22893}"/>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ADD86F"/>
            </a:solidFill>
            <a:ln w="6347" cap="flat">
              <a:noFill/>
              <a:prstDash val="solid"/>
              <a:miter/>
            </a:ln>
          </p:spPr>
          <p:txBody>
            <a:bodyPr rtlCol="0" anchor="ctr"/>
            <a:lstStyle/>
            <a:p>
              <a:endParaRPr lang="en-ZA"/>
            </a:p>
          </p:txBody>
        </p:sp>
        <p:grpSp>
          <p:nvGrpSpPr>
            <p:cNvPr id="74" name="Graphic 19">
              <a:extLst>
                <a:ext uri="{FF2B5EF4-FFF2-40B4-BE49-F238E27FC236}">
                  <a16:creationId xmlns:a16="http://schemas.microsoft.com/office/drawing/2014/main" id="{D8B478F0-6342-7C70-F9F2-269708D93B8C}"/>
                </a:ext>
              </a:extLst>
            </p:cNvPr>
            <p:cNvGrpSpPr/>
            <p:nvPr/>
          </p:nvGrpSpPr>
          <p:grpSpPr>
            <a:xfrm>
              <a:off x="9950577" y="2095"/>
              <a:ext cx="774572" cy="774509"/>
              <a:chOff x="8756777" y="2095"/>
              <a:chExt cx="774572" cy="774509"/>
            </a:xfrm>
          </p:grpSpPr>
          <p:sp>
            <p:nvSpPr>
              <p:cNvPr id="75" name="Freeform: Shape 74">
                <a:extLst>
                  <a:ext uri="{FF2B5EF4-FFF2-40B4-BE49-F238E27FC236}">
                    <a16:creationId xmlns:a16="http://schemas.microsoft.com/office/drawing/2014/main" id="{0D29C1E3-9A83-827C-9539-C908CB0017CA}"/>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76" name="Freeform: Shape 75">
                <a:extLst>
                  <a:ext uri="{FF2B5EF4-FFF2-40B4-BE49-F238E27FC236}">
                    <a16:creationId xmlns:a16="http://schemas.microsoft.com/office/drawing/2014/main" id="{DAE8E622-891A-0E7E-75F2-48828519B408}"/>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77" name="Freeform: Shape 76">
                <a:extLst>
                  <a:ext uri="{FF2B5EF4-FFF2-40B4-BE49-F238E27FC236}">
                    <a16:creationId xmlns:a16="http://schemas.microsoft.com/office/drawing/2014/main" id="{0DF1CA49-B5C3-E87E-E996-57096D06607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78" name="Freeform: Shape 77">
                <a:extLst>
                  <a:ext uri="{FF2B5EF4-FFF2-40B4-BE49-F238E27FC236}">
                    <a16:creationId xmlns:a16="http://schemas.microsoft.com/office/drawing/2014/main" id="{9550BAED-4651-5A05-D934-7A21539562A6}"/>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79" name="Freeform: Shape 78">
                <a:extLst>
                  <a:ext uri="{FF2B5EF4-FFF2-40B4-BE49-F238E27FC236}">
                    <a16:creationId xmlns:a16="http://schemas.microsoft.com/office/drawing/2014/main" id="{28B2191F-9E12-C8C7-E241-F68FB5407603}"/>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sp>
        <p:nvSpPr>
          <p:cNvPr id="197" name="Rectangle 196">
            <a:extLst>
              <a:ext uri="{FF2B5EF4-FFF2-40B4-BE49-F238E27FC236}">
                <a16:creationId xmlns:a16="http://schemas.microsoft.com/office/drawing/2014/main" id="{B83B58E1-4E7C-23AC-E8AB-A6BC36987D93}"/>
              </a:ext>
            </a:extLst>
          </p:cNvPr>
          <p:cNvSpPr/>
          <p:nvPr/>
        </p:nvSpPr>
        <p:spPr>
          <a:xfrm>
            <a:off x="0" y="6444619"/>
            <a:ext cx="12192000" cy="43099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2706525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Var Cover">
    <p:spTree>
      <p:nvGrpSpPr>
        <p:cNvPr id="1" name=""/>
        <p:cNvGrpSpPr/>
        <p:nvPr/>
      </p:nvGrpSpPr>
      <p:grpSpPr>
        <a:xfrm>
          <a:off x="0" y="0"/>
          <a:ext cx="0" cy="0"/>
          <a:chOff x="0" y="0"/>
          <a:chExt cx="0" cy="0"/>
        </a:xfrm>
      </p:grpSpPr>
      <p:grpSp>
        <p:nvGrpSpPr>
          <p:cNvPr id="223" name="Group 222">
            <a:extLst>
              <a:ext uri="{FF2B5EF4-FFF2-40B4-BE49-F238E27FC236}">
                <a16:creationId xmlns:a16="http://schemas.microsoft.com/office/drawing/2014/main" id="{0CA4C240-562A-E38E-FB3B-0DE65FF370AF}"/>
              </a:ext>
            </a:extLst>
          </p:cNvPr>
          <p:cNvGrpSpPr/>
          <p:nvPr/>
        </p:nvGrpSpPr>
        <p:grpSpPr>
          <a:xfrm>
            <a:off x="-23160" y="1547770"/>
            <a:ext cx="6697670" cy="5048029"/>
            <a:chOff x="-6692923" y="-3207222"/>
            <a:chExt cx="6697670" cy="5048029"/>
          </a:xfrm>
        </p:grpSpPr>
        <p:sp>
          <p:nvSpPr>
            <p:cNvPr id="7" name="Freeform: Shape 6">
              <a:extLst>
                <a:ext uri="{FF2B5EF4-FFF2-40B4-BE49-F238E27FC236}">
                  <a16:creationId xmlns:a16="http://schemas.microsoft.com/office/drawing/2014/main" id="{305C6822-AE77-F53B-33B7-95EEE310AA42}"/>
                </a:ext>
              </a:extLst>
            </p:cNvPr>
            <p:cNvSpPr/>
            <p:nvPr/>
          </p:nvSpPr>
          <p:spPr>
            <a:xfrm>
              <a:off x="-6676592" y="-3207222"/>
              <a:ext cx="1632320" cy="1682676"/>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008545"/>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6676592" y="-3207222"/>
              <a:ext cx="1632320" cy="1682676"/>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chemeClr val="accent5"/>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6676592" y="-3207222"/>
              <a:ext cx="1632320"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003818"/>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5043220" y="-1524546"/>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chemeClr val="accent5"/>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5043220" y="-1524484"/>
              <a:ext cx="1682676" cy="1699193"/>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003818"/>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003818"/>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006434"/>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3376875" y="-975882"/>
              <a:ext cx="2830360" cy="2816688"/>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chemeClr val="accent5"/>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3377061" y="-435323"/>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5"/>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3376875" y="124910"/>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5"/>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76875" y="702835"/>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5"/>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6692923" y="-152442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008545"/>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6692923" y="-1524484"/>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5868041" y="-1524546"/>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6692923"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5868041"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6676592" y="125157"/>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006434"/>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6676592" y="188752"/>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008545"/>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5700330" y="1110389"/>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chemeClr val="accent5"/>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6676592" y="125157"/>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9C805D"/>
            </a:solidFill>
            <a:ln w="8399" cap="flat">
              <a:noFill/>
              <a:prstDash val="solid"/>
              <a:miter/>
            </a:ln>
          </p:spPr>
          <p:txBody>
            <a:bodyPr rtlCol="0" anchor="ctr"/>
            <a:lstStyle/>
            <a:p>
              <a:endParaRPr lang="en-ZA"/>
            </a:p>
          </p:txBody>
        </p:sp>
      </p:grpSp>
      <p:sp>
        <p:nvSpPr>
          <p:cNvPr id="222" name="Rectangle 221">
            <a:extLst>
              <a:ext uri="{FF2B5EF4-FFF2-40B4-BE49-F238E27FC236}">
                <a16:creationId xmlns:a16="http://schemas.microsoft.com/office/drawing/2014/main" id="{59E4994D-68D0-A472-3417-80CB53FD8BDE}"/>
              </a:ext>
            </a:extLst>
          </p:cNvPr>
          <p:cNvSpPr/>
          <p:nvPr/>
        </p:nvSpPr>
        <p:spPr>
          <a:xfrm>
            <a:off x="0" y="6444619"/>
            <a:ext cx="12192000" cy="43099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5508678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ver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EF3529-39E0-8463-443F-C5C636898D8D}"/>
              </a:ext>
            </a:extLst>
          </p:cNvPr>
          <p:cNvSpPr/>
          <p:nvPr/>
        </p:nvSpPr>
        <p:spPr>
          <a:xfrm>
            <a:off x="0" y="0"/>
            <a:ext cx="12192000" cy="68808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Graphic 6">
            <a:extLst>
              <a:ext uri="{FF2B5EF4-FFF2-40B4-BE49-F238E27FC236}">
                <a16:creationId xmlns:a16="http://schemas.microsoft.com/office/drawing/2014/main" id="{50A8A194-8C25-A2F8-D8E4-809D2DC46F7F}"/>
              </a:ext>
            </a:extLst>
          </p:cNvPr>
          <p:cNvPicPr>
            <a:picLocks noChangeAspect="1"/>
          </p:cNvPicPr>
          <p:nvPr/>
        </p:nvPicPr>
        <p:blipFill>
          <a:blip>
            <a:extLst>
              <a:ext uri="{96DAC541-7B7A-43D3-8B79-37D633B846F1}">
                <asvg:svgBlip xmlns:asvg="http://schemas.microsoft.com/office/drawing/2016/SVG/main" r:embed="rId2"/>
              </a:ext>
            </a:extLst>
          </a:blip>
          <a:srcRect r="25556"/>
          <a:stretch/>
        </p:blipFill>
        <p:spPr>
          <a:xfrm>
            <a:off x="5352690" y="15240"/>
            <a:ext cx="6829864" cy="6880860"/>
          </a:xfrm>
          <a:prstGeom prst="rect">
            <a:avLst/>
          </a:prstGeom>
        </p:spPr>
      </p:pic>
      <p:sp>
        <p:nvSpPr>
          <p:cNvPr id="5" name="Slide Number Placeholder 4">
            <a:extLst>
              <a:ext uri="{FF2B5EF4-FFF2-40B4-BE49-F238E27FC236}">
                <a16:creationId xmlns:a16="http://schemas.microsoft.com/office/drawing/2014/main" id="{B4AA8C9C-E4CA-A0C2-BF84-CC7596B5502C}"/>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28393626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ver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8491CB-0E59-0580-2119-5498C9A20FBA}"/>
              </a:ext>
            </a:extLst>
          </p:cNvPr>
          <p:cNvSpPr>
            <a:spLocks noGrp="1"/>
          </p:cNvSpPr>
          <p:nvPr>
            <p:ph type="pic" sz="quarter" idx="13"/>
          </p:nvPr>
        </p:nvSpPr>
        <p:spPr>
          <a:xfrm>
            <a:off x="5114926" y="0"/>
            <a:ext cx="4787846" cy="6858000"/>
          </a:xfrm>
        </p:spPr>
        <p:txBody>
          <a:bodyPr/>
          <a:lstStyle/>
          <a:p>
            <a:endParaRPr lang="en-ZA"/>
          </a:p>
        </p:txBody>
      </p:sp>
      <p:sp>
        <p:nvSpPr>
          <p:cNvPr id="7" name="Rectangle 6">
            <a:extLst>
              <a:ext uri="{FF2B5EF4-FFF2-40B4-BE49-F238E27FC236}">
                <a16:creationId xmlns:a16="http://schemas.microsoft.com/office/drawing/2014/main" id="{1A9B5637-C73F-A33C-69D9-80BB032709D2}"/>
              </a:ext>
            </a:extLst>
          </p:cNvPr>
          <p:cNvSpPr/>
          <p:nvPr/>
        </p:nvSpPr>
        <p:spPr>
          <a:xfrm>
            <a:off x="-1" y="0"/>
            <a:ext cx="511426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3" name="Graphic 10">
            <a:extLst>
              <a:ext uri="{FF2B5EF4-FFF2-40B4-BE49-F238E27FC236}">
                <a16:creationId xmlns:a16="http://schemas.microsoft.com/office/drawing/2014/main" id="{107C579C-5ED4-B0F7-EB5B-B307FC432A38}"/>
              </a:ext>
            </a:extLst>
          </p:cNvPr>
          <p:cNvGrpSpPr/>
          <p:nvPr/>
        </p:nvGrpSpPr>
        <p:grpSpPr>
          <a:xfrm>
            <a:off x="9903436" y="4571149"/>
            <a:ext cx="2288564" cy="2288564"/>
            <a:chOff x="9659449" y="4405026"/>
            <a:chExt cx="2454687" cy="2454687"/>
          </a:xfrm>
        </p:grpSpPr>
        <p:sp>
          <p:nvSpPr>
            <p:cNvPr id="14" name="Freeform: Shape 13">
              <a:extLst>
                <a:ext uri="{FF2B5EF4-FFF2-40B4-BE49-F238E27FC236}">
                  <a16:creationId xmlns:a16="http://schemas.microsoft.com/office/drawing/2014/main" id="{4AFB27C5-9EDE-AE39-272F-0572C15BE9DC}"/>
                </a:ext>
              </a:extLst>
            </p:cNvPr>
            <p:cNvSpPr/>
            <p:nvPr/>
          </p:nvSpPr>
          <p:spPr>
            <a:xfrm rot="10800000">
              <a:off x="9659449" y="4405121"/>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rgbClr val="F4F4F4"/>
            </a:solidFill>
            <a:ln w="9525" cap="flat">
              <a:noFill/>
              <a:prstDash val="solid"/>
              <a:miter/>
            </a:ln>
          </p:spPr>
          <p:txBody>
            <a:bodyPr rtlCol="0" anchor="ctr"/>
            <a:lstStyle/>
            <a:p>
              <a:endParaRPr lang="en-ZA"/>
            </a:p>
          </p:txBody>
        </p:sp>
        <p:grpSp>
          <p:nvGrpSpPr>
            <p:cNvPr id="15" name="Graphic 10">
              <a:extLst>
                <a:ext uri="{FF2B5EF4-FFF2-40B4-BE49-F238E27FC236}">
                  <a16:creationId xmlns:a16="http://schemas.microsoft.com/office/drawing/2014/main" id="{472DE2D7-1AAC-739C-2D8F-DC8581E99D4C}"/>
                </a:ext>
              </a:extLst>
            </p:cNvPr>
            <p:cNvGrpSpPr/>
            <p:nvPr/>
          </p:nvGrpSpPr>
          <p:grpSpPr>
            <a:xfrm>
              <a:off x="9659449" y="4405026"/>
              <a:ext cx="2454687" cy="2454687"/>
              <a:chOff x="9659449" y="4405026"/>
              <a:chExt cx="2454687" cy="2454687"/>
            </a:xfrm>
            <a:solidFill>
              <a:srgbClr val="008545"/>
            </a:solidFill>
          </p:grpSpPr>
          <p:sp>
            <p:nvSpPr>
              <p:cNvPr id="16" name="Freeform: Shape 15">
                <a:extLst>
                  <a:ext uri="{FF2B5EF4-FFF2-40B4-BE49-F238E27FC236}">
                    <a16:creationId xmlns:a16="http://schemas.microsoft.com/office/drawing/2014/main" id="{54B07176-7E9D-16F1-2B8D-CC1DF8A28C9B}"/>
                  </a:ext>
                </a:extLst>
              </p:cNvPr>
              <p:cNvSpPr/>
              <p:nvPr/>
            </p:nvSpPr>
            <p:spPr>
              <a:xfrm>
                <a:off x="9659449" y="4405122"/>
                <a:ext cx="2454592" cy="2454592"/>
              </a:xfrm>
              <a:custGeom>
                <a:avLst/>
                <a:gdLst>
                  <a:gd name="connsiteX0" fmla="*/ 66389 w 2454592"/>
                  <a:gd name="connsiteY0" fmla="*/ 0 h 2454592"/>
                  <a:gd name="connsiteX1" fmla="*/ 0 w 2454592"/>
                  <a:gd name="connsiteY1" fmla="*/ 0 h 2454592"/>
                  <a:gd name="connsiteX2" fmla="*/ 2454593 w 2454592"/>
                  <a:gd name="connsiteY2" fmla="*/ 2454592 h 2454592"/>
                  <a:gd name="connsiteX3" fmla="*/ 2454593 w 2454592"/>
                  <a:gd name="connsiteY3" fmla="*/ 2388203 h 2454592"/>
                  <a:gd name="connsiteX4" fmla="*/ 66389 w 2454592"/>
                  <a:gd name="connsiteY4" fmla="*/ 0 h 2454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592" h="2454592">
                    <a:moveTo>
                      <a:pt x="66389" y="0"/>
                    </a:moveTo>
                    <a:lnTo>
                      <a:pt x="0" y="0"/>
                    </a:lnTo>
                    <a:cubicBezTo>
                      <a:pt x="0" y="1353502"/>
                      <a:pt x="1101185" y="2454592"/>
                      <a:pt x="2454593" y="2454592"/>
                    </a:cubicBezTo>
                    <a:lnTo>
                      <a:pt x="2454593" y="2388203"/>
                    </a:lnTo>
                    <a:cubicBezTo>
                      <a:pt x="1137761" y="2388203"/>
                      <a:pt x="66389" y="1316831"/>
                      <a:pt x="66389" y="0"/>
                    </a:cubicBezTo>
                    <a:close/>
                  </a:path>
                </a:pathLst>
              </a:custGeom>
              <a:solidFill>
                <a:schemeClr val="tx2"/>
              </a:solidFill>
              <a:ln w="9525"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23F01FCE-1B24-DE78-33CA-92B1C62B7B36}"/>
                  </a:ext>
                </a:extLst>
              </p:cNvPr>
              <p:cNvSpPr/>
              <p:nvPr/>
            </p:nvSpPr>
            <p:spPr>
              <a:xfrm>
                <a:off x="10261619" y="4405122"/>
                <a:ext cx="1852517" cy="1852517"/>
              </a:xfrm>
              <a:custGeom>
                <a:avLst/>
                <a:gdLst>
                  <a:gd name="connsiteX0" fmla="*/ 66389 w 1852517"/>
                  <a:gd name="connsiteY0" fmla="*/ 0 h 1852517"/>
                  <a:gd name="connsiteX1" fmla="*/ 0 w 1852517"/>
                  <a:gd name="connsiteY1" fmla="*/ 0 h 1852517"/>
                  <a:gd name="connsiteX2" fmla="*/ 1852517 w 1852517"/>
                  <a:gd name="connsiteY2" fmla="*/ 1852517 h 1852517"/>
                  <a:gd name="connsiteX3" fmla="*/ 1852517 w 1852517"/>
                  <a:gd name="connsiteY3" fmla="*/ 1786128 h 1852517"/>
                  <a:gd name="connsiteX4" fmla="*/ 66389 w 1852517"/>
                  <a:gd name="connsiteY4" fmla="*/ 0 h 1852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517" h="1852517">
                    <a:moveTo>
                      <a:pt x="66389" y="0"/>
                    </a:moveTo>
                    <a:lnTo>
                      <a:pt x="0" y="0"/>
                    </a:lnTo>
                    <a:cubicBezTo>
                      <a:pt x="0" y="1021461"/>
                      <a:pt x="831056" y="1852517"/>
                      <a:pt x="1852517" y="1852517"/>
                    </a:cubicBezTo>
                    <a:lnTo>
                      <a:pt x="1852517" y="1786128"/>
                    </a:lnTo>
                    <a:cubicBezTo>
                      <a:pt x="867632" y="1786128"/>
                      <a:pt x="66389" y="984885"/>
                      <a:pt x="66389" y="0"/>
                    </a:cubicBezTo>
                    <a:close/>
                  </a:path>
                </a:pathLst>
              </a:custGeom>
              <a:solidFill>
                <a:schemeClr val="tx2"/>
              </a:solidFill>
              <a:ln w="9525" cap="flat">
                <a:no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72AD930C-3F2A-8255-86D8-B91438571957}"/>
                  </a:ext>
                </a:extLst>
              </p:cNvPr>
              <p:cNvSpPr/>
              <p:nvPr/>
            </p:nvSpPr>
            <p:spPr>
              <a:xfrm>
                <a:off x="10870171" y="4405026"/>
                <a:ext cx="1243869" cy="1243965"/>
              </a:xfrm>
              <a:custGeom>
                <a:avLst/>
                <a:gdLst>
                  <a:gd name="connsiteX0" fmla="*/ 66389 w 1243869"/>
                  <a:gd name="connsiteY0" fmla="*/ 95 h 1243965"/>
                  <a:gd name="connsiteX1" fmla="*/ 0 w 1243869"/>
                  <a:gd name="connsiteY1" fmla="*/ 95 h 1243965"/>
                  <a:gd name="connsiteX2" fmla="*/ 1243870 w 1243869"/>
                  <a:gd name="connsiteY2" fmla="*/ 1243965 h 1243965"/>
                  <a:gd name="connsiteX3" fmla="*/ 1243870 w 1243869"/>
                  <a:gd name="connsiteY3" fmla="*/ 1177576 h 1243965"/>
                  <a:gd name="connsiteX4" fmla="*/ 66389 w 1243869"/>
                  <a:gd name="connsiteY4" fmla="*/ 0 h 1243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869" h="1243965">
                    <a:moveTo>
                      <a:pt x="66389" y="95"/>
                    </a:moveTo>
                    <a:lnTo>
                      <a:pt x="0" y="95"/>
                    </a:lnTo>
                    <a:cubicBezTo>
                      <a:pt x="0" y="685990"/>
                      <a:pt x="557975" y="1243965"/>
                      <a:pt x="1243870" y="1243965"/>
                    </a:cubicBezTo>
                    <a:lnTo>
                      <a:pt x="1243870" y="1177576"/>
                    </a:lnTo>
                    <a:cubicBezTo>
                      <a:pt x="594551" y="1177576"/>
                      <a:pt x="66389" y="649319"/>
                      <a:pt x="66389" y="0"/>
                    </a:cubicBezTo>
                    <a:close/>
                  </a:path>
                </a:pathLst>
              </a:custGeom>
              <a:solidFill>
                <a:schemeClr val="tx2"/>
              </a:solidFill>
              <a:ln w="9525"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FB8F766C-F083-3050-72BA-01090E1F8187}"/>
                  </a:ext>
                </a:extLst>
              </p:cNvPr>
              <p:cNvSpPr/>
              <p:nvPr/>
            </p:nvSpPr>
            <p:spPr>
              <a:xfrm>
                <a:off x="11396808" y="4405122"/>
                <a:ext cx="717232" cy="717232"/>
              </a:xfrm>
              <a:custGeom>
                <a:avLst/>
                <a:gdLst>
                  <a:gd name="connsiteX0" fmla="*/ 66389 w 717232"/>
                  <a:gd name="connsiteY0" fmla="*/ 0 h 717232"/>
                  <a:gd name="connsiteX1" fmla="*/ 0 w 717232"/>
                  <a:gd name="connsiteY1" fmla="*/ 0 h 717232"/>
                  <a:gd name="connsiteX2" fmla="*/ 717233 w 717232"/>
                  <a:gd name="connsiteY2" fmla="*/ 717232 h 717232"/>
                  <a:gd name="connsiteX3" fmla="*/ 717233 w 717232"/>
                  <a:gd name="connsiteY3" fmla="*/ 650843 h 717232"/>
                  <a:gd name="connsiteX4" fmla="*/ 66389 w 717232"/>
                  <a:gd name="connsiteY4" fmla="*/ 0 h 7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232" h="717232">
                    <a:moveTo>
                      <a:pt x="66389" y="0"/>
                    </a:moveTo>
                    <a:lnTo>
                      <a:pt x="0" y="0"/>
                    </a:lnTo>
                    <a:cubicBezTo>
                      <a:pt x="0" y="395478"/>
                      <a:pt x="321755" y="717232"/>
                      <a:pt x="717233" y="717232"/>
                    </a:cubicBezTo>
                    <a:lnTo>
                      <a:pt x="717233" y="650843"/>
                    </a:lnTo>
                    <a:cubicBezTo>
                      <a:pt x="358331" y="650843"/>
                      <a:pt x="66389" y="358902"/>
                      <a:pt x="66389" y="0"/>
                    </a:cubicBezTo>
                    <a:close/>
                  </a:path>
                </a:pathLst>
              </a:custGeom>
              <a:solidFill>
                <a:schemeClr val="tx2"/>
              </a:solidFill>
              <a:ln w="9525" cap="flat">
                <a:noFill/>
                <a:prstDash val="solid"/>
                <a:miter/>
              </a:ln>
            </p:spPr>
            <p:txBody>
              <a:bodyPr rtlCol="0" anchor="ctr"/>
              <a:lstStyle/>
              <a:p>
                <a:endParaRPr lang="en-ZA"/>
              </a:p>
            </p:txBody>
          </p:sp>
        </p:grpSp>
      </p:grpSp>
      <p:grpSp>
        <p:nvGrpSpPr>
          <p:cNvPr id="20" name="Graphic 10">
            <a:extLst>
              <a:ext uri="{FF2B5EF4-FFF2-40B4-BE49-F238E27FC236}">
                <a16:creationId xmlns:a16="http://schemas.microsoft.com/office/drawing/2014/main" id="{5E98ADCC-7CF7-B0AB-A1BE-895F56745DAF}"/>
              </a:ext>
            </a:extLst>
          </p:cNvPr>
          <p:cNvGrpSpPr/>
          <p:nvPr/>
        </p:nvGrpSpPr>
        <p:grpSpPr>
          <a:xfrm>
            <a:off x="9903525" y="2284716"/>
            <a:ext cx="2288475" cy="2288476"/>
            <a:chOff x="9659449" y="1952625"/>
            <a:chExt cx="2454592" cy="2454592"/>
          </a:xfrm>
        </p:grpSpPr>
        <p:sp>
          <p:nvSpPr>
            <p:cNvPr id="21" name="Freeform: Shape 20">
              <a:extLst>
                <a:ext uri="{FF2B5EF4-FFF2-40B4-BE49-F238E27FC236}">
                  <a16:creationId xmlns:a16="http://schemas.microsoft.com/office/drawing/2014/main" id="{3F5C3639-5873-CC2E-198E-73AF45ED827B}"/>
                </a:ext>
              </a:extLst>
            </p:cNvPr>
            <p:cNvSpPr/>
            <p:nvPr/>
          </p:nvSpPr>
          <p:spPr>
            <a:xfrm>
              <a:off x="9659449" y="1952625"/>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chemeClr val="accent4"/>
            </a:solidFill>
            <a:ln w="9525"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37439517-A531-5FE9-147E-6FB0B5568723}"/>
                </a:ext>
              </a:extLst>
            </p:cNvPr>
            <p:cNvSpPr/>
            <p:nvPr/>
          </p:nvSpPr>
          <p:spPr>
            <a:xfrm rot="10800000">
              <a:off x="1139680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90E94773-89CB-7DDB-AD73-B3EA63C0364F}"/>
                </a:ext>
              </a:extLst>
            </p:cNvPr>
            <p:cNvSpPr/>
            <p:nvPr/>
          </p:nvSpPr>
          <p:spPr>
            <a:xfrm rot="10800000">
              <a:off x="10870171"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C81607AB-084A-B478-2A58-73C2A9863386}"/>
                </a:ext>
              </a:extLst>
            </p:cNvPr>
            <p:cNvSpPr/>
            <p:nvPr/>
          </p:nvSpPr>
          <p:spPr>
            <a:xfrm rot="10800000">
              <a:off x="10264858"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0BB75D5F-BDAB-8B8A-EB3B-DDB4A1634A17}"/>
                </a:ext>
              </a:extLst>
            </p:cNvPr>
            <p:cNvSpPr/>
            <p:nvPr/>
          </p:nvSpPr>
          <p:spPr>
            <a:xfrm rot="10800000">
              <a:off x="965944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grpSp>
      <p:sp>
        <p:nvSpPr>
          <p:cNvPr id="27" name="Freeform: Shape 26">
            <a:extLst>
              <a:ext uri="{FF2B5EF4-FFF2-40B4-BE49-F238E27FC236}">
                <a16:creationId xmlns:a16="http://schemas.microsoft.com/office/drawing/2014/main" id="{FCAFC1E3-8044-9EC8-17BA-0F7D843A0355}"/>
              </a:ext>
            </a:extLst>
          </p:cNvPr>
          <p:cNvSpPr/>
          <p:nvPr/>
        </p:nvSpPr>
        <p:spPr>
          <a:xfrm rot="10800000">
            <a:off x="9903524" y="0"/>
            <a:ext cx="2288476" cy="2288477"/>
          </a:xfrm>
          <a:custGeom>
            <a:avLst/>
            <a:gdLst>
              <a:gd name="connsiteX0" fmla="*/ 0 w 4907089"/>
              <a:gd name="connsiteY0" fmla="*/ 0 h 4907089"/>
              <a:gd name="connsiteX1" fmla="*/ 4907090 w 4907089"/>
              <a:gd name="connsiteY1" fmla="*/ 0 h 4907089"/>
              <a:gd name="connsiteX2" fmla="*/ 4907090 w 4907089"/>
              <a:gd name="connsiteY2" fmla="*/ 4907090 h 4907089"/>
              <a:gd name="connsiteX3" fmla="*/ 0 w 4907089"/>
              <a:gd name="connsiteY3" fmla="*/ 4907090 h 4907089"/>
            </a:gdLst>
            <a:ahLst/>
            <a:cxnLst>
              <a:cxn ang="0">
                <a:pos x="connsiteX0" y="connsiteY0"/>
              </a:cxn>
              <a:cxn ang="0">
                <a:pos x="connsiteX1" y="connsiteY1"/>
              </a:cxn>
              <a:cxn ang="0">
                <a:pos x="connsiteX2" y="connsiteY2"/>
              </a:cxn>
              <a:cxn ang="0">
                <a:pos x="connsiteX3" y="connsiteY3"/>
              </a:cxn>
            </a:cxnLst>
            <a:rect l="l" t="t" r="r" b="b"/>
            <a:pathLst>
              <a:path w="4907089" h="4907089">
                <a:moveTo>
                  <a:pt x="0" y="0"/>
                </a:moveTo>
                <a:lnTo>
                  <a:pt x="4907090" y="0"/>
                </a:lnTo>
                <a:lnTo>
                  <a:pt x="4907090" y="4907090"/>
                </a:lnTo>
                <a:lnTo>
                  <a:pt x="0" y="4907090"/>
                </a:lnTo>
                <a:close/>
              </a:path>
            </a:pathLst>
          </a:custGeom>
          <a:solidFill>
            <a:schemeClr val="accent1"/>
          </a:solidFill>
          <a:ln w="9525" cap="flat">
            <a:noFill/>
            <a:prstDash val="solid"/>
            <a:miter/>
          </a:ln>
        </p:spPr>
        <p:txBody>
          <a:bodyPr rtlCol="0" anchor="ctr"/>
          <a:lstStyle/>
          <a:p>
            <a:endParaRPr lang="en-ZA"/>
          </a:p>
        </p:txBody>
      </p:sp>
      <p:grpSp>
        <p:nvGrpSpPr>
          <p:cNvPr id="28" name="Graphic 10">
            <a:extLst>
              <a:ext uri="{FF2B5EF4-FFF2-40B4-BE49-F238E27FC236}">
                <a16:creationId xmlns:a16="http://schemas.microsoft.com/office/drawing/2014/main" id="{A3D50B3D-C2D8-A3BE-5782-71DE5FF954C3}"/>
              </a:ext>
            </a:extLst>
          </p:cNvPr>
          <p:cNvGrpSpPr/>
          <p:nvPr/>
        </p:nvGrpSpPr>
        <p:grpSpPr>
          <a:xfrm>
            <a:off x="9903480" y="0"/>
            <a:ext cx="2288476" cy="2288477"/>
            <a:chOff x="12114041" y="1952625"/>
            <a:chExt cx="4907089" cy="4907089"/>
          </a:xfrm>
          <a:solidFill>
            <a:schemeClr val="accent2"/>
          </a:solidFill>
        </p:grpSpPr>
        <p:sp>
          <p:nvSpPr>
            <p:cNvPr id="29" name="Freeform: Shape 28">
              <a:extLst>
                <a:ext uri="{FF2B5EF4-FFF2-40B4-BE49-F238E27FC236}">
                  <a16:creationId xmlns:a16="http://schemas.microsoft.com/office/drawing/2014/main" id="{1B5AAC01-B805-E7EB-D79E-55BF28E215A7}"/>
                </a:ext>
              </a:extLst>
            </p:cNvPr>
            <p:cNvSpPr/>
            <p:nvPr/>
          </p:nvSpPr>
          <p:spPr>
            <a:xfrm>
              <a:off x="15949377" y="5787008"/>
              <a:ext cx="1071753" cy="1072705"/>
            </a:xfrm>
            <a:custGeom>
              <a:avLst/>
              <a:gdLst>
                <a:gd name="connsiteX0" fmla="*/ 953 w 1071753"/>
                <a:gd name="connsiteY0" fmla="*/ 1072706 h 1072705"/>
                <a:gd name="connsiteX1" fmla="*/ 503777 w 1071753"/>
                <a:gd name="connsiteY1" fmla="*/ 1072706 h 1072705"/>
                <a:gd name="connsiteX2" fmla="*/ 1071753 w 1071753"/>
                <a:gd name="connsiteY2" fmla="*/ 504730 h 1072705"/>
                <a:gd name="connsiteX3" fmla="*/ 1071753 w 1071753"/>
                <a:gd name="connsiteY3" fmla="*/ 0 h 1072705"/>
                <a:gd name="connsiteX4" fmla="*/ 0 w 1071753"/>
                <a:gd name="connsiteY4" fmla="*/ 1071849 h 1072705"/>
                <a:gd name="connsiteX5" fmla="*/ 953 w 1071753"/>
                <a:gd name="connsiteY5" fmla="*/ 1072706 h 107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753" h="1072705">
                  <a:moveTo>
                    <a:pt x="953" y="1072706"/>
                  </a:moveTo>
                  <a:lnTo>
                    <a:pt x="503777" y="1072706"/>
                  </a:lnTo>
                  <a:lnTo>
                    <a:pt x="1071753" y="504730"/>
                  </a:lnTo>
                  <a:lnTo>
                    <a:pt x="1071753" y="0"/>
                  </a:lnTo>
                  <a:lnTo>
                    <a:pt x="0" y="1071849"/>
                  </a:lnTo>
                  <a:lnTo>
                    <a:pt x="953" y="1072706"/>
                  </a:lnTo>
                  <a:close/>
                </a:path>
              </a:pathLst>
            </a:custGeom>
            <a:grpFill/>
            <a:ln w="9525" cap="flat">
              <a:noFill/>
              <a:prstDash val="solid"/>
              <a:miter/>
            </a:ln>
          </p:spPr>
          <p:txBody>
            <a:bodyPr rtlCol="0" anchor="ctr"/>
            <a:lstStyle/>
            <a:p>
              <a:endParaRPr lang="en-ZA"/>
            </a:p>
          </p:txBody>
        </p:sp>
        <p:sp>
          <p:nvSpPr>
            <p:cNvPr id="30" name="Freeform: Shape 29">
              <a:extLst>
                <a:ext uri="{FF2B5EF4-FFF2-40B4-BE49-F238E27FC236}">
                  <a16:creationId xmlns:a16="http://schemas.microsoft.com/office/drawing/2014/main" id="{30345E4E-E6D6-4873-20AF-D610926F3A2E}"/>
                </a:ext>
              </a:extLst>
            </p:cNvPr>
            <p:cNvSpPr/>
            <p:nvPr/>
          </p:nvSpPr>
          <p:spPr>
            <a:xfrm>
              <a:off x="14579587" y="4417218"/>
              <a:ext cx="2441543" cy="2442495"/>
            </a:xfrm>
            <a:custGeom>
              <a:avLst/>
              <a:gdLst>
                <a:gd name="connsiteX0" fmla="*/ 858 w 2441543"/>
                <a:gd name="connsiteY0" fmla="*/ 2442496 h 2442495"/>
                <a:gd name="connsiteX1" fmla="*/ 503777 w 2441543"/>
                <a:gd name="connsiteY1" fmla="*/ 2442496 h 2442495"/>
                <a:gd name="connsiteX2" fmla="*/ 2441544 w 2441543"/>
                <a:gd name="connsiteY2" fmla="*/ 504635 h 2442495"/>
                <a:gd name="connsiteX3" fmla="*/ 2441544 w 2441543"/>
                <a:gd name="connsiteY3" fmla="*/ 0 h 2442495"/>
                <a:gd name="connsiteX4" fmla="*/ 0 w 2441543"/>
                <a:gd name="connsiteY4" fmla="*/ 2441639 h 2442495"/>
                <a:gd name="connsiteX5" fmla="*/ 858 w 2441543"/>
                <a:gd name="connsiteY5" fmla="*/ 2442496 h 244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1543" h="2442495">
                  <a:moveTo>
                    <a:pt x="858" y="2442496"/>
                  </a:moveTo>
                  <a:lnTo>
                    <a:pt x="503777" y="2442496"/>
                  </a:lnTo>
                  <a:lnTo>
                    <a:pt x="2441544" y="504635"/>
                  </a:lnTo>
                  <a:lnTo>
                    <a:pt x="2441544" y="0"/>
                  </a:lnTo>
                  <a:lnTo>
                    <a:pt x="0" y="2441639"/>
                  </a:lnTo>
                  <a:lnTo>
                    <a:pt x="858" y="2442496"/>
                  </a:lnTo>
                  <a:close/>
                </a:path>
              </a:pathLst>
            </a:custGeom>
            <a:grpFill/>
            <a:ln w="9525" cap="flat">
              <a:noFill/>
              <a:prstDash val="solid"/>
              <a:miter/>
            </a:ln>
          </p:spPr>
          <p:txBody>
            <a:bodyPr rtlCol="0" anchor="ctr"/>
            <a:lstStyle/>
            <a:p>
              <a:endParaRPr lang="en-ZA"/>
            </a:p>
          </p:txBody>
        </p:sp>
        <p:sp>
          <p:nvSpPr>
            <p:cNvPr id="31" name="Freeform: Shape 30">
              <a:extLst>
                <a:ext uri="{FF2B5EF4-FFF2-40B4-BE49-F238E27FC236}">
                  <a16:creationId xmlns:a16="http://schemas.microsoft.com/office/drawing/2014/main" id="{59E30E0A-2925-D13B-C17D-3852DCD7305F}"/>
                </a:ext>
              </a:extLst>
            </p:cNvPr>
            <p:cNvSpPr/>
            <p:nvPr/>
          </p:nvSpPr>
          <p:spPr>
            <a:xfrm>
              <a:off x="13209702" y="3047333"/>
              <a:ext cx="3811428" cy="3812381"/>
            </a:xfrm>
            <a:custGeom>
              <a:avLst/>
              <a:gdLst>
                <a:gd name="connsiteX0" fmla="*/ 952 w 3811428"/>
                <a:gd name="connsiteY0" fmla="*/ 3812381 h 3812381"/>
                <a:gd name="connsiteX1" fmla="*/ 503777 w 3811428"/>
                <a:gd name="connsiteY1" fmla="*/ 3812381 h 3812381"/>
                <a:gd name="connsiteX2" fmla="*/ 3811429 w 3811428"/>
                <a:gd name="connsiteY2" fmla="*/ 504730 h 3812381"/>
                <a:gd name="connsiteX3" fmla="*/ 3811429 w 3811428"/>
                <a:gd name="connsiteY3" fmla="*/ 0 h 3812381"/>
                <a:gd name="connsiteX4" fmla="*/ 0 w 3811428"/>
                <a:gd name="connsiteY4" fmla="*/ 3811524 h 3812381"/>
                <a:gd name="connsiteX5" fmla="*/ 952 w 3811428"/>
                <a:gd name="connsiteY5" fmla="*/ 3812381 h 38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1428" h="3812381">
                  <a:moveTo>
                    <a:pt x="952" y="3812381"/>
                  </a:moveTo>
                  <a:lnTo>
                    <a:pt x="503777" y="3812381"/>
                  </a:lnTo>
                  <a:lnTo>
                    <a:pt x="3811429" y="504730"/>
                  </a:lnTo>
                  <a:lnTo>
                    <a:pt x="3811429" y="0"/>
                  </a:lnTo>
                  <a:lnTo>
                    <a:pt x="0" y="3811524"/>
                  </a:lnTo>
                  <a:lnTo>
                    <a:pt x="952" y="3812381"/>
                  </a:lnTo>
                  <a:close/>
                </a:path>
              </a:pathLst>
            </a:custGeom>
            <a:grpFill/>
            <a:ln w="9525" cap="flat">
              <a:noFill/>
              <a:prstDash val="solid"/>
              <a:miter/>
            </a:ln>
          </p:spPr>
          <p:txBody>
            <a:bodyPr rtlCol="0" anchor="ctr"/>
            <a:lstStyle/>
            <a:p>
              <a:endParaRPr lang="en-ZA"/>
            </a:p>
          </p:txBody>
        </p:sp>
        <p:sp>
          <p:nvSpPr>
            <p:cNvPr id="32" name="Freeform: Shape 31">
              <a:extLst>
                <a:ext uri="{FF2B5EF4-FFF2-40B4-BE49-F238E27FC236}">
                  <a16:creationId xmlns:a16="http://schemas.microsoft.com/office/drawing/2014/main" id="{34D90E7C-0467-5452-FF89-38C193884973}"/>
                </a:ext>
              </a:extLst>
            </p:cNvPr>
            <p:cNvSpPr/>
            <p:nvPr/>
          </p:nvSpPr>
          <p:spPr>
            <a:xfrm>
              <a:off x="12114041" y="1952625"/>
              <a:ext cx="4907089" cy="4907089"/>
            </a:xfrm>
            <a:custGeom>
              <a:avLst/>
              <a:gdLst>
                <a:gd name="connsiteX0" fmla="*/ 0 w 4907089"/>
                <a:gd name="connsiteY0" fmla="*/ 4907090 h 4907089"/>
                <a:gd name="connsiteX1" fmla="*/ 229648 w 4907089"/>
                <a:gd name="connsiteY1" fmla="*/ 4907090 h 4907089"/>
                <a:gd name="connsiteX2" fmla="*/ 4907090 w 4907089"/>
                <a:gd name="connsiteY2" fmla="*/ 229553 h 4907089"/>
                <a:gd name="connsiteX3" fmla="*/ 4907090 w 4907089"/>
                <a:gd name="connsiteY3" fmla="*/ 0 h 4907089"/>
                <a:gd name="connsiteX4" fmla="*/ 4632008 w 4907089"/>
                <a:gd name="connsiteY4" fmla="*/ 0 h 4907089"/>
                <a:gd name="connsiteX5" fmla="*/ 0 w 4907089"/>
                <a:gd name="connsiteY5" fmla="*/ 4632008 h 4907089"/>
                <a:gd name="connsiteX6" fmla="*/ 0 w 4907089"/>
                <a:gd name="connsiteY6" fmla="*/ 4907090 h 490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7089" h="4907089">
                  <a:moveTo>
                    <a:pt x="0" y="4907090"/>
                  </a:moveTo>
                  <a:lnTo>
                    <a:pt x="229648" y="4907090"/>
                  </a:lnTo>
                  <a:lnTo>
                    <a:pt x="4907090" y="229553"/>
                  </a:lnTo>
                  <a:lnTo>
                    <a:pt x="4907090" y="0"/>
                  </a:lnTo>
                  <a:lnTo>
                    <a:pt x="4632008" y="0"/>
                  </a:lnTo>
                  <a:lnTo>
                    <a:pt x="0" y="4632008"/>
                  </a:lnTo>
                  <a:lnTo>
                    <a:pt x="0" y="4907090"/>
                  </a:lnTo>
                  <a:close/>
                </a:path>
              </a:pathLst>
            </a:custGeom>
            <a:grpFill/>
            <a:ln w="9525"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12403D84-03CA-0631-5A53-1C82A599FE7B}"/>
                </a:ext>
              </a:extLst>
            </p:cNvPr>
            <p:cNvSpPr/>
            <p:nvPr/>
          </p:nvSpPr>
          <p:spPr>
            <a:xfrm>
              <a:off x="12114041" y="1952625"/>
              <a:ext cx="3766851" cy="3766851"/>
            </a:xfrm>
            <a:custGeom>
              <a:avLst/>
              <a:gdLst>
                <a:gd name="connsiteX0" fmla="*/ 0 w 3766851"/>
                <a:gd name="connsiteY0" fmla="*/ 3766852 h 3766851"/>
                <a:gd name="connsiteX1" fmla="*/ 3766852 w 3766851"/>
                <a:gd name="connsiteY1" fmla="*/ 0 h 3766851"/>
                <a:gd name="connsiteX2" fmla="*/ 3262217 w 3766851"/>
                <a:gd name="connsiteY2" fmla="*/ 0 h 3766851"/>
                <a:gd name="connsiteX3" fmla="*/ 0 w 3766851"/>
                <a:gd name="connsiteY3" fmla="*/ 3262122 h 3766851"/>
                <a:gd name="connsiteX4" fmla="*/ 0 w 3766851"/>
                <a:gd name="connsiteY4" fmla="*/ 3766852 h 3766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6851" h="3766851">
                  <a:moveTo>
                    <a:pt x="0" y="3766852"/>
                  </a:moveTo>
                  <a:lnTo>
                    <a:pt x="3766852" y="0"/>
                  </a:lnTo>
                  <a:lnTo>
                    <a:pt x="3262217" y="0"/>
                  </a:lnTo>
                  <a:lnTo>
                    <a:pt x="0" y="3262122"/>
                  </a:lnTo>
                  <a:lnTo>
                    <a:pt x="0" y="3766852"/>
                  </a:lnTo>
                  <a:close/>
                </a:path>
              </a:pathLst>
            </a:custGeom>
            <a:grpFill/>
            <a:ln w="9525"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0B0A6EB0-8B07-CFE8-47B8-0164AEDAEC94}"/>
                </a:ext>
              </a:extLst>
            </p:cNvPr>
            <p:cNvSpPr/>
            <p:nvPr/>
          </p:nvSpPr>
          <p:spPr>
            <a:xfrm>
              <a:off x="12114041" y="1952625"/>
              <a:ext cx="2397061" cy="2396966"/>
            </a:xfrm>
            <a:custGeom>
              <a:avLst/>
              <a:gdLst>
                <a:gd name="connsiteX0" fmla="*/ 0 w 2397061"/>
                <a:gd name="connsiteY0" fmla="*/ 2396966 h 2396966"/>
                <a:gd name="connsiteX1" fmla="*/ 2397061 w 2397061"/>
                <a:gd name="connsiteY1" fmla="*/ 0 h 2396966"/>
                <a:gd name="connsiteX2" fmla="*/ 1892332 w 2397061"/>
                <a:gd name="connsiteY2" fmla="*/ 0 h 2396966"/>
                <a:gd name="connsiteX3" fmla="*/ 0 w 2397061"/>
                <a:gd name="connsiteY3" fmla="*/ 1892332 h 2396966"/>
                <a:gd name="connsiteX4" fmla="*/ 0 w 2397061"/>
                <a:gd name="connsiteY4" fmla="*/ 2396966 h 239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061" h="2396966">
                  <a:moveTo>
                    <a:pt x="0" y="2396966"/>
                  </a:moveTo>
                  <a:lnTo>
                    <a:pt x="2397061" y="0"/>
                  </a:lnTo>
                  <a:lnTo>
                    <a:pt x="1892332" y="0"/>
                  </a:lnTo>
                  <a:lnTo>
                    <a:pt x="0" y="1892332"/>
                  </a:lnTo>
                  <a:lnTo>
                    <a:pt x="0" y="2396966"/>
                  </a:lnTo>
                  <a:close/>
                </a:path>
              </a:pathLst>
            </a:custGeom>
            <a:grpFill/>
            <a:ln w="9525"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46A35C73-ACA6-519B-4F11-C3C11B75F98B}"/>
                </a:ext>
              </a:extLst>
            </p:cNvPr>
            <p:cNvSpPr/>
            <p:nvPr/>
          </p:nvSpPr>
          <p:spPr>
            <a:xfrm>
              <a:off x="12114041" y="1952625"/>
              <a:ext cx="1027175" cy="1027175"/>
            </a:xfrm>
            <a:custGeom>
              <a:avLst/>
              <a:gdLst>
                <a:gd name="connsiteX0" fmla="*/ 0 w 1027175"/>
                <a:gd name="connsiteY0" fmla="*/ 1027176 h 1027175"/>
                <a:gd name="connsiteX1" fmla="*/ 1027176 w 1027175"/>
                <a:gd name="connsiteY1" fmla="*/ 0 h 1027175"/>
                <a:gd name="connsiteX2" fmla="*/ 522541 w 1027175"/>
                <a:gd name="connsiteY2" fmla="*/ 0 h 1027175"/>
                <a:gd name="connsiteX3" fmla="*/ 0 w 1027175"/>
                <a:gd name="connsiteY3" fmla="*/ 522446 h 1027175"/>
                <a:gd name="connsiteX4" fmla="*/ 0 w 1027175"/>
                <a:gd name="connsiteY4" fmla="*/ 1027176 h 1027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7175" h="1027175">
                  <a:moveTo>
                    <a:pt x="0" y="1027176"/>
                  </a:moveTo>
                  <a:lnTo>
                    <a:pt x="1027176" y="0"/>
                  </a:lnTo>
                  <a:lnTo>
                    <a:pt x="522541" y="0"/>
                  </a:lnTo>
                  <a:lnTo>
                    <a:pt x="0" y="522446"/>
                  </a:lnTo>
                  <a:lnTo>
                    <a:pt x="0" y="1027176"/>
                  </a:lnTo>
                  <a:close/>
                </a:path>
              </a:pathLst>
            </a:custGeom>
            <a:grpFill/>
            <a:ln w="9525" cap="flat">
              <a:noFill/>
              <a:prstDash val="solid"/>
              <a:miter/>
            </a:ln>
          </p:spPr>
          <p:txBody>
            <a:bodyPr rtlCol="0" anchor="ctr"/>
            <a:lstStyle/>
            <a:p>
              <a:endParaRPr lang="en-ZA"/>
            </a:p>
          </p:txBody>
        </p:sp>
      </p:grpSp>
      <p:sp>
        <p:nvSpPr>
          <p:cNvPr id="3" name="Date Placeholder 2">
            <a:extLst>
              <a:ext uri="{FF2B5EF4-FFF2-40B4-BE49-F238E27FC236}">
                <a16:creationId xmlns:a16="http://schemas.microsoft.com/office/drawing/2014/main" id="{59C82C10-7969-39FF-17B0-7B74DDD4780F}"/>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CDE9C9E4-A35C-D1E9-AC21-04B325BE067A}"/>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3A198D65-4AF5-EFDF-8A93-97F2F01F6829}"/>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10641989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9B5637-C73F-A33C-69D9-80BB032709D2}"/>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Date Placeholder 1">
            <a:extLst>
              <a:ext uri="{FF2B5EF4-FFF2-40B4-BE49-F238E27FC236}">
                <a16:creationId xmlns:a16="http://schemas.microsoft.com/office/drawing/2014/main" id="{AA2FCCC7-D92E-BD1B-A17B-B60875C5435B}"/>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3" name="Footer Placeholder 2">
            <a:extLst>
              <a:ext uri="{FF2B5EF4-FFF2-40B4-BE49-F238E27FC236}">
                <a16:creationId xmlns:a16="http://schemas.microsoft.com/office/drawing/2014/main" id="{D97871E1-BF0C-5D87-2007-97BD0AFE3F2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B55CA06-5EB3-AA9B-BFE3-D6BC91BE0951}"/>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36207680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Agenda Basi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hasCustomPrompt="1"/>
          </p:nvPr>
        </p:nvSpPr>
        <p:spPr>
          <a:xfrm>
            <a:off x="550863" y="2629922"/>
            <a:ext cx="5026977" cy="905758"/>
          </a:xfrm>
        </p:spPr>
        <p:txBody>
          <a:bodyPr lIns="0" tIns="0" rIns="0" bIns="0" anchor="ctr">
            <a:noAutofit/>
          </a:bodyPr>
          <a:lstStyle>
            <a:lvl1pPr>
              <a:defRPr sz="7200">
                <a:solidFill>
                  <a:schemeClr val="bg1"/>
                </a:solidFill>
              </a:defRPr>
            </a:lvl1pPr>
          </a:lstStyle>
          <a:p>
            <a:r>
              <a:rPr lang="en-US" dirty="0"/>
              <a:t>Agenda</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550863" y="6165602"/>
            <a:ext cx="4114800" cy="402838"/>
          </a:xfrm>
        </p:spPr>
        <p:txBody>
          <a:bodyPr lIns="0"/>
          <a:lstStyle>
            <a:lvl1pPr algn="l">
              <a:defRPr/>
            </a:lvl1pPr>
          </a:lstStyle>
          <a:p>
            <a:r>
              <a:rPr lang="en-ZA" dirty="0"/>
              <a:t>eduvos.com</a:t>
            </a:r>
          </a:p>
        </p:txBody>
      </p:sp>
      <p:sp>
        <p:nvSpPr>
          <p:cNvPr id="5" name="Slide Number Placeholder 4">
            <a:extLst>
              <a:ext uri="{FF2B5EF4-FFF2-40B4-BE49-F238E27FC236}">
                <a16:creationId xmlns:a16="http://schemas.microsoft.com/office/drawing/2014/main" id="{A35B01D9-91B7-552D-C0F6-D7A6B04F7914}"/>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550863" y="236440"/>
            <a:ext cx="494424" cy="636685"/>
          </a:xfrm>
          <a:prstGeom prst="rect">
            <a:avLst/>
          </a:prstGeom>
        </p:spPr>
      </p:pic>
    </p:spTree>
    <p:extLst>
      <p:ext uri="{BB962C8B-B14F-4D97-AF65-F5344CB8AC3E}">
        <p14:creationId xmlns:p14="http://schemas.microsoft.com/office/powerpoint/2010/main" val="254134318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guide id="10"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big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p:nvSpPr>
        <p:spPr>
          <a:xfrm>
            <a:off x="0" y="0"/>
            <a:ext cx="210659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Graphic 4">
            <a:extLst>
              <a:ext uri="{FF2B5EF4-FFF2-40B4-BE49-F238E27FC236}">
                <a16:creationId xmlns:a16="http://schemas.microsoft.com/office/drawing/2014/main" id="{B20D89BC-F490-FA0D-AFE1-5D8773783A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38" y="0"/>
            <a:ext cx="2097353" cy="1398235"/>
          </a:xfrm>
          <a:prstGeom prst="rect">
            <a:avLst/>
          </a:prstGeom>
        </p:spPr>
      </p:pic>
      <p:pic>
        <p:nvPicPr>
          <p:cNvPr id="25" name="Graphic 24">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11174683" y="334768"/>
            <a:ext cx="611910" cy="787976"/>
          </a:xfrm>
          <a:prstGeom prst="rect">
            <a:avLst/>
          </a:prstGeom>
        </p:spPr>
      </p:pic>
      <p:grpSp>
        <p:nvGrpSpPr>
          <p:cNvPr id="31" name="Group 30">
            <a:extLst>
              <a:ext uri="{FF2B5EF4-FFF2-40B4-BE49-F238E27FC236}">
                <a16:creationId xmlns:a16="http://schemas.microsoft.com/office/drawing/2014/main" id="{B95CB992-7942-FE05-0F32-FAC294737D30}"/>
              </a:ext>
            </a:extLst>
          </p:cNvPr>
          <p:cNvGrpSpPr/>
          <p:nvPr/>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33544" y="1470519"/>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sp>
        <p:nvSpPr>
          <p:cNvPr id="9" name="Media Placeholder 8">
            <a:extLst>
              <a:ext uri="{FF2B5EF4-FFF2-40B4-BE49-F238E27FC236}">
                <a16:creationId xmlns:a16="http://schemas.microsoft.com/office/drawing/2014/main" id="{2A2F79EB-CD8F-3C2C-8516-11E1B2210E11}"/>
              </a:ext>
            </a:extLst>
          </p:cNvPr>
          <p:cNvSpPr>
            <a:spLocks noGrp="1"/>
          </p:cNvSpPr>
          <p:nvPr>
            <p:ph type="media" sz="quarter" idx="13"/>
          </p:nvPr>
        </p:nvSpPr>
        <p:spPr>
          <a:xfrm>
            <a:off x="7883208" y="1881277"/>
            <a:ext cx="3054350" cy="1743234"/>
          </a:xfrm>
        </p:spPr>
        <p:txBody>
          <a:bodyPr/>
          <a:lstStyle/>
          <a:p>
            <a:endParaRPr lang="en-ZA"/>
          </a:p>
        </p:txBody>
      </p:sp>
      <p:sp>
        <p:nvSpPr>
          <p:cNvPr id="11" name="Picture Placeholder 10">
            <a:extLst>
              <a:ext uri="{FF2B5EF4-FFF2-40B4-BE49-F238E27FC236}">
                <a16:creationId xmlns:a16="http://schemas.microsoft.com/office/drawing/2014/main" id="{B2DADA37-9CCC-F846-E08F-05011ED2076D}"/>
              </a:ext>
            </a:extLst>
          </p:cNvPr>
          <p:cNvSpPr>
            <a:spLocks noGrp="1"/>
          </p:cNvSpPr>
          <p:nvPr>
            <p:ph type="pic" sz="quarter" idx="14"/>
          </p:nvPr>
        </p:nvSpPr>
        <p:spPr>
          <a:xfrm>
            <a:off x="7858125" y="3967005"/>
            <a:ext cx="3079433" cy="1743234"/>
          </a:xfrm>
        </p:spPr>
        <p:txBody>
          <a:bodyPr/>
          <a:lstStyle/>
          <a:p>
            <a:endParaRPr lang="en-ZA"/>
          </a:p>
        </p:txBody>
      </p:sp>
    </p:spTree>
    <p:extLst>
      <p:ext uri="{BB962C8B-B14F-4D97-AF65-F5344CB8AC3E}">
        <p14:creationId xmlns:p14="http://schemas.microsoft.com/office/powerpoint/2010/main" val="16329133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Agenda small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p:nvSpPr>
        <p:spPr>
          <a:xfrm>
            <a:off x="0" y="0"/>
            <a:ext cx="185829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1" name="Group 30">
            <a:extLst>
              <a:ext uri="{FF2B5EF4-FFF2-40B4-BE49-F238E27FC236}">
                <a16:creationId xmlns:a16="http://schemas.microsoft.com/office/drawing/2014/main" id="{B95CB992-7942-FE05-0F32-FAC294737D30}"/>
              </a:ext>
            </a:extLst>
          </p:cNvPr>
          <p:cNvGrpSpPr/>
          <p:nvPr/>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33544" y="1238864"/>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2" name="Graphic 1">
            <a:extLst>
              <a:ext uri="{FF2B5EF4-FFF2-40B4-BE49-F238E27FC236}">
                <a16:creationId xmlns:a16="http://schemas.microsoft.com/office/drawing/2014/main" id="{8F17FD4F-A937-CC07-BC16-DDE5B544F7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pic>
        <p:nvPicPr>
          <p:cNvPr id="3" name="Graphic 2">
            <a:extLst>
              <a:ext uri="{FF2B5EF4-FFF2-40B4-BE49-F238E27FC236}">
                <a16:creationId xmlns:a16="http://schemas.microsoft.com/office/drawing/2014/main" id="{9385B0F9-BEFF-3F2F-D9E4-77781AEB246B}"/>
              </a:ext>
            </a:extLst>
          </p:cNvPr>
          <p:cNvPicPr>
            <a:picLocks noChangeAspect="1"/>
          </p:cNvPicPr>
          <p:nvPr/>
        </p:nvPicPr>
        <p:blipFill>
          <a:blip>
            <a:extLst>
              <a:ext uri="{96DAC541-7B7A-43D3-8B79-37D633B846F1}">
                <asvg:svgBlip xmlns:asvg="http://schemas.microsoft.com/office/drawing/2016/SVG/main" r:embed="rId5"/>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11036018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6B68B24D-83D0-B632-2A56-DD52F65D5901}"/>
              </a:ext>
            </a:extLst>
          </p:cNvPr>
          <p:cNvSpPr>
            <a:spLocks noGrp="1"/>
          </p:cNvSpPr>
          <p:nvPr>
            <p:ph type="media" sz="quarter" idx="10" hasCustomPrompt="1"/>
          </p:nvPr>
        </p:nvSpPr>
        <p:spPr>
          <a:xfrm>
            <a:off x="-1" y="1238250"/>
            <a:ext cx="12192001" cy="5375275"/>
          </a:xfrm>
        </p:spPr>
        <p:txBody>
          <a:bodyPr anchor="ctr"/>
          <a:lstStyle>
            <a:lvl1pPr algn="ctr">
              <a:defRPr/>
            </a:lvl1pPr>
          </a:lstStyle>
          <a:p>
            <a:r>
              <a:rPr lang="en-US" dirty="0"/>
              <a:t>Insert big video</a:t>
            </a:r>
            <a:endParaRPr lang="en-ZA" dirty="0"/>
          </a:p>
        </p:txBody>
      </p:sp>
    </p:spTree>
    <p:extLst>
      <p:ext uri="{BB962C8B-B14F-4D97-AF65-F5344CB8AC3E}">
        <p14:creationId xmlns:p14="http://schemas.microsoft.com/office/powerpoint/2010/main" val="171247555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Inspo V2">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sp>
        <p:nvSpPr>
          <p:cNvPr id="4" name="Picture Placeholder 3">
            <a:extLst>
              <a:ext uri="{FF2B5EF4-FFF2-40B4-BE49-F238E27FC236}">
                <a16:creationId xmlns:a16="http://schemas.microsoft.com/office/drawing/2014/main" id="{55923CFD-2B92-7DA5-C0A7-5604D20CE177}"/>
              </a:ext>
            </a:extLst>
          </p:cNvPr>
          <p:cNvSpPr>
            <a:spLocks noGrp="1"/>
          </p:cNvSpPr>
          <p:nvPr>
            <p:ph type="pic" sz="quarter" idx="10"/>
          </p:nvPr>
        </p:nvSpPr>
        <p:spPr>
          <a:xfrm>
            <a:off x="0" y="0"/>
            <a:ext cx="12192000" cy="6616804"/>
          </a:xfrm>
        </p:spPr>
        <p:txBody>
          <a:bodyPr/>
          <a:lstStyle/>
          <a:p>
            <a:endParaRPr lang="en-ZA"/>
          </a:p>
        </p:txBody>
      </p:sp>
    </p:spTree>
    <p:extLst>
      <p:ext uri="{BB962C8B-B14F-4D97-AF65-F5344CB8AC3E}">
        <p14:creationId xmlns:p14="http://schemas.microsoft.com/office/powerpoint/2010/main" val="214557141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Inspo V1">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30" name="Rectangle: Rounded Corners 29">
            <a:extLst>
              <a:ext uri="{FF2B5EF4-FFF2-40B4-BE49-F238E27FC236}">
                <a16:creationId xmlns:a16="http://schemas.microsoft.com/office/drawing/2014/main" id="{16A48E94-FBBB-B7DE-FCB0-E2B9F76EAC62}"/>
              </a:ext>
            </a:extLst>
          </p:cNvPr>
          <p:cNvSpPr/>
          <p:nvPr/>
        </p:nvSpPr>
        <p:spPr>
          <a:xfrm>
            <a:off x="320040" y="289560"/>
            <a:ext cx="11486137" cy="5726635"/>
          </a:xfrm>
          <a:prstGeom prst="roundRect">
            <a:avLst>
              <a:gd name="adj" fmla="val 6934"/>
            </a:avLst>
          </a:pr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9" name="Graphic 28">
            <a:extLst>
              <a:ext uri="{FF2B5EF4-FFF2-40B4-BE49-F238E27FC236}">
                <a16:creationId xmlns:a16="http://schemas.microsoft.com/office/drawing/2014/main" id="{C7C2DF4C-9B75-06B6-C1D1-7B480840FB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30116" y="3540134"/>
            <a:ext cx="2476061" cy="2476061"/>
          </a:xfrm>
          <a:prstGeom prst="rect">
            <a:avLst/>
          </a:prstGeom>
        </p:spPr>
      </p:pic>
      <p:grpSp>
        <p:nvGrpSpPr>
          <p:cNvPr id="44" name="Graphic 9">
            <a:extLst>
              <a:ext uri="{FF2B5EF4-FFF2-40B4-BE49-F238E27FC236}">
                <a16:creationId xmlns:a16="http://schemas.microsoft.com/office/drawing/2014/main" id="{53BF6592-91A7-F9CB-EBDE-466FD418B655}"/>
              </a:ext>
            </a:extLst>
          </p:cNvPr>
          <p:cNvGrpSpPr/>
          <p:nvPr/>
        </p:nvGrpSpPr>
        <p:grpSpPr>
          <a:xfrm>
            <a:off x="736482" y="576424"/>
            <a:ext cx="434604" cy="732076"/>
            <a:chOff x="11234574" y="516131"/>
            <a:chExt cx="489199" cy="824039"/>
          </a:xfrm>
          <a:solidFill>
            <a:schemeClr val="bg1"/>
          </a:solidFill>
        </p:grpSpPr>
        <p:sp>
          <p:nvSpPr>
            <p:cNvPr id="45" name="Freeform: Shape 44">
              <a:extLst>
                <a:ext uri="{FF2B5EF4-FFF2-40B4-BE49-F238E27FC236}">
                  <a16:creationId xmlns:a16="http://schemas.microsoft.com/office/drawing/2014/main" id="{A4FE9D96-EAD9-A2A4-820A-1FD079D47448}"/>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3CF51A3A-7FF3-7916-C2A2-C92AEBB78942}"/>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F14E089B-42B1-7FC7-091A-E1913C345A69}"/>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endParaRPr lang="en-ZA"/>
            </a:p>
          </p:txBody>
        </p:sp>
        <p:sp>
          <p:nvSpPr>
            <p:cNvPr id="48" name="Freeform: Shape 47">
              <a:extLst>
                <a:ext uri="{FF2B5EF4-FFF2-40B4-BE49-F238E27FC236}">
                  <a16:creationId xmlns:a16="http://schemas.microsoft.com/office/drawing/2014/main" id="{576B5879-0821-7985-A951-716069CCB5C9}"/>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endParaRPr lang="en-ZA"/>
            </a:p>
          </p:txBody>
        </p:sp>
        <p:sp>
          <p:nvSpPr>
            <p:cNvPr id="49" name="Freeform: Shape 48">
              <a:extLst>
                <a:ext uri="{FF2B5EF4-FFF2-40B4-BE49-F238E27FC236}">
                  <a16:creationId xmlns:a16="http://schemas.microsoft.com/office/drawing/2014/main" id="{01F940DE-00C1-F86C-EB18-381BC65DCAC0}"/>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31D36CAA-F185-6355-80B4-DC2D8B57577E}"/>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endParaRPr lang="en-ZA"/>
            </a:p>
          </p:txBody>
        </p:sp>
      </p:grpSp>
    </p:spTree>
    <p:extLst>
      <p:ext uri="{BB962C8B-B14F-4D97-AF65-F5344CB8AC3E}">
        <p14:creationId xmlns:p14="http://schemas.microsoft.com/office/powerpoint/2010/main" val="40851115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Map V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2" name="Rectangle 1">
            <a:extLst>
              <a:ext uri="{FF2B5EF4-FFF2-40B4-BE49-F238E27FC236}">
                <a16:creationId xmlns:a16="http://schemas.microsoft.com/office/drawing/2014/main" id="{2CD0A036-4C1F-A0E0-4CD8-259AEE9FB070}"/>
              </a:ext>
            </a:extLst>
          </p:cNvPr>
          <p:cNvSpPr/>
          <p:nvPr/>
        </p:nvSpPr>
        <p:spPr>
          <a:xfrm>
            <a:off x="-21838" y="1238864"/>
            <a:ext cx="12213838" cy="536419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 name="Group 2">
            <a:extLst>
              <a:ext uri="{FF2B5EF4-FFF2-40B4-BE49-F238E27FC236}">
                <a16:creationId xmlns:a16="http://schemas.microsoft.com/office/drawing/2014/main" id="{93709E35-612A-6FFE-2A76-4D58CD4CFF6B}"/>
              </a:ext>
            </a:extLst>
          </p:cNvPr>
          <p:cNvGrpSpPr/>
          <p:nvPr/>
        </p:nvGrpSpPr>
        <p:grpSpPr>
          <a:xfrm>
            <a:off x="-1451" y="1238864"/>
            <a:ext cx="7170780" cy="5404612"/>
            <a:chOff x="0" y="0"/>
            <a:chExt cx="9099120" cy="6858000"/>
          </a:xfrm>
        </p:grpSpPr>
        <p:sp>
          <p:nvSpPr>
            <p:cNvPr id="4" name="Freeform: Shape 3">
              <a:extLst>
                <a:ext uri="{FF2B5EF4-FFF2-40B4-BE49-F238E27FC236}">
                  <a16:creationId xmlns:a16="http://schemas.microsoft.com/office/drawing/2014/main" id="{E4AEC0AF-EAEF-D826-52B1-EBA273516D3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5" name="Freeform: Shape 4">
              <a:extLst>
                <a:ext uri="{FF2B5EF4-FFF2-40B4-BE49-F238E27FC236}">
                  <a16:creationId xmlns:a16="http://schemas.microsoft.com/office/drawing/2014/main" id="{56E32DC6-D326-9103-C7AB-E5E636A0910A}"/>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6" name="Freeform: Shape 5">
              <a:extLst>
                <a:ext uri="{FF2B5EF4-FFF2-40B4-BE49-F238E27FC236}">
                  <a16:creationId xmlns:a16="http://schemas.microsoft.com/office/drawing/2014/main" id="{97E7FA50-ADCB-CEF1-270D-01DBFE6C947D}"/>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7C14CA09-66A5-90E0-AAB2-88192FE46F60}"/>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230B8F14-77ED-4F75-642C-DB632AFBA8D4}"/>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EE11607D-4D1A-F730-9923-C0FD33D7CB7E}"/>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9D38FF8A-FB6C-EEA0-B4A2-26ED4E28FCC7}"/>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991ABE6B-97A6-BC34-A278-B639769342EE}"/>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E34BDE6D-3D07-830B-18AF-474864A7D135}"/>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CCBE110-00BB-817F-D7B7-7DE21D36BDC9}"/>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087C557A-84F9-6418-C1D2-3212CB7D7C4E}"/>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5ECBD1CB-9ED5-8A70-6E6E-CCE7F400FF1E}"/>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F9B969DF-B135-F210-6324-DCE6699325F3}"/>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05C6C257-8AAD-CFDC-7541-A4B72D4F1587}"/>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C1F2E0DC-D4CE-F6D6-4B96-D639DE500A02}"/>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BBEDA1E4-A7D4-80C2-D00A-8AC6552C08E2}"/>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686CA721-641B-4A00-B696-8E255278B733}"/>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36" name="Freeform: Shape 35">
              <a:extLst>
                <a:ext uri="{FF2B5EF4-FFF2-40B4-BE49-F238E27FC236}">
                  <a16:creationId xmlns:a16="http://schemas.microsoft.com/office/drawing/2014/main" id="{DF314D20-CA04-EF54-A9BC-842530BCD5D4}"/>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37" name="Freeform: Shape 36">
              <a:extLst>
                <a:ext uri="{FF2B5EF4-FFF2-40B4-BE49-F238E27FC236}">
                  <a16:creationId xmlns:a16="http://schemas.microsoft.com/office/drawing/2014/main" id="{8661875D-8C4E-5AA8-0EE7-E8C8EAEA286F}"/>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38" name="Freeform: Shape 37">
              <a:extLst>
                <a:ext uri="{FF2B5EF4-FFF2-40B4-BE49-F238E27FC236}">
                  <a16:creationId xmlns:a16="http://schemas.microsoft.com/office/drawing/2014/main" id="{405B1292-17CB-20AD-CA66-E0DB0D0A0ACE}"/>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41" name="Freeform: Shape 40">
            <a:extLst>
              <a:ext uri="{FF2B5EF4-FFF2-40B4-BE49-F238E27FC236}">
                <a16:creationId xmlns:a16="http://schemas.microsoft.com/office/drawing/2014/main" id="{82732684-D19C-1021-5498-0F070EC75E9E}"/>
              </a:ext>
            </a:extLst>
          </p:cNvPr>
          <p:cNvSpPr/>
          <p:nvPr/>
        </p:nvSpPr>
        <p:spPr>
          <a:xfrm>
            <a:off x="547841" y="1238864"/>
            <a:ext cx="5136679" cy="4809796"/>
          </a:xfrm>
          <a:custGeom>
            <a:avLst/>
            <a:gdLst>
              <a:gd name="connsiteX0" fmla="*/ 0 w 5136679"/>
              <a:gd name="connsiteY0" fmla="*/ 0 h 4809796"/>
              <a:gd name="connsiteX1" fmla="*/ 5136679 w 5136679"/>
              <a:gd name="connsiteY1" fmla="*/ 0 h 4809796"/>
              <a:gd name="connsiteX2" fmla="*/ 5136679 w 5136679"/>
              <a:gd name="connsiteY2" fmla="*/ 4548031 h 4809796"/>
              <a:gd name="connsiteX3" fmla="*/ 4874914 w 5136679"/>
              <a:gd name="connsiteY3" fmla="*/ 4809796 h 4809796"/>
              <a:gd name="connsiteX4" fmla="*/ 261765 w 5136679"/>
              <a:gd name="connsiteY4" fmla="*/ 4809796 h 4809796"/>
              <a:gd name="connsiteX5" fmla="*/ 0 w 5136679"/>
              <a:gd name="connsiteY5" fmla="*/ 4548031 h 480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6679" h="4809796">
                <a:moveTo>
                  <a:pt x="0" y="0"/>
                </a:moveTo>
                <a:lnTo>
                  <a:pt x="5136679" y="0"/>
                </a:lnTo>
                <a:lnTo>
                  <a:pt x="5136679" y="4548031"/>
                </a:lnTo>
                <a:cubicBezTo>
                  <a:pt x="5136679" y="4692600"/>
                  <a:pt x="5019483" y="4809796"/>
                  <a:pt x="4874914" y="4809796"/>
                </a:cubicBezTo>
                <a:lnTo>
                  <a:pt x="261765" y="4809796"/>
                </a:lnTo>
                <a:cubicBezTo>
                  <a:pt x="117196" y="4809796"/>
                  <a:pt x="0" y="4692600"/>
                  <a:pt x="0" y="4548031"/>
                </a:cubicBezTo>
                <a:close/>
              </a:path>
            </a:pathLst>
          </a:cu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Tree>
    <p:extLst>
      <p:ext uri="{BB962C8B-B14F-4D97-AF65-F5344CB8AC3E}">
        <p14:creationId xmlns:p14="http://schemas.microsoft.com/office/powerpoint/2010/main" val="271426349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py and peo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4718459"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grpSp>
        <p:nvGrpSpPr>
          <p:cNvPr id="9" name="Graphic 1">
            <a:extLst>
              <a:ext uri="{FF2B5EF4-FFF2-40B4-BE49-F238E27FC236}">
                <a16:creationId xmlns:a16="http://schemas.microsoft.com/office/drawing/2014/main" id="{3240AF35-3D1E-D8D3-04DD-778B9ABA000A}"/>
              </a:ext>
            </a:extLst>
          </p:cNvPr>
          <p:cNvGrpSpPr/>
          <p:nvPr/>
        </p:nvGrpSpPr>
        <p:grpSpPr>
          <a:xfrm>
            <a:off x="6852214" y="1238863"/>
            <a:ext cx="1789471" cy="1789468"/>
            <a:chOff x="6852214" y="1238863"/>
            <a:chExt cx="1789471" cy="1789468"/>
          </a:xfrm>
        </p:grpSpPr>
        <p:sp>
          <p:nvSpPr>
            <p:cNvPr id="16" name="Freeform: Shape 15">
              <a:extLst>
                <a:ext uri="{FF2B5EF4-FFF2-40B4-BE49-F238E27FC236}">
                  <a16:creationId xmlns:a16="http://schemas.microsoft.com/office/drawing/2014/main" id="{4B72B4D2-6282-166A-5544-632B45BE2ED7}"/>
                </a:ext>
              </a:extLst>
            </p:cNvPr>
            <p:cNvSpPr/>
            <p:nvPr/>
          </p:nvSpPr>
          <p:spPr>
            <a:xfrm>
              <a:off x="6852214" y="1238863"/>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0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cubicBezTo>
                    <a:pt x="1789472" y="0"/>
                    <a:pt x="1789472" y="1789468"/>
                    <a:pt x="1789472" y="1789468"/>
                  </a:cubicBezTo>
                  <a:cubicBezTo>
                    <a:pt x="801090" y="1789586"/>
                    <a:pt x="0" y="988380"/>
                    <a:pt x="0" y="0"/>
                  </a:cubicBezTo>
                  <a:close/>
                </a:path>
              </a:pathLst>
            </a:custGeom>
            <a:solidFill>
              <a:srgbClr val="2554CE"/>
            </a:solidFill>
            <a:ln w="8716"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D9847974-6127-A5A6-5E8A-7045FE5269D1}"/>
                </a:ext>
              </a:extLst>
            </p:cNvPr>
            <p:cNvSpPr/>
            <p:nvPr/>
          </p:nvSpPr>
          <p:spPr>
            <a:xfrm>
              <a:off x="7143934" y="1238863"/>
              <a:ext cx="1497750" cy="1497865"/>
            </a:xfrm>
            <a:custGeom>
              <a:avLst/>
              <a:gdLst>
                <a:gd name="connsiteX0" fmla="*/ 1497751 w 1497750"/>
                <a:gd name="connsiteY0" fmla="*/ 1497865 h 1497865"/>
                <a:gd name="connsiteX1" fmla="*/ 0 w 1497750"/>
                <a:gd name="connsiteY1" fmla="*/ 0 h 1497865"/>
              </a:gdLst>
              <a:ahLst/>
              <a:cxnLst>
                <a:cxn ang="0">
                  <a:pos x="connsiteX0" y="connsiteY0"/>
                </a:cxn>
                <a:cxn ang="0">
                  <a:pos x="connsiteX1" y="connsiteY1"/>
                </a:cxn>
              </a:cxnLst>
              <a:rect l="l" t="t" r="r" b="b"/>
              <a:pathLst>
                <a:path w="1497750" h="1497865">
                  <a:moveTo>
                    <a:pt x="1497751" y="1497865"/>
                  </a:moveTo>
                  <a:cubicBezTo>
                    <a:pt x="670525" y="1497865"/>
                    <a:pt x="0" y="827225"/>
                    <a:pt x="0" y="0"/>
                  </a:cubicBezTo>
                </a:path>
              </a:pathLst>
            </a:custGeom>
            <a:noFill/>
            <a:ln w="8716" cap="flat">
              <a:solidFill>
                <a:srgbClr val="29ABE2"/>
              </a:solid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64DBC29F-4A64-DD7F-77D7-AFE1EDAF65DD}"/>
                </a:ext>
              </a:extLst>
            </p:cNvPr>
            <p:cNvSpPr/>
            <p:nvPr/>
          </p:nvSpPr>
          <p:spPr>
            <a:xfrm>
              <a:off x="7431436" y="1238863"/>
              <a:ext cx="1210249" cy="1210247"/>
            </a:xfrm>
            <a:custGeom>
              <a:avLst/>
              <a:gdLst>
                <a:gd name="connsiteX0" fmla="*/ 1210249 w 1210249"/>
                <a:gd name="connsiteY0" fmla="*/ 1210247 h 1210247"/>
                <a:gd name="connsiteX1" fmla="*/ 0 w 1210249"/>
                <a:gd name="connsiteY1" fmla="*/ 0 h 1210247"/>
              </a:gdLst>
              <a:ahLst/>
              <a:cxnLst>
                <a:cxn ang="0">
                  <a:pos x="connsiteX0" y="connsiteY0"/>
                </a:cxn>
                <a:cxn ang="0">
                  <a:pos x="connsiteX1" y="connsiteY1"/>
                </a:cxn>
              </a:cxnLst>
              <a:rect l="l" t="t" r="r" b="b"/>
              <a:pathLst>
                <a:path w="1210249" h="1210247">
                  <a:moveTo>
                    <a:pt x="1210249" y="1210247"/>
                  </a:moveTo>
                  <a:cubicBezTo>
                    <a:pt x="541835" y="1210247"/>
                    <a:pt x="0" y="668531"/>
                    <a:pt x="0" y="0"/>
                  </a:cubicBezTo>
                </a:path>
              </a:pathLst>
            </a:custGeom>
            <a:noFill/>
            <a:ln w="8716"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6BC04323-C9F4-18FE-37D2-3A188A54CC8D}"/>
                </a:ext>
              </a:extLst>
            </p:cNvPr>
            <p:cNvSpPr/>
            <p:nvPr/>
          </p:nvSpPr>
          <p:spPr>
            <a:xfrm>
              <a:off x="7729252" y="1238863"/>
              <a:ext cx="912433" cy="912432"/>
            </a:xfrm>
            <a:custGeom>
              <a:avLst/>
              <a:gdLst>
                <a:gd name="connsiteX0" fmla="*/ 912434 w 912433"/>
                <a:gd name="connsiteY0" fmla="*/ 912432 h 912432"/>
                <a:gd name="connsiteX1" fmla="*/ 0 w 912433"/>
                <a:gd name="connsiteY1" fmla="*/ 0 h 912432"/>
              </a:gdLst>
              <a:ahLst/>
              <a:cxnLst>
                <a:cxn ang="0">
                  <a:pos x="connsiteX0" y="connsiteY0"/>
                </a:cxn>
                <a:cxn ang="0">
                  <a:pos x="connsiteX1" y="connsiteY1"/>
                </a:cxn>
              </a:cxnLst>
              <a:rect l="l" t="t" r="r" b="b"/>
              <a:pathLst>
                <a:path w="912433" h="912432">
                  <a:moveTo>
                    <a:pt x="912434" y="912432"/>
                  </a:moveTo>
                  <a:cubicBezTo>
                    <a:pt x="408456" y="912432"/>
                    <a:pt x="0" y="503977"/>
                    <a:pt x="0" y="0"/>
                  </a:cubicBezTo>
                </a:path>
              </a:pathLst>
            </a:custGeom>
            <a:noFill/>
            <a:ln w="8716"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2EE7306-FAB9-F426-28D6-DD3135EB4E09}"/>
                </a:ext>
              </a:extLst>
            </p:cNvPr>
            <p:cNvSpPr/>
            <p:nvPr/>
          </p:nvSpPr>
          <p:spPr>
            <a:xfrm>
              <a:off x="8036561" y="1238863"/>
              <a:ext cx="605124" cy="605123"/>
            </a:xfrm>
            <a:custGeom>
              <a:avLst/>
              <a:gdLst>
                <a:gd name="connsiteX0" fmla="*/ 605125 w 605124"/>
                <a:gd name="connsiteY0" fmla="*/ 605124 h 605123"/>
                <a:gd name="connsiteX1" fmla="*/ 0 w 605124"/>
                <a:gd name="connsiteY1" fmla="*/ 0 h 605123"/>
              </a:gdLst>
              <a:ahLst/>
              <a:cxnLst>
                <a:cxn ang="0">
                  <a:pos x="connsiteX0" y="connsiteY0"/>
                </a:cxn>
                <a:cxn ang="0">
                  <a:pos x="connsiteX1" y="connsiteY1"/>
                </a:cxn>
              </a:cxnLst>
              <a:rect l="l" t="t" r="r" b="b"/>
              <a:pathLst>
                <a:path w="605124" h="605123">
                  <a:moveTo>
                    <a:pt x="605125" y="605124"/>
                  </a:moveTo>
                  <a:cubicBezTo>
                    <a:pt x="270976" y="605124"/>
                    <a:pt x="0" y="334265"/>
                    <a:pt x="0" y="0"/>
                  </a:cubicBezTo>
                </a:path>
              </a:pathLst>
            </a:custGeom>
            <a:noFill/>
            <a:ln w="8716" cap="flat">
              <a:solidFill>
                <a:srgbClr val="29ABE2"/>
              </a:solidFill>
              <a:prstDash val="solid"/>
              <a:miter/>
            </a:ln>
          </p:spPr>
          <p:txBody>
            <a:bodyPr rtlCol="0" anchor="ctr"/>
            <a:lstStyle/>
            <a:p>
              <a:endParaRPr lang="en-ZA"/>
            </a:p>
          </p:txBody>
        </p:sp>
      </p:grpSp>
      <p:grpSp>
        <p:nvGrpSpPr>
          <p:cNvPr id="26" name="Graphic 1">
            <a:extLst>
              <a:ext uri="{FF2B5EF4-FFF2-40B4-BE49-F238E27FC236}">
                <a16:creationId xmlns:a16="http://schemas.microsoft.com/office/drawing/2014/main" id="{7BD88ECC-C691-C61E-651A-07C890FB19F1}"/>
              </a:ext>
            </a:extLst>
          </p:cNvPr>
          <p:cNvGrpSpPr/>
          <p:nvPr/>
        </p:nvGrpSpPr>
        <p:grpSpPr>
          <a:xfrm>
            <a:off x="10454012" y="4817917"/>
            <a:ext cx="2403781" cy="1789585"/>
            <a:chOff x="10454012" y="4817917"/>
            <a:chExt cx="2403781" cy="1789585"/>
          </a:xfrm>
        </p:grpSpPr>
        <p:sp>
          <p:nvSpPr>
            <p:cNvPr id="27" name="Freeform: Shape 26">
              <a:extLst>
                <a:ext uri="{FF2B5EF4-FFF2-40B4-BE49-F238E27FC236}">
                  <a16:creationId xmlns:a16="http://schemas.microsoft.com/office/drawing/2014/main" id="{4F8C0AD1-B4ED-C3F7-40F8-CCC81CC3C209}"/>
                </a:ext>
              </a:extLst>
            </p:cNvPr>
            <p:cNvSpPr/>
            <p:nvPr/>
          </p:nvSpPr>
          <p:spPr>
            <a:xfrm>
              <a:off x="10454012" y="4817917"/>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lnTo>
                    <a:pt x="1789472" y="1789468"/>
                  </a:lnTo>
                  <a:lnTo>
                    <a:pt x="0" y="1789468"/>
                  </a:lnTo>
                  <a:close/>
                </a:path>
              </a:pathLst>
            </a:custGeom>
            <a:solidFill>
              <a:srgbClr val="15305D"/>
            </a:solidFill>
            <a:ln w="8716"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06CF3CB1-0B6E-AA6A-00AB-1E236BF5D285}"/>
                </a:ext>
              </a:extLst>
            </p:cNvPr>
            <p:cNvSpPr/>
            <p:nvPr/>
          </p:nvSpPr>
          <p:spPr>
            <a:xfrm>
              <a:off x="10454012" y="4817917"/>
              <a:ext cx="1789471" cy="1789468"/>
            </a:xfrm>
            <a:custGeom>
              <a:avLst/>
              <a:gdLst>
                <a:gd name="connsiteX0" fmla="*/ 1789472 w 1789471"/>
                <a:gd name="connsiteY0" fmla="*/ 1789468 h 1789468"/>
                <a:gd name="connsiteX1" fmla="*/ 0 w 1789471"/>
                <a:gd name="connsiteY1" fmla="*/ 1789468 h 1789468"/>
                <a:gd name="connsiteX2" fmla="*/ 0 w 1789471"/>
                <a:gd name="connsiteY2" fmla="*/ 0 h 1789468"/>
                <a:gd name="connsiteX3" fmla="*/ 1789472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1789472" y="1789468"/>
                  </a:moveTo>
                  <a:lnTo>
                    <a:pt x="0" y="1789468"/>
                  </a:lnTo>
                  <a:cubicBezTo>
                    <a:pt x="0" y="1789468"/>
                    <a:pt x="0" y="0"/>
                    <a:pt x="0" y="0"/>
                  </a:cubicBezTo>
                  <a:cubicBezTo>
                    <a:pt x="988382" y="0"/>
                    <a:pt x="1789472" y="801088"/>
                    <a:pt x="1789472" y="1789468"/>
                  </a:cubicBezTo>
                  <a:close/>
                </a:path>
              </a:pathLst>
            </a:custGeom>
            <a:solidFill>
              <a:srgbClr val="FFFFFF"/>
            </a:solidFill>
            <a:ln w="8716"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49E5081B-A9E0-FB23-9726-613B5BF9B3D3}"/>
                </a:ext>
              </a:extLst>
            </p:cNvPr>
            <p:cNvSpPr/>
            <p:nvPr/>
          </p:nvSpPr>
          <p:spPr>
            <a:xfrm>
              <a:off x="10454012" y="5109637"/>
              <a:ext cx="1497867" cy="1497865"/>
            </a:xfrm>
            <a:custGeom>
              <a:avLst/>
              <a:gdLst>
                <a:gd name="connsiteX0" fmla="*/ 0 w 1497867"/>
                <a:gd name="connsiteY0" fmla="*/ 0 h 1497865"/>
                <a:gd name="connsiteX1" fmla="*/ 1497868 w 1497867"/>
                <a:gd name="connsiteY1" fmla="*/ 1497865 h 1497865"/>
              </a:gdLst>
              <a:ahLst/>
              <a:cxnLst>
                <a:cxn ang="0">
                  <a:pos x="connsiteX0" y="connsiteY0"/>
                </a:cxn>
                <a:cxn ang="0">
                  <a:pos x="connsiteX1" y="connsiteY1"/>
                </a:cxn>
              </a:cxnLst>
              <a:rect l="l" t="t" r="r" b="b"/>
              <a:pathLst>
                <a:path w="1497867" h="1497865">
                  <a:moveTo>
                    <a:pt x="0" y="0"/>
                  </a:moveTo>
                  <a:cubicBezTo>
                    <a:pt x="827227" y="0"/>
                    <a:pt x="1497868" y="670523"/>
                    <a:pt x="1497868" y="1497865"/>
                  </a:cubicBezTo>
                </a:path>
              </a:pathLst>
            </a:custGeom>
            <a:noFill/>
            <a:ln w="8716" cap="flat">
              <a:solidFill>
                <a:srgbClr val="29ABE2"/>
              </a:solid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F350DD07-E336-0059-A082-08C8AB37DD76}"/>
                </a:ext>
              </a:extLst>
            </p:cNvPr>
            <p:cNvSpPr/>
            <p:nvPr/>
          </p:nvSpPr>
          <p:spPr>
            <a:xfrm>
              <a:off x="10454012" y="5397138"/>
              <a:ext cx="1210249" cy="1210246"/>
            </a:xfrm>
            <a:custGeom>
              <a:avLst/>
              <a:gdLst>
                <a:gd name="connsiteX0" fmla="*/ 0 w 1210249"/>
                <a:gd name="connsiteY0" fmla="*/ 0 h 1210246"/>
                <a:gd name="connsiteX1" fmla="*/ 1210250 w 1210249"/>
                <a:gd name="connsiteY1" fmla="*/ 1210247 h 1210246"/>
              </a:gdLst>
              <a:ahLst/>
              <a:cxnLst>
                <a:cxn ang="0">
                  <a:pos x="connsiteX0" y="connsiteY0"/>
                </a:cxn>
                <a:cxn ang="0">
                  <a:pos x="connsiteX1" y="connsiteY1"/>
                </a:cxn>
              </a:cxnLst>
              <a:rect l="l" t="t" r="r" b="b"/>
              <a:pathLst>
                <a:path w="1210249" h="1210246">
                  <a:moveTo>
                    <a:pt x="0" y="0"/>
                  </a:moveTo>
                  <a:cubicBezTo>
                    <a:pt x="668532" y="0"/>
                    <a:pt x="1210250" y="541833"/>
                    <a:pt x="1210250" y="1210247"/>
                  </a:cubicBezTo>
                </a:path>
              </a:pathLst>
            </a:custGeom>
            <a:noFill/>
            <a:ln w="8716" cap="flat">
              <a:solidFill>
                <a:srgbClr val="29ABE2"/>
              </a:solid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9871E03D-7ACF-FA8D-32DE-077F6684C3BA}"/>
                </a:ext>
              </a:extLst>
            </p:cNvPr>
            <p:cNvSpPr/>
            <p:nvPr/>
          </p:nvSpPr>
          <p:spPr>
            <a:xfrm>
              <a:off x="10454012" y="5694953"/>
              <a:ext cx="912433" cy="912431"/>
            </a:xfrm>
            <a:custGeom>
              <a:avLst/>
              <a:gdLst>
                <a:gd name="connsiteX0" fmla="*/ 0 w 912433"/>
                <a:gd name="connsiteY0" fmla="*/ 0 h 912431"/>
                <a:gd name="connsiteX1" fmla="*/ 912434 w 912433"/>
                <a:gd name="connsiteY1" fmla="*/ 912432 h 912431"/>
              </a:gdLst>
              <a:ahLst/>
              <a:cxnLst>
                <a:cxn ang="0">
                  <a:pos x="connsiteX0" y="connsiteY0"/>
                </a:cxn>
                <a:cxn ang="0">
                  <a:pos x="connsiteX1" y="connsiteY1"/>
                </a:cxn>
              </a:cxnLst>
              <a:rect l="l" t="t" r="r" b="b"/>
              <a:pathLst>
                <a:path w="912433" h="912431">
                  <a:moveTo>
                    <a:pt x="0" y="0"/>
                  </a:moveTo>
                  <a:cubicBezTo>
                    <a:pt x="503978" y="0"/>
                    <a:pt x="912434" y="408455"/>
                    <a:pt x="912434" y="912432"/>
                  </a:cubicBezTo>
                </a:path>
              </a:pathLst>
            </a:custGeom>
            <a:noFill/>
            <a:ln w="8716" cap="flat">
              <a:solidFill>
                <a:srgbClr val="29ABE2"/>
              </a:solid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9A88011C-4F7D-9610-B94F-9ACC90E7BE15}"/>
                </a:ext>
              </a:extLst>
            </p:cNvPr>
            <p:cNvSpPr/>
            <p:nvPr/>
          </p:nvSpPr>
          <p:spPr>
            <a:xfrm>
              <a:off x="10454012" y="6002262"/>
              <a:ext cx="605124" cy="605123"/>
            </a:xfrm>
            <a:custGeom>
              <a:avLst/>
              <a:gdLst>
                <a:gd name="connsiteX0" fmla="*/ 0 w 605124"/>
                <a:gd name="connsiteY0" fmla="*/ 0 h 605123"/>
                <a:gd name="connsiteX1" fmla="*/ 605125 w 605124"/>
                <a:gd name="connsiteY1" fmla="*/ 605123 h 605123"/>
              </a:gdLst>
              <a:ahLst/>
              <a:cxnLst>
                <a:cxn ang="0">
                  <a:pos x="connsiteX0" y="connsiteY0"/>
                </a:cxn>
                <a:cxn ang="0">
                  <a:pos x="connsiteX1" y="connsiteY1"/>
                </a:cxn>
              </a:cxnLst>
              <a:rect l="l" t="t" r="r" b="b"/>
              <a:pathLst>
                <a:path w="605124" h="605123">
                  <a:moveTo>
                    <a:pt x="0" y="0"/>
                  </a:moveTo>
                  <a:cubicBezTo>
                    <a:pt x="334266" y="0"/>
                    <a:pt x="605125" y="270858"/>
                    <a:pt x="605125" y="605123"/>
                  </a:cubicBezTo>
                </a:path>
              </a:pathLst>
            </a:custGeom>
            <a:noFill/>
            <a:ln w="8716" cap="flat">
              <a:solidFill>
                <a:srgbClr val="29ABE2"/>
              </a:solidFill>
              <a:prstDash val="solid"/>
              <a:miter/>
            </a:ln>
          </p:spPr>
          <p:txBody>
            <a:bodyPr rtlCol="0" anchor="ctr"/>
            <a:lstStyle/>
            <a:p>
              <a:endParaRPr lang="en-ZA"/>
            </a:p>
          </p:txBody>
        </p:sp>
      </p:grpSp>
      <p:grpSp>
        <p:nvGrpSpPr>
          <p:cNvPr id="40" name="Graphic 1">
            <a:extLst>
              <a:ext uri="{FF2B5EF4-FFF2-40B4-BE49-F238E27FC236}">
                <a16:creationId xmlns:a16="http://schemas.microsoft.com/office/drawing/2014/main" id="{BF7F389B-2899-ACD1-F3E4-54ECF81564A7}"/>
              </a:ext>
            </a:extLst>
          </p:cNvPr>
          <p:cNvGrpSpPr/>
          <p:nvPr/>
        </p:nvGrpSpPr>
        <p:grpSpPr>
          <a:xfrm>
            <a:off x="6852214" y="4817917"/>
            <a:ext cx="1805059" cy="1804938"/>
            <a:chOff x="6852214" y="4817917"/>
            <a:chExt cx="1805059" cy="1804938"/>
          </a:xfrm>
        </p:grpSpPr>
        <p:sp>
          <p:nvSpPr>
            <p:cNvPr id="42" name="Freeform: Shape 41">
              <a:extLst>
                <a:ext uri="{FF2B5EF4-FFF2-40B4-BE49-F238E27FC236}">
                  <a16:creationId xmlns:a16="http://schemas.microsoft.com/office/drawing/2014/main" id="{3868A7ED-413F-1710-F78E-77E4A22C2D89}"/>
                </a:ext>
              </a:extLst>
            </p:cNvPr>
            <p:cNvSpPr/>
            <p:nvPr/>
          </p:nvSpPr>
          <p:spPr>
            <a:xfrm>
              <a:off x="6852214" y="5720386"/>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1B4087"/>
            </a:solidFill>
            <a:ln w="8716" cap="flat">
              <a:noFill/>
              <a:prstDash val="solid"/>
              <a:miter/>
            </a:ln>
          </p:spPr>
          <p:txBody>
            <a:bodyPr rtlCol="0" anchor="ctr"/>
            <a:lstStyle/>
            <a:p>
              <a:endParaRPr lang="en-ZA"/>
            </a:p>
          </p:txBody>
        </p:sp>
        <p:sp>
          <p:nvSpPr>
            <p:cNvPr id="43" name="Freeform: Shape 42">
              <a:extLst>
                <a:ext uri="{FF2B5EF4-FFF2-40B4-BE49-F238E27FC236}">
                  <a16:creationId xmlns:a16="http://schemas.microsoft.com/office/drawing/2014/main" id="{35C79FB3-A198-DDD7-D6BD-5AC86659669B}"/>
                </a:ext>
              </a:extLst>
            </p:cNvPr>
            <p:cNvSpPr/>
            <p:nvPr/>
          </p:nvSpPr>
          <p:spPr>
            <a:xfrm>
              <a:off x="6852214" y="4817917"/>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CFAD80"/>
            </a:solidFill>
            <a:ln w="8716" cap="flat">
              <a:noFill/>
              <a:prstDash val="solid"/>
              <a:miter/>
            </a:ln>
          </p:spPr>
          <p:txBody>
            <a:bodyPr rtlCol="0" anchor="ctr"/>
            <a:lstStyle/>
            <a:p>
              <a:endParaRPr lang="en-ZA"/>
            </a:p>
          </p:txBody>
        </p:sp>
      </p:grpSp>
      <p:grpSp>
        <p:nvGrpSpPr>
          <p:cNvPr id="44" name="Graphic 1">
            <a:extLst>
              <a:ext uri="{FF2B5EF4-FFF2-40B4-BE49-F238E27FC236}">
                <a16:creationId xmlns:a16="http://schemas.microsoft.com/office/drawing/2014/main" id="{CB08A6D7-F4FF-C50A-819B-8C3BB88D9D51}"/>
              </a:ext>
            </a:extLst>
          </p:cNvPr>
          <p:cNvGrpSpPr/>
          <p:nvPr/>
        </p:nvGrpSpPr>
        <p:grpSpPr>
          <a:xfrm>
            <a:off x="8656805" y="4817799"/>
            <a:ext cx="2424721" cy="1805173"/>
            <a:chOff x="8656805" y="4817799"/>
            <a:chExt cx="2424721" cy="1805173"/>
          </a:xfrm>
        </p:grpSpPr>
        <p:sp>
          <p:nvSpPr>
            <p:cNvPr id="45" name="Freeform: Shape 44">
              <a:extLst>
                <a:ext uri="{FF2B5EF4-FFF2-40B4-BE49-F238E27FC236}">
                  <a16:creationId xmlns:a16="http://schemas.microsoft.com/office/drawing/2014/main" id="{DCCC7CD3-F77B-C755-D079-ADC0A585ADB5}"/>
                </a:ext>
              </a:extLst>
            </p:cNvPr>
            <p:cNvSpPr/>
            <p:nvPr/>
          </p:nvSpPr>
          <p:spPr>
            <a:xfrm>
              <a:off x="8656805" y="4817917"/>
              <a:ext cx="1805060" cy="1805056"/>
            </a:xfrm>
            <a:custGeom>
              <a:avLst/>
              <a:gdLst>
                <a:gd name="connsiteX0" fmla="*/ 0 w 1805060"/>
                <a:gd name="connsiteY0" fmla="*/ 0 h 1805056"/>
                <a:gd name="connsiteX1" fmla="*/ 1805060 w 1805060"/>
                <a:gd name="connsiteY1" fmla="*/ 0 h 1805056"/>
                <a:gd name="connsiteX2" fmla="*/ 1805060 w 1805060"/>
                <a:gd name="connsiteY2" fmla="*/ 1805057 h 1805056"/>
                <a:gd name="connsiteX3" fmla="*/ 0 w 1805060"/>
                <a:gd name="connsiteY3" fmla="*/ 1805057 h 1805056"/>
              </a:gdLst>
              <a:ahLst/>
              <a:cxnLst>
                <a:cxn ang="0">
                  <a:pos x="connsiteX0" y="connsiteY0"/>
                </a:cxn>
                <a:cxn ang="0">
                  <a:pos x="connsiteX1" y="connsiteY1"/>
                </a:cxn>
                <a:cxn ang="0">
                  <a:pos x="connsiteX2" y="connsiteY2"/>
                </a:cxn>
                <a:cxn ang="0">
                  <a:pos x="connsiteX3" y="connsiteY3"/>
                </a:cxn>
              </a:cxnLst>
              <a:rect l="l" t="t" r="r" b="b"/>
              <a:pathLst>
                <a:path w="1805060" h="1805056">
                  <a:moveTo>
                    <a:pt x="0" y="0"/>
                  </a:moveTo>
                  <a:lnTo>
                    <a:pt x="1805060" y="0"/>
                  </a:lnTo>
                  <a:lnTo>
                    <a:pt x="1805060" y="1805057"/>
                  </a:lnTo>
                  <a:lnTo>
                    <a:pt x="0" y="1805057"/>
                  </a:lnTo>
                  <a:close/>
                </a:path>
              </a:pathLst>
            </a:custGeom>
            <a:solidFill>
              <a:srgbClr val="15305D"/>
            </a:solidFill>
            <a:ln w="8716"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AD3DD99D-7EB9-9864-F5CB-6131039ACEC1}"/>
                </a:ext>
              </a:extLst>
            </p:cNvPr>
            <p:cNvSpPr/>
            <p:nvPr/>
          </p:nvSpPr>
          <p:spPr>
            <a:xfrm>
              <a:off x="9559276"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F4F4F4"/>
            </a:solidFill>
            <a:ln w="8716"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0E96A062-947A-8419-D70B-4AC73414B6E0}"/>
                </a:ext>
              </a:extLst>
            </p:cNvPr>
            <p:cNvSpPr/>
            <p:nvPr/>
          </p:nvSpPr>
          <p:spPr>
            <a:xfrm>
              <a:off x="8656805"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2554CE"/>
            </a:solidFill>
            <a:ln w="8716" cap="flat">
              <a:noFill/>
              <a:prstDash val="solid"/>
              <a:miter/>
            </a:ln>
          </p:spPr>
          <p:txBody>
            <a:bodyPr rtlCol="0" anchor="ctr"/>
            <a:lstStyle/>
            <a:p>
              <a:endParaRPr lang="en-ZA"/>
            </a:p>
          </p:txBody>
        </p:sp>
      </p:grpSp>
      <p:grpSp>
        <p:nvGrpSpPr>
          <p:cNvPr id="48" name="Graphic 1">
            <a:extLst>
              <a:ext uri="{FF2B5EF4-FFF2-40B4-BE49-F238E27FC236}">
                <a16:creationId xmlns:a16="http://schemas.microsoft.com/office/drawing/2014/main" id="{A905D226-E1DC-A468-4916-6E333FE43AD3}"/>
              </a:ext>
            </a:extLst>
          </p:cNvPr>
          <p:cNvGrpSpPr/>
          <p:nvPr/>
        </p:nvGrpSpPr>
        <p:grpSpPr>
          <a:xfrm>
            <a:off x="8641685" y="1238863"/>
            <a:ext cx="4807721" cy="3579054"/>
            <a:chOff x="8641685" y="1238863"/>
            <a:chExt cx="4807721" cy="3579054"/>
          </a:xfrm>
        </p:grpSpPr>
        <p:sp>
          <p:nvSpPr>
            <p:cNvPr id="49" name="Freeform: Shape 48">
              <a:extLst>
                <a:ext uri="{FF2B5EF4-FFF2-40B4-BE49-F238E27FC236}">
                  <a16:creationId xmlns:a16="http://schemas.microsoft.com/office/drawing/2014/main" id="{E2156E56-25EA-4E59-4755-C6A66FB98751}"/>
                </a:ext>
              </a:extLst>
            </p:cNvPr>
            <p:cNvSpPr/>
            <p:nvPr/>
          </p:nvSpPr>
          <p:spPr>
            <a:xfrm>
              <a:off x="8641685" y="1238863"/>
              <a:ext cx="3579060" cy="3579054"/>
            </a:xfrm>
            <a:custGeom>
              <a:avLst/>
              <a:gdLst>
                <a:gd name="connsiteX0" fmla="*/ 0 w 3579060"/>
                <a:gd name="connsiteY0" fmla="*/ 0 h 3579054"/>
                <a:gd name="connsiteX1" fmla="*/ 3579061 w 3579060"/>
                <a:gd name="connsiteY1" fmla="*/ 0 h 3579054"/>
                <a:gd name="connsiteX2" fmla="*/ 3579061 w 3579060"/>
                <a:gd name="connsiteY2" fmla="*/ 3579054 h 3579054"/>
                <a:gd name="connsiteX3" fmla="*/ 0 w 3579060"/>
                <a:gd name="connsiteY3" fmla="*/ 3579054 h 3579054"/>
              </a:gdLst>
              <a:ahLst/>
              <a:cxnLst>
                <a:cxn ang="0">
                  <a:pos x="connsiteX0" y="connsiteY0"/>
                </a:cxn>
                <a:cxn ang="0">
                  <a:pos x="connsiteX1" y="connsiteY1"/>
                </a:cxn>
                <a:cxn ang="0">
                  <a:pos x="connsiteX2" y="connsiteY2"/>
                </a:cxn>
                <a:cxn ang="0">
                  <a:pos x="connsiteX3" y="connsiteY3"/>
                </a:cxn>
              </a:cxnLst>
              <a:rect l="l" t="t" r="r" b="b"/>
              <a:pathLst>
                <a:path w="3579060" h="3579054">
                  <a:moveTo>
                    <a:pt x="0" y="0"/>
                  </a:moveTo>
                  <a:lnTo>
                    <a:pt x="3579061" y="0"/>
                  </a:lnTo>
                  <a:lnTo>
                    <a:pt x="3579061" y="3579054"/>
                  </a:lnTo>
                  <a:lnTo>
                    <a:pt x="0" y="3579054"/>
                  </a:lnTo>
                  <a:close/>
                </a:path>
              </a:pathLst>
            </a:custGeom>
            <a:solidFill>
              <a:srgbClr val="15305D"/>
            </a:solidFill>
            <a:ln w="8716"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8B17FD7D-FEDD-58CB-AFF9-D6D39B27E189}"/>
                </a:ext>
              </a:extLst>
            </p:cNvPr>
            <p:cNvSpPr/>
            <p:nvPr/>
          </p:nvSpPr>
          <p:spPr>
            <a:xfrm>
              <a:off x="10431274" y="1238863"/>
              <a:ext cx="1789471" cy="3579054"/>
            </a:xfrm>
            <a:custGeom>
              <a:avLst/>
              <a:gdLst>
                <a:gd name="connsiteX0" fmla="*/ 0 w 1789471"/>
                <a:gd name="connsiteY0" fmla="*/ 3579054 h 3579054"/>
                <a:gd name="connsiteX1" fmla="*/ 0 w 1789471"/>
                <a:gd name="connsiteY1" fmla="*/ 0 h 3579054"/>
                <a:gd name="connsiteX2" fmla="*/ 1789472 w 1789471"/>
                <a:gd name="connsiteY2" fmla="*/ 0 h 3579054"/>
                <a:gd name="connsiteX3" fmla="*/ 1789472 w 1789471"/>
                <a:gd name="connsiteY3" fmla="*/ 1789468 h 3579054"/>
                <a:gd name="connsiteX4" fmla="*/ 0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0" y="3579054"/>
                  </a:moveTo>
                  <a:lnTo>
                    <a:pt x="0" y="0"/>
                  </a:lnTo>
                  <a:lnTo>
                    <a:pt x="1789472" y="0"/>
                  </a:lnTo>
                  <a:lnTo>
                    <a:pt x="1789472" y="1789468"/>
                  </a:lnTo>
                  <a:cubicBezTo>
                    <a:pt x="1789472" y="2777732"/>
                    <a:pt x="988265" y="3578937"/>
                    <a:pt x="0" y="3578937"/>
                  </a:cubicBezTo>
                  <a:close/>
                </a:path>
              </a:pathLst>
            </a:custGeom>
            <a:solidFill>
              <a:srgbClr val="214FB1"/>
            </a:solidFill>
            <a:ln w="8716" cap="flat">
              <a:noFill/>
              <a:prstDash val="solid"/>
              <a:miter/>
            </a:ln>
          </p:spPr>
          <p:txBody>
            <a:bodyPr rtlCol="0" anchor="ctr"/>
            <a:lstStyle/>
            <a:p>
              <a:endParaRPr lang="en-ZA"/>
            </a:p>
          </p:txBody>
        </p:sp>
        <p:sp>
          <p:nvSpPr>
            <p:cNvPr id="51" name="Freeform: Shape 50">
              <a:extLst>
                <a:ext uri="{FF2B5EF4-FFF2-40B4-BE49-F238E27FC236}">
                  <a16:creationId xmlns:a16="http://schemas.microsoft.com/office/drawing/2014/main" id="{8764D973-14E4-C9A1-8450-E56411393EB1}"/>
                </a:ext>
              </a:extLst>
            </p:cNvPr>
            <p:cNvSpPr/>
            <p:nvPr/>
          </p:nvSpPr>
          <p:spPr>
            <a:xfrm>
              <a:off x="8641803" y="1238863"/>
              <a:ext cx="1789471" cy="3579054"/>
            </a:xfrm>
            <a:custGeom>
              <a:avLst/>
              <a:gdLst>
                <a:gd name="connsiteX0" fmla="*/ 1789472 w 1789471"/>
                <a:gd name="connsiteY0" fmla="*/ 3579054 h 3579054"/>
                <a:gd name="connsiteX1" fmla="*/ 1789472 w 1789471"/>
                <a:gd name="connsiteY1" fmla="*/ 0 h 3579054"/>
                <a:gd name="connsiteX2" fmla="*/ 0 w 1789471"/>
                <a:gd name="connsiteY2" fmla="*/ 0 h 3579054"/>
                <a:gd name="connsiteX3" fmla="*/ 0 w 1789471"/>
                <a:gd name="connsiteY3" fmla="*/ 1789468 h 3579054"/>
                <a:gd name="connsiteX4" fmla="*/ 1789472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1789472" y="3579054"/>
                  </a:moveTo>
                  <a:lnTo>
                    <a:pt x="1789472" y="0"/>
                  </a:lnTo>
                  <a:lnTo>
                    <a:pt x="0" y="0"/>
                  </a:lnTo>
                  <a:lnTo>
                    <a:pt x="0" y="1789468"/>
                  </a:lnTo>
                  <a:cubicBezTo>
                    <a:pt x="0" y="2777732"/>
                    <a:pt x="801207" y="3578937"/>
                    <a:pt x="1789472" y="3578937"/>
                  </a:cubicBezTo>
                  <a:close/>
                </a:path>
              </a:pathLst>
            </a:custGeom>
            <a:solidFill>
              <a:srgbClr val="1B4087"/>
            </a:solidFill>
            <a:ln w="8716" cap="flat">
              <a:noFill/>
              <a:prstDash val="solid"/>
              <a:miter/>
            </a:ln>
          </p:spPr>
          <p:txBody>
            <a:bodyPr rtlCol="0" anchor="ctr"/>
            <a:lstStyle/>
            <a:p>
              <a:endParaRPr lang="en-ZA"/>
            </a:p>
          </p:txBody>
        </p:sp>
      </p:grpSp>
      <p:sp>
        <p:nvSpPr>
          <p:cNvPr id="5" name="Picture Placeholder 4">
            <a:extLst>
              <a:ext uri="{FF2B5EF4-FFF2-40B4-BE49-F238E27FC236}">
                <a16:creationId xmlns:a16="http://schemas.microsoft.com/office/drawing/2014/main" id="{5BCF3521-5BCE-BFEC-4DF9-AB8411DE3303}"/>
              </a:ext>
            </a:extLst>
          </p:cNvPr>
          <p:cNvSpPr>
            <a:spLocks noGrp="1"/>
          </p:cNvSpPr>
          <p:nvPr>
            <p:ph type="pic" sz="quarter" idx="14" hasCustomPrompt="1"/>
          </p:nvPr>
        </p:nvSpPr>
        <p:spPr>
          <a:xfrm>
            <a:off x="7896225" y="1526365"/>
            <a:ext cx="3883420" cy="5070567"/>
          </a:xfrm>
        </p:spPr>
        <p:txBody>
          <a:bodyPr/>
          <a:lstStyle>
            <a:lvl1pPr>
              <a:defRPr/>
            </a:lvl1pPr>
          </a:lstStyle>
          <a:p>
            <a:r>
              <a:rPr lang="en-US" dirty="0"/>
              <a:t>Picture if needed</a:t>
            </a:r>
            <a:endParaRPr lang="en-ZA" dirty="0"/>
          </a:p>
        </p:txBody>
      </p:sp>
    </p:spTree>
    <p:extLst>
      <p:ext uri="{BB962C8B-B14F-4D97-AF65-F5344CB8AC3E}">
        <p14:creationId xmlns:p14="http://schemas.microsoft.com/office/powerpoint/2010/main" val="12875166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Gallery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AEE9287-A9BB-67BD-BE75-FC74BAD8CE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59524" y="3127341"/>
            <a:ext cx="3456349" cy="3456349"/>
          </a:xfrm>
          <a:prstGeom prst="rect">
            <a:avLst/>
          </a:prstGeom>
        </p:spPr>
      </p:pic>
      <p:sp>
        <p:nvSpPr>
          <p:cNvPr id="15" name="Picture Placeholder 14">
            <a:extLst>
              <a:ext uri="{FF2B5EF4-FFF2-40B4-BE49-F238E27FC236}">
                <a16:creationId xmlns:a16="http://schemas.microsoft.com/office/drawing/2014/main" id="{67F0283E-ADB8-09A1-3222-E36E04AC8696}"/>
              </a:ext>
            </a:extLst>
          </p:cNvPr>
          <p:cNvSpPr>
            <a:spLocks noGrp="1"/>
          </p:cNvSpPr>
          <p:nvPr>
            <p:ph type="pic" sz="quarter" idx="14" hasCustomPrompt="1"/>
          </p:nvPr>
        </p:nvSpPr>
        <p:spPr>
          <a:xfrm>
            <a:off x="6096000" y="1620838"/>
            <a:ext cx="3371850" cy="2209800"/>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first</a:t>
            </a:r>
            <a:endParaRPr lang="en-ZA" dirty="0"/>
          </a:p>
        </p:txBody>
      </p:sp>
      <p:sp>
        <p:nvSpPr>
          <p:cNvPr id="22" name="Picture Placeholder 14">
            <a:extLst>
              <a:ext uri="{FF2B5EF4-FFF2-40B4-BE49-F238E27FC236}">
                <a16:creationId xmlns:a16="http://schemas.microsoft.com/office/drawing/2014/main" id="{F4EF5853-0B39-E749-5264-CE8F152EDF71}"/>
              </a:ext>
            </a:extLst>
          </p:cNvPr>
          <p:cNvSpPr>
            <a:spLocks noGrp="1"/>
          </p:cNvSpPr>
          <p:nvPr>
            <p:ph type="pic" sz="quarter" idx="15" hasCustomPrompt="1"/>
          </p:nvPr>
        </p:nvSpPr>
        <p:spPr>
          <a:xfrm>
            <a:off x="9132915" y="2004832"/>
            <a:ext cx="1812376" cy="1187772"/>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2de</a:t>
            </a:r>
            <a:endParaRPr lang="en-ZA" dirty="0"/>
          </a:p>
        </p:txBody>
      </p:sp>
      <p:sp>
        <p:nvSpPr>
          <p:cNvPr id="24" name="Picture Placeholder 14">
            <a:extLst>
              <a:ext uri="{FF2B5EF4-FFF2-40B4-BE49-F238E27FC236}">
                <a16:creationId xmlns:a16="http://schemas.microsoft.com/office/drawing/2014/main" id="{2435612C-1B31-CA00-5526-86AF259DF5AD}"/>
              </a:ext>
            </a:extLst>
          </p:cNvPr>
          <p:cNvSpPr>
            <a:spLocks noGrp="1"/>
          </p:cNvSpPr>
          <p:nvPr>
            <p:ph type="pic" sz="quarter" idx="16" hasCustomPrompt="1"/>
          </p:nvPr>
        </p:nvSpPr>
        <p:spPr>
          <a:xfrm>
            <a:off x="8597217" y="3721226"/>
            <a:ext cx="2929887" cy="1939305"/>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3de</a:t>
            </a:r>
            <a:endParaRPr lang="en-ZA" dirty="0"/>
          </a:p>
        </p:txBody>
      </p:sp>
      <p:sp>
        <p:nvSpPr>
          <p:cNvPr id="25" name="Picture Placeholder 14">
            <a:extLst>
              <a:ext uri="{FF2B5EF4-FFF2-40B4-BE49-F238E27FC236}">
                <a16:creationId xmlns:a16="http://schemas.microsoft.com/office/drawing/2014/main" id="{41199E48-E923-EA38-BA76-05424FAE36E8}"/>
              </a:ext>
            </a:extLst>
          </p:cNvPr>
          <p:cNvSpPr>
            <a:spLocks noGrp="1"/>
          </p:cNvSpPr>
          <p:nvPr>
            <p:ph type="pic" sz="quarter" idx="17" hasCustomPrompt="1"/>
          </p:nvPr>
        </p:nvSpPr>
        <p:spPr>
          <a:xfrm>
            <a:off x="6311112" y="4226545"/>
            <a:ext cx="1875930" cy="1263131"/>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4th</a:t>
            </a:r>
            <a:endParaRPr lang="en-ZA" dirty="0"/>
          </a:p>
        </p:txBody>
      </p:sp>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3846861"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56630936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Small Char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C085DC44-867E-A4D3-E1C8-7E9BB1385C79}"/>
              </a:ext>
            </a:extLst>
          </p:cNvPr>
          <p:cNvSpPr>
            <a:spLocks noGrp="1"/>
          </p:cNvSpPr>
          <p:nvPr>
            <p:ph type="body" sz="quarter" idx="13"/>
          </p:nvPr>
        </p:nvSpPr>
        <p:spPr>
          <a:xfrm>
            <a:off x="2249139" y="1626712"/>
            <a:ext cx="4043506" cy="4215288"/>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Rectangle 6">
            <a:extLst>
              <a:ext uri="{FF2B5EF4-FFF2-40B4-BE49-F238E27FC236}">
                <a16:creationId xmlns:a16="http://schemas.microsoft.com/office/drawing/2014/main" id="{128F689A-5533-00EF-92A2-77B56F662FBB}"/>
              </a:ext>
            </a:extLst>
          </p:cNvPr>
          <p:cNvSpPr/>
          <p:nvPr/>
        </p:nvSpPr>
        <p:spPr>
          <a:xfrm>
            <a:off x="6545578" y="1567706"/>
            <a:ext cx="5130483" cy="5084762"/>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6727219" y="1773238"/>
            <a:ext cx="4737245" cy="5084762"/>
          </a:xfrm>
        </p:spPr>
        <p:txBody>
          <a:bodyPr/>
          <a:lstStyle/>
          <a:p>
            <a:endParaRPr lang="en-ZA" dirty="0"/>
          </a:p>
        </p:txBody>
      </p:sp>
      <p:pic>
        <p:nvPicPr>
          <p:cNvPr id="5" name="Graphic 4">
            <a:extLst>
              <a:ext uri="{FF2B5EF4-FFF2-40B4-BE49-F238E27FC236}">
                <a16:creationId xmlns:a16="http://schemas.microsoft.com/office/drawing/2014/main" id="{5ACFC315-96BF-F0E3-7ABC-FC155115E1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8" name="Group 7">
            <a:extLst>
              <a:ext uri="{FF2B5EF4-FFF2-40B4-BE49-F238E27FC236}">
                <a16:creationId xmlns:a16="http://schemas.microsoft.com/office/drawing/2014/main" id="{A07B4121-803A-0118-F43B-642EF8E093E9}"/>
              </a:ext>
            </a:extLst>
          </p:cNvPr>
          <p:cNvGrpSpPr/>
          <p:nvPr/>
        </p:nvGrpSpPr>
        <p:grpSpPr>
          <a:xfrm>
            <a:off x="-228000" y="6613460"/>
            <a:ext cx="12420000" cy="256116"/>
            <a:chOff x="1934840" y="6601883"/>
            <a:chExt cx="12092580" cy="245079"/>
          </a:xfrm>
        </p:grpSpPr>
        <p:sp>
          <p:nvSpPr>
            <p:cNvPr id="11" name="Freeform: Shape 10">
              <a:extLst>
                <a:ext uri="{FF2B5EF4-FFF2-40B4-BE49-F238E27FC236}">
                  <a16:creationId xmlns:a16="http://schemas.microsoft.com/office/drawing/2014/main" id="{C5B5F771-DB78-3794-6474-5FA5A70F316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334677E2-5826-AAE2-432F-0AF83718C7AA}"/>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CC31256D-5F71-D5A9-8662-FBBC8AF43C46}"/>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4" name="Graphic 13">
              <a:extLst>
                <a:ext uri="{FF2B5EF4-FFF2-40B4-BE49-F238E27FC236}">
                  <a16:creationId xmlns:a16="http://schemas.microsoft.com/office/drawing/2014/main" id="{3A5717F0-E0B2-E2E4-B0BE-4E295F2CD8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8" name="Graphic 17">
              <a:extLst>
                <a:ext uri="{FF2B5EF4-FFF2-40B4-BE49-F238E27FC236}">
                  <a16:creationId xmlns:a16="http://schemas.microsoft.com/office/drawing/2014/main" id="{8067E755-8ADB-3A1A-4CD4-76BAE89D3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9" name="Graphic 18">
              <a:extLst>
                <a:ext uri="{FF2B5EF4-FFF2-40B4-BE49-F238E27FC236}">
                  <a16:creationId xmlns:a16="http://schemas.microsoft.com/office/drawing/2014/main" id="{A14EFF67-7E0A-2B1D-A8FE-299217F33E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0" name="Graphic 19">
              <a:extLst>
                <a:ext uri="{FF2B5EF4-FFF2-40B4-BE49-F238E27FC236}">
                  <a16:creationId xmlns:a16="http://schemas.microsoft.com/office/drawing/2014/main" id="{083B1919-450D-8209-18B5-169828425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407296247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Big 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8F689A-5533-00EF-92A2-77B56F662FBB}"/>
              </a:ext>
            </a:extLst>
          </p:cNvPr>
          <p:cNvSpPr/>
          <p:nvPr/>
        </p:nvSpPr>
        <p:spPr>
          <a:xfrm>
            <a:off x="2249139" y="1640163"/>
            <a:ext cx="9426923" cy="5217837"/>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550863" y="345370"/>
            <a:ext cx="10315256"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2537922" y="1958352"/>
            <a:ext cx="8747615" cy="3883648"/>
          </a:xfrm>
        </p:spPr>
        <p:txBody>
          <a:bodyPr/>
          <a:lstStyle/>
          <a:p>
            <a:endParaRPr lang="en-ZA" dirty="0"/>
          </a:p>
        </p:txBody>
      </p:sp>
      <p:pic>
        <p:nvPicPr>
          <p:cNvPr id="5" name="Graphic 4">
            <a:extLst>
              <a:ext uri="{FF2B5EF4-FFF2-40B4-BE49-F238E27FC236}">
                <a16:creationId xmlns:a16="http://schemas.microsoft.com/office/drawing/2014/main" id="{B20EAA04-1C2C-21A9-2049-F7ADB6E1D9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2" name="Group 11">
            <a:extLst>
              <a:ext uri="{FF2B5EF4-FFF2-40B4-BE49-F238E27FC236}">
                <a16:creationId xmlns:a16="http://schemas.microsoft.com/office/drawing/2014/main" id="{89604458-DF6C-B9DE-3D60-3F10660A16B8}"/>
              </a:ext>
            </a:extLst>
          </p:cNvPr>
          <p:cNvGrpSpPr/>
          <p:nvPr/>
        </p:nvGrpSpPr>
        <p:grpSpPr>
          <a:xfrm>
            <a:off x="-228000" y="6613460"/>
            <a:ext cx="12420000" cy="256116"/>
            <a:chOff x="1934840" y="6601883"/>
            <a:chExt cx="12092580" cy="245079"/>
          </a:xfrm>
        </p:grpSpPr>
        <p:sp>
          <p:nvSpPr>
            <p:cNvPr id="13" name="Freeform: Shape 12">
              <a:extLst>
                <a:ext uri="{FF2B5EF4-FFF2-40B4-BE49-F238E27FC236}">
                  <a16:creationId xmlns:a16="http://schemas.microsoft.com/office/drawing/2014/main" id="{FA5BC204-08C8-03A0-425D-E73BE95B7A2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7AE57873-71F1-BD7E-B8AE-DA201E7F5A0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1312AD1B-60B1-820F-BD8D-0D8FE4C290CF}"/>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6" name="Graphic 15">
              <a:extLst>
                <a:ext uri="{FF2B5EF4-FFF2-40B4-BE49-F238E27FC236}">
                  <a16:creationId xmlns:a16="http://schemas.microsoft.com/office/drawing/2014/main" id="{FA6E1B7F-9E99-6EC5-C1E9-5026E04E3C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7" name="Graphic 16">
              <a:extLst>
                <a:ext uri="{FF2B5EF4-FFF2-40B4-BE49-F238E27FC236}">
                  <a16:creationId xmlns:a16="http://schemas.microsoft.com/office/drawing/2014/main" id="{4609696D-5A9D-249D-206D-87F0A54257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8" name="Graphic 17">
              <a:extLst>
                <a:ext uri="{FF2B5EF4-FFF2-40B4-BE49-F238E27FC236}">
                  <a16:creationId xmlns:a16="http://schemas.microsoft.com/office/drawing/2014/main" id="{ED1F2AF3-A9F7-1AF0-60C5-B35F3456B2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19" name="Graphic 18">
              <a:extLst>
                <a:ext uri="{FF2B5EF4-FFF2-40B4-BE49-F238E27FC236}">
                  <a16:creationId xmlns:a16="http://schemas.microsoft.com/office/drawing/2014/main" id="{543F5351-FCEA-B259-2C63-2E74287C0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950556298"/>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9091608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2_Two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D09C11-FA20-F60F-4548-65D89BD8D45A}"/>
              </a:ext>
            </a:extLst>
          </p:cNvPr>
          <p:cNvSpPr/>
          <p:nvPr/>
        </p:nvSpPr>
        <p:spPr>
          <a:xfrm>
            <a:off x="0" y="1238864"/>
            <a:ext cx="6979534"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6980238" y="1238250"/>
            <a:ext cx="5211762" cy="5383213"/>
          </a:xfrm>
        </p:spPr>
        <p:txBody>
          <a:bodyPr/>
          <a:lstStyle/>
          <a:p>
            <a:endParaRPr lang="en-ZA"/>
          </a:p>
        </p:txBody>
      </p:sp>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82687110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_Two Colum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0" y="1238250"/>
            <a:ext cx="6979534" cy="5383213"/>
          </a:xfrm>
        </p:spPr>
        <p:txBody>
          <a:bodyPr/>
          <a:lstStyle/>
          <a:p>
            <a:endParaRPr lang="en-ZA"/>
          </a:p>
        </p:txBody>
      </p:sp>
      <p:sp>
        <p:nvSpPr>
          <p:cNvPr id="4" name="Rectangle 3">
            <a:extLst>
              <a:ext uri="{FF2B5EF4-FFF2-40B4-BE49-F238E27FC236}">
                <a16:creationId xmlns:a16="http://schemas.microsoft.com/office/drawing/2014/main" id="{07D09C11-FA20-F60F-4548-65D89BD8D45A}"/>
              </a:ext>
            </a:extLst>
          </p:cNvPr>
          <p:cNvSpPr/>
          <p:nvPr/>
        </p:nvSpPr>
        <p:spPr>
          <a:xfrm>
            <a:off x="6979534" y="1238864"/>
            <a:ext cx="5232839"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7207534"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7208764"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14574655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0620778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Bor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pic>
        <p:nvPicPr>
          <p:cNvPr id="2" name="Graphic 1">
            <a:extLst>
              <a:ext uri="{FF2B5EF4-FFF2-40B4-BE49-F238E27FC236}">
                <a16:creationId xmlns:a16="http://schemas.microsoft.com/office/drawing/2014/main" id="{E0078C6F-78C4-E3FC-86AA-BC85EE694E3B}"/>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141283928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33075071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C2F74-2F93-9801-F272-FF27791087B2}"/>
              </a:ext>
            </a:extLst>
          </p:cNvPr>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403734553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266825"/>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178751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308441622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4059061"/>
              <a:ext cx="655320" cy="2701746"/>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76643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207003492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p:nvSpPr>
        <p:spPr>
          <a:xfrm>
            <a:off x="3200400" y="0"/>
            <a:ext cx="32004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3" name="Text Placeholder 12">
            <a:extLst>
              <a:ext uri="{FF2B5EF4-FFF2-40B4-BE49-F238E27FC236}">
                <a16:creationId xmlns:a16="http://schemas.microsoft.com/office/drawing/2014/main" id="{277180BB-24A0-AE41-E3CF-4163A44EB158}"/>
              </a:ext>
            </a:extLst>
          </p:cNvPr>
          <p:cNvSpPr>
            <a:spLocks noGrp="1"/>
          </p:cNvSpPr>
          <p:nvPr>
            <p:ph type="body" sz="quarter" idx="13"/>
          </p:nvPr>
        </p:nvSpPr>
        <p:spPr>
          <a:xfrm>
            <a:off x="1219200" y="759937"/>
            <a:ext cx="7391400" cy="2941637"/>
          </a:xfrm>
        </p:spPr>
        <p:txBody>
          <a:bodyPr>
            <a:noAutofit/>
          </a:bodyPr>
          <a:lstStyle>
            <a:lvl1pPr marL="0" indent="0">
              <a:buNone/>
              <a:defRPr sz="6600">
                <a:solidFill>
                  <a:schemeClr val="bg1"/>
                </a:solidFill>
                <a:latin typeface="+mj-lt"/>
              </a:defRPr>
            </a:lvl1pPr>
            <a:lvl2pPr>
              <a:defRPr sz="4400">
                <a:solidFill>
                  <a:schemeClr val="bg1"/>
                </a:solidFill>
                <a:latin typeface="+mj-lt"/>
              </a:defRPr>
            </a:lvl2pPr>
            <a:lvl3pPr>
              <a:defRPr sz="4000">
                <a:solidFill>
                  <a:schemeClr val="bg1"/>
                </a:solidFill>
                <a:latin typeface="+mj-lt"/>
              </a:defRPr>
            </a:lvl3pPr>
            <a:lvl4pPr>
              <a:defRPr sz="3600">
                <a:solidFill>
                  <a:schemeClr val="bg1"/>
                </a:solidFill>
                <a:latin typeface="+mj-lt"/>
              </a:defRPr>
            </a:lvl4pPr>
            <a:lvl5pPr>
              <a:defRPr sz="3600">
                <a:solidFill>
                  <a:schemeClr val="bg1"/>
                </a:solidFill>
                <a:latin typeface="+mj-lt"/>
              </a:defRPr>
            </a:lvl5pPr>
          </a:lstStyle>
          <a:p>
            <a:pPr lvl="0"/>
            <a:r>
              <a:rPr lang="en-US" dirty="0"/>
              <a:t>Click to edit Master text styles</a:t>
            </a:r>
            <a:endParaRPr lang="en-ZA" dirty="0"/>
          </a:p>
        </p:txBody>
      </p:sp>
      <p:cxnSp>
        <p:nvCxnSpPr>
          <p:cNvPr id="15" name="Straight Connector 14">
            <a:extLst>
              <a:ext uri="{FF2B5EF4-FFF2-40B4-BE49-F238E27FC236}">
                <a16:creationId xmlns:a16="http://schemas.microsoft.com/office/drawing/2014/main" id="{09E4CD09-A226-66A4-D0B6-98CDBCA9DDBC}"/>
              </a:ext>
            </a:extLst>
          </p:cNvPr>
          <p:cNvCxnSpPr/>
          <p:nvPr/>
        </p:nvCxnSpPr>
        <p:spPr>
          <a:xfrm>
            <a:off x="609600" y="639432"/>
            <a:ext cx="0" cy="1890380"/>
          </a:xfrm>
          <a:prstGeom prst="line">
            <a:avLst/>
          </a:prstGeom>
          <a:ln w="57150">
            <a:solidFill>
              <a:srgbClr val="00B0F0"/>
            </a:solidFill>
          </a:ln>
        </p:spPr>
        <p:style>
          <a:lnRef idx="2">
            <a:schemeClr val="accent1"/>
          </a:lnRef>
          <a:fillRef idx="0">
            <a:schemeClr val="accent1"/>
          </a:fillRef>
          <a:effectRef idx="1">
            <a:schemeClr val="accent1"/>
          </a:effectRef>
          <a:fontRef idx="minor">
            <a:schemeClr val="tx1"/>
          </a:fontRef>
        </p:style>
      </p:cxnSp>
      <p:pic>
        <p:nvPicPr>
          <p:cNvPr id="17" name="Graphic 16">
            <a:extLst>
              <a:ext uri="{FF2B5EF4-FFF2-40B4-BE49-F238E27FC236}">
                <a16:creationId xmlns:a16="http://schemas.microsoft.com/office/drawing/2014/main" id="{6C0FCE06-49E9-C32C-E467-2DB15DC6C0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17295" y="4779440"/>
            <a:ext cx="1327785" cy="1576910"/>
          </a:xfrm>
          <a:prstGeom prst="rect">
            <a:avLst/>
          </a:prstGeom>
        </p:spPr>
      </p:pic>
      <p:sp>
        <p:nvSpPr>
          <p:cNvPr id="19" name="Picture Placeholder 18">
            <a:extLst>
              <a:ext uri="{FF2B5EF4-FFF2-40B4-BE49-F238E27FC236}">
                <a16:creationId xmlns:a16="http://schemas.microsoft.com/office/drawing/2014/main" id="{F5821D6A-5681-F190-BD3F-666F06999E97}"/>
              </a:ext>
            </a:extLst>
          </p:cNvPr>
          <p:cNvSpPr>
            <a:spLocks noGrp="1"/>
          </p:cNvSpPr>
          <p:nvPr>
            <p:ph type="pic" sz="quarter" idx="14"/>
          </p:nvPr>
        </p:nvSpPr>
        <p:spPr>
          <a:xfrm>
            <a:off x="6118225" y="639763"/>
            <a:ext cx="5616575" cy="6218237"/>
          </a:xfrm>
        </p:spPr>
        <p:txBody>
          <a:bodyPr/>
          <a:lstStyle/>
          <a:p>
            <a:endParaRPr lang="en-ZA"/>
          </a:p>
        </p:txBody>
      </p:sp>
    </p:spTree>
    <p:extLst>
      <p:ext uri="{BB962C8B-B14F-4D97-AF65-F5344CB8AC3E}">
        <p14:creationId xmlns:p14="http://schemas.microsoft.com/office/powerpoint/2010/main" val="13018359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p:nvSpPr>
        <p:spPr>
          <a:xfrm>
            <a:off x="3200400" y="0"/>
            <a:ext cx="32004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bg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170242479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238111689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35284409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A4A866-6991-C6DB-63B2-89D87C81C4CA}"/>
              </a:ext>
            </a:extLst>
          </p:cNvPr>
          <p:cNvSpPr/>
          <p:nvPr/>
        </p:nvSpPr>
        <p:spPr>
          <a:xfrm>
            <a:off x="0" y="0"/>
            <a:ext cx="5289630" cy="440995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F2275CE5-8A00-5D82-748F-46F3EE013F32}"/>
              </a:ext>
            </a:extLst>
          </p:cNvPr>
          <p:cNvSpPr/>
          <p:nvPr/>
        </p:nvSpPr>
        <p:spPr>
          <a:xfrm>
            <a:off x="0" y="4409954"/>
            <a:ext cx="5289630" cy="24480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Picture Placeholder 6">
            <a:extLst>
              <a:ext uri="{FF2B5EF4-FFF2-40B4-BE49-F238E27FC236}">
                <a16:creationId xmlns:a16="http://schemas.microsoft.com/office/drawing/2014/main" id="{208045D3-AC78-47A3-4350-79D7A9F83671}"/>
              </a:ext>
            </a:extLst>
          </p:cNvPr>
          <p:cNvSpPr>
            <a:spLocks noGrp="1"/>
          </p:cNvSpPr>
          <p:nvPr>
            <p:ph type="pic" sz="quarter" idx="10"/>
          </p:nvPr>
        </p:nvSpPr>
        <p:spPr>
          <a:xfrm>
            <a:off x="5289550" y="0"/>
            <a:ext cx="6902450" cy="6858000"/>
          </a:xfrm>
        </p:spPr>
        <p:txBody>
          <a:bodyPr/>
          <a:lstStyle/>
          <a:p>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B6BD30D4-1D98-51FE-3FF8-2FBA3409ECD8}"/>
              </a:ext>
            </a:extLst>
          </p:cNvPr>
          <p:cNvSpPr>
            <a:spLocks noGrp="1"/>
          </p:cNvSpPr>
          <p:nvPr>
            <p:ph type="body" sz="quarter" idx="11"/>
          </p:nvPr>
        </p:nvSpPr>
        <p:spPr>
          <a:xfrm>
            <a:off x="517524" y="873125"/>
            <a:ext cx="7224395" cy="2784475"/>
          </a:xfrm>
        </p:spPr>
        <p:txBody>
          <a:bodyPr>
            <a:noAutofit/>
          </a:bodyPr>
          <a:lstStyle>
            <a:lvl1pPr marL="0" indent="0">
              <a:buNone/>
              <a:defRPr sz="7200">
                <a:solidFill>
                  <a:schemeClr val="bg1"/>
                </a:solidFill>
                <a:latin typeface="+mj-lt"/>
              </a:defRPr>
            </a:lvl1pPr>
            <a:lvl2pPr>
              <a:defRPr sz="5400">
                <a:latin typeface="+mj-lt"/>
              </a:defRPr>
            </a:lvl2pPr>
            <a:lvl3pPr>
              <a:defRPr sz="4800">
                <a:latin typeface="+mj-lt"/>
              </a:defRPr>
            </a:lvl3pPr>
            <a:lvl4pPr>
              <a:defRPr sz="4400">
                <a:latin typeface="+mj-lt"/>
              </a:defRPr>
            </a:lvl4pPr>
            <a:lvl5pPr>
              <a:defRPr sz="4400">
                <a:latin typeface="+mj-lt"/>
              </a:defRPr>
            </a:lvl5pPr>
          </a:lstStyle>
          <a:p>
            <a:pPr lvl="0"/>
            <a:r>
              <a:rPr lang="en-US" dirty="0"/>
              <a:t>Click to edit Master text styles</a:t>
            </a:r>
            <a:endParaRPr lang="en-ZA" dirty="0"/>
          </a:p>
        </p:txBody>
      </p:sp>
      <p:sp>
        <p:nvSpPr>
          <p:cNvPr id="11" name="Text Placeholder 10">
            <a:extLst>
              <a:ext uri="{FF2B5EF4-FFF2-40B4-BE49-F238E27FC236}">
                <a16:creationId xmlns:a16="http://schemas.microsoft.com/office/drawing/2014/main" id="{53760D0A-B49B-4A0E-BCC8-EDFBAEB246A3}"/>
              </a:ext>
            </a:extLst>
          </p:cNvPr>
          <p:cNvSpPr>
            <a:spLocks noGrp="1"/>
          </p:cNvSpPr>
          <p:nvPr>
            <p:ph type="body" sz="quarter" idx="12"/>
          </p:nvPr>
        </p:nvSpPr>
        <p:spPr>
          <a:xfrm>
            <a:off x="517525" y="5089525"/>
            <a:ext cx="4054475" cy="1204913"/>
          </a:xfrm>
        </p:spPr>
        <p:txBody>
          <a:bodyPr>
            <a:no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Tree>
    <p:extLst>
      <p:ext uri="{BB962C8B-B14F-4D97-AF65-F5344CB8AC3E}">
        <p14:creationId xmlns:p14="http://schemas.microsoft.com/office/powerpoint/2010/main" val="428692515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33702" y="-1"/>
            <a:ext cx="1858298" cy="1238865"/>
          </a:xfrm>
          <a:prstGeom prst="rect">
            <a:avLst/>
          </a:prstGeom>
        </p:spPr>
      </p:pic>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1510635"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1510635"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630146"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1510635" y="1621546"/>
            <a:ext cx="9426923"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60174938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958D-093C-FF37-56FE-B328152A876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AB60A55-359A-9F4E-9E44-CCD4BE2D4D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9C06B13-FA09-9317-91EC-447FAD56132E}"/>
              </a:ext>
            </a:extLst>
          </p:cNvPr>
          <p:cNvSpPr>
            <a:spLocks noGrp="1"/>
          </p:cNvSpPr>
          <p:nvPr>
            <p:ph type="dt" sz="half" idx="10"/>
          </p:nvPr>
        </p:nvSpPr>
        <p:spPr/>
        <p:txBody>
          <a:body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E55C5E0D-AF94-FCE1-775D-FF2DD6F7418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112FF82-DDCF-761A-4074-00749DABBE80}"/>
              </a:ext>
            </a:extLst>
          </p:cNvPr>
          <p:cNvSpPr>
            <a:spLocks noGrp="1"/>
          </p:cNvSpPr>
          <p:nvPr>
            <p:ph type="sldNum" sz="quarter" idx="12"/>
          </p:nvPr>
        </p:nvSpPr>
        <p:spPr/>
        <p:txBody>
          <a:bodyPr/>
          <a:lstStyle/>
          <a:p>
            <a:fld id="{E24C09C2-28EC-4286-8ECE-69B9E0EAC11A}" type="slidenum">
              <a:rPr lang="en-ZA" smtClean="0"/>
              <a:t>‹#›</a:t>
            </a:fld>
            <a:endParaRPr lang="en-ZA"/>
          </a:p>
        </p:txBody>
      </p:sp>
    </p:spTree>
    <p:extLst>
      <p:ext uri="{BB962C8B-B14F-4D97-AF65-F5344CB8AC3E}">
        <p14:creationId xmlns:p14="http://schemas.microsoft.com/office/powerpoint/2010/main" val="121100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theme" Target="../theme/theme2.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8" Type="http://schemas.openxmlformats.org/officeDocument/2006/relationships/slideLayout" Target="../slideLayouts/slideLayout22.xml"/><Relationship Id="rId3"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theme" Target="../theme/theme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8" Type="http://schemas.openxmlformats.org/officeDocument/2006/relationships/slideLayout" Target="../slideLayouts/slideLayout60.xml"/><Relationship Id="rId3"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FF6086-C3D8-183B-82C9-2022F88668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4F07BC1-64CF-6B2E-3E2B-30B4A41ED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55BDA67-D747-852D-7D23-45986FCAC7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25ECEA-9CB1-4402-9792-6AB5F8E1E1C4}" type="datetimeFigureOut">
              <a:rPr lang="en-ZA" smtClean="0"/>
              <a:t>2026/05/11</a:t>
            </a:fld>
            <a:endParaRPr lang="en-ZA"/>
          </a:p>
        </p:txBody>
      </p:sp>
      <p:sp>
        <p:nvSpPr>
          <p:cNvPr id="5" name="Footer Placeholder 4">
            <a:extLst>
              <a:ext uri="{FF2B5EF4-FFF2-40B4-BE49-F238E27FC236}">
                <a16:creationId xmlns:a16="http://schemas.microsoft.com/office/drawing/2014/main" id="{835CB2A8-869A-E3BD-389D-1C5EB87470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F7129D84-4F85-5131-27DF-9B2EA02B3E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4C09C2-28EC-4286-8ECE-69B9E0EAC11A}" type="slidenum">
              <a:rPr lang="en-ZA" smtClean="0"/>
              <a:t>‹#›</a:t>
            </a:fld>
            <a:endParaRPr lang="en-ZA"/>
          </a:p>
        </p:txBody>
      </p:sp>
    </p:spTree>
    <p:extLst>
      <p:ext uri="{BB962C8B-B14F-4D97-AF65-F5344CB8AC3E}">
        <p14:creationId xmlns:p14="http://schemas.microsoft.com/office/powerpoint/2010/main" val="2199793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4273C-3A3F-B555-8789-ED650B50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2CCFC35-2457-ECBB-481F-76123FD22F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a:extLst>
              <a:ext uri="{FF2B5EF4-FFF2-40B4-BE49-F238E27FC236}">
                <a16:creationId xmlns:a16="http://schemas.microsoft.com/office/drawing/2014/main" id="{09F95325-3DD8-BE2E-99FD-6CFCE5C1CC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0024F3-716D-4858-A47B-A94DB0594318}" type="datetimeFigureOut">
              <a:rPr lang="en-ZA" smtClean="0"/>
              <a:t>2026/05/11</a:t>
            </a:fld>
            <a:endParaRPr lang="en-ZA"/>
          </a:p>
        </p:txBody>
      </p:sp>
      <p:sp>
        <p:nvSpPr>
          <p:cNvPr id="5" name="Footer Placeholder 4">
            <a:extLst>
              <a:ext uri="{FF2B5EF4-FFF2-40B4-BE49-F238E27FC236}">
                <a16:creationId xmlns:a16="http://schemas.microsoft.com/office/drawing/2014/main" id="{460F0A8D-ACC9-87FC-DD8A-3A3B65A03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9C8F8D83-5F58-5C1A-E403-F704D8DB4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4E149-6B8E-4F8F-B4E5-14C644F62B3E}" type="slidenum">
              <a:rPr lang="en-ZA" smtClean="0"/>
              <a:t>‹#›</a:t>
            </a:fld>
            <a:endParaRPr lang="en-ZA"/>
          </a:p>
        </p:txBody>
      </p:sp>
    </p:spTree>
    <p:extLst>
      <p:ext uri="{BB962C8B-B14F-4D97-AF65-F5344CB8AC3E}">
        <p14:creationId xmlns:p14="http://schemas.microsoft.com/office/powerpoint/2010/main" val="168842649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1" r:id="rId37"/>
    <p:sldLayoutId id="2147483740" r:id="rId3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4273C-3A3F-B555-8789-ED650B50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2CCFC35-2457-ECBB-481F-76123FD22F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a:extLst>
              <a:ext uri="{FF2B5EF4-FFF2-40B4-BE49-F238E27FC236}">
                <a16:creationId xmlns:a16="http://schemas.microsoft.com/office/drawing/2014/main" id="{09F95325-3DD8-BE2E-99FD-6CFCE5C1CC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0024F3-716D-4858-A47B-A94DB0594318}" type="datetimeFigureOut">
              <a:rPr lang="en-ZA" smtClean="0"/>
              <a:t>2026/05/11</a:t>
            </a:fld>
            <a:endParaRPr lang="en-ZA"/>
          </a:p>
        </p:txBody>
      </p:sp>
      <p:sp>
        <p:nvSpPr>
          <p:cNvPr id="5" name="Footer Placeholder 4">
            <a:extLst>
              <a:ext uri="{FF2B5EF4-FFF2-40B4-BE49-F238E27FC236}">
                <a16:creationId xmlns:a16="http://schemas.microsoft.com/office/drawing/2014/main" id="{460F0A8D-ACC9-87FC-DD8A-3A3B65A03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9C8F8D83-5F58-5C1A-E403-F704D8DB4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4E149-6B8E-4F8F-B4E5-14C644F62B3E}" type="slidenum">
              <a:rPr lang="en-ZA" smtClean="0"/>
              <a:t>‹#›</a:t>
            </a:fld>
            <a:endParaRPr lang="en-ZA"/>
          </a:p>
        </p:txBody>
      </p:sp>
    </p:spTree>
    <p:extLst>
      <p:ext uri="{BB962C8B-B14F-4D97-AF65-F5344CB8AC3E}">
        <p14:creationId xmlns:p14="http://schemas.microsoft.com/office/powerpoint/2010/main" val="27096519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microsoft.com/office/2018/10/relationships/comments" Target="../comments/modernComment_168_2B1441A7.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microsoft.com/office/2018/10/relationships/comments" Target="../comments/modernComment_132_FDDBD49A.xml"/><Relationship Id="rId1" Type="http://schemas.openxmlformats.org/officeDocument/2006/relationships/slideLayout" Target="../slideLayouts/slideLayout12.xml"/><Relationship Id="rId4"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microsoft.com/office/2018/10/relationships/comments" Target="../comments/modernComment_167_D17BB4F7.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 name="Graphic 361">
            <a:extLst>
              <a:ext uri="{FF2B5EF4-FFF2-40B4-BE49-F238E27FC236}">
                <a16:creationId xmlns:a16="http://schemas.microsoft.com/office/drawing/2014/main" id="{391A2ECC-3ECC-01B9-8A5C-BCB31CA468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696" y="476250"/>
            <a:ext cx="3458527" cy="1278508"/>
          </a:xfrm>
          <a:prstGeom prst="rect">
            <a:avLst/>
          </a:prstGeom>
        </p:spPr>
      </p:pic>
      <p:sp>
        <p:nvSpPr>
          <p:cNvPr id="363" name="Title 1">
            <a:extLst>
              <a:ext uri="{FF2B5EF4-FFF2-40B4-BE49-F238E27FC236}">
                <a16:creationId xmlns:a16="http://schemas.microsoft.com/office/drawing/2014/main" id="{32D37EA8-F6F3-C2D3-F66C-7176E45266B7}"/>
              </a:ext>
            </a:extLst>
          </p:cNvPr>
          <p:cNvSpPr txBox="1">
            <a:spLocks/>
          </p:cNvSpPr>
          <p:nvPr/>
        </p:nvSpPr>
        <p:spPr>
          <a:xfrm>
            <a:off x="597696" y="779184"/>
            <a:ext cx="8336280" cy="2852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ZA" sz="6000" b="0" i="0" u="none" strike="noStrike" kern="1200" cap="none" spc="0" normalizeH="0" baseline="0" noProof="0" dirty="0">
                <a:ln>
                  <a:noFill/>
                </a:ln>
                <a:solidFill>
                  <a:srgbClr val="CFAD80"/>
                </a:solidFill>
                <a:effectLst/>
                <a:uLnTx/>
                <a:uFillTx/>
                <a:latin typeface="Arial" panose="020B0604020202020204" pitchFamily="34" charset="0"/>
                <a:ea typeface="+mj-ea"/>
                <a:cs typeface="Arial" panose="020B0604020202020204" pitchFamily="34" charset="0"/>
              </a:rPr>
              <a:t>Program Design</a:t>
            </a:r>
            <a:br>
              <a:rPr kumimoji="0" lang="en-ZA" sz="6000" b="0" i="0" u="none" strike="noStrike" kern="1200" cap="none" spc="0" normalizeH="0" baseline="0" noProof="0" dirty="0">
                <a:ln>
                  <a:noFill/>
                </a:ln>
                <a:solidFill>
                  <a:srgbClr val="CFAD80"/>
                </a:solidFill>
                <a:effectLst/>
                <a:uLnTx/>
                <a:uFillTx/>
                <a:latin typeface="Arial" panose="020B0604020202020204" pitchFamily="34" charset="0"/>
                <a:ea typeface="+mj-ea"/>
                <a:cs typeface="Arial" panose="020B0604020202020204" pitchFamily="34" charset="0"/>
              </a:rPr>
            </a:br>
            <a:r>
              <a:rPr kumimoji="0" lang="en-ZA" sz="4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ITPRA0</a:t>
            </a:r>
            <a:endParaRPr kumimoji="0" lang="en-ZA"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722747815"/>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Title 1">
            <a:extLst>
              <a:ext uri="{FF2B5EF4-FFF2-40B4-BE49-F238E27FC236}">
                <a16:creationId xmlns:a16="http://schemas.microsoft.com/office/drawing/2014/main" id="{32D37EA8-F6F3-C2D3-F66C-7176E45266B7}"/>
              </a:ext>
            </a:extLst>
          </p:cNvPr>
          <p:cNvSpPr txBox="1">
            <a:spLocks/>
          </p:cNvSpPr>
          <p:nvPr/>
        </p:nvSpPr>
        <p:spPr>
          <a:xfrm>
            <a:off x="933738" y="2090440"/>
            <a:ext cx="10324524" cy="26771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ZA" sz="2400" kern="100" dirty="0">
                <a:solidFill>
                  <a:schemeClr val="bg1"/>
                </a:solidFill>
                <a:latin typeface="Arial" panose="020B0604020202020204" pitchFamily="34" charset="0"/>
                <a:ea typeface="Aptos" panose="020B0004020202020204" pitchFamily="34" charset="0"/>
                <a:cs typeface="Arial" panose="020B0604020202020204" pitchFamily="34" charset="0"/>
              </a:rPr>
              <a:t>Disclaimer</a:t>
            </a:r>
          </a:p>
          <a:p>
            <a:pPr>
              <a:lnSpc>
                <a:spcPct val="150000"/>
              </a:lnSpc>
            </a:pPr>
            <a:endParaRPr lang="en-ZA" sz="2400" kern="100" dirty="0">
              <a:solidFill>
                <a:schemeClr val="bg1"/>
              </a:solidFill>
              <a:latin typeface="Arial" panose="020B0604020202020204" pitchFamily="34" charset="0"/>
              <a:ea typeface="Aptos" panose="020B0004020202020204" pitchFamily="34" charset="0"/>
              <a:cs typeface="Arial" panose="020B0604020202020204" pitchFamily="34" charset="0"/>
            </a:endParaRPr>
          </a:p>
          <a:p>
            <a:pPr>
              <a:lnSpc>
                <a:spcPct val="150000"/>
              </a:lnSpc>
            </a:pPr>
            <a:r>
              <a:rPr lang="en-ZA" sz="2400" kern="100" dirty="0">
                <a:solidFill>
                  <a:schemeClr val="bg1"/>
                </a:solidFill>
                <a:latin typeface="Arial" panose="020B0604020202020204" pitchFamily="34" charset="0"/>
                <a:ea typeface="Aptos" panose="020B0004020202020204" pitchFamily="34" charset="0"/>
                <a:cs typeface="Arial" panose="020B0604020202020204" pitchFamily="34" charset="0"/>
              </a:rPr>
              <a:t>Please note that c</a:t>
            </a:r>
            <a:r>
              <a:rPr lang="en-ZA" sz="2400" kern="100" dirty="0">
                <a:solidFill>
                  <a:schemeClr val="bg1"/>
                </a:solidFill>
                <a:effectLst/>
                <a:latin typeface="Arial" panose="020B0604020202020204" pitchFamily="34" charset="0"/>
                <a:ea typeface="Aptos" panose="020B0004020202020204" pitchFamily="34" charset="0"/>
                <a:cs typeface="Arial" panose="020B0604020202020204" pitchFamily="34" charset="0"/>
              </a:rPr>
              <a:t>ontent made available on </a:t>
            </a:r>
            <a:r>
              <a:rPr lang="en-ZA" sz="2400" kern="100" dirty="0" err="1">
                <a:solidFill>
                  <a:schemeClr val="bg1"/>
                </a:solidFill>
                <a:effectLst/>
                <a:latin typeface="Arial" panose="020B0604020202020204" pitchFamily="34" charset="0"/>
                <a:ea typeface="Aptos" panose="020B0004020202020204" pitchFamily="34" charset="0"/>
                <a:cs typeface="Arial" panose="020B0604020202020204" pitchFamily="34" charset="0"/>
              </a:rPr>
              <a:t>myLMS</a:t>
            </a:r>
            <a:r>
              <a:rPr lang="en-ZA" sz="2400" kern="100" dirty="0">
                <a:solidFill>
                  <a:schemeClr val="bg1"/>
                </a:solidFill>
                <a:effectLst/>
                <a:latin typeface="Arial" panose="020B0604020202020204" pitchFamily="34" charset="0"/>
                <a:ea typeface="Aptos" panose="020B0004020202020204" pitchFamily="34" charset="0"/>
                <a:cs typeface="Arial" panose="020B0604020202020204" pitchFamily="34" charset="0"/>
              </a:rPr>
              <a:t> may deviate only slightly from what is covered in lecturer-led sessions, however, the content uploaded to </a:t>
            </a:r>
            <a:r>
              <a:rPr lang="en-ZA" sz="2400" kern="100" dirty="0" err="1">
                <a:solidFill>
                  <a:schemeClr val="bg1"/>
                </a:solidFill>
                <a:effectLst/>
                <a:latin typeface="Arial" panose="020B0604020202020204" pitchFamily="34" charset="0"/>
                <a:ea typeface="Aptos" panose="020B0004020202020204" pitchFamily="34" charset="0"/>
                <a:cs typeface="Arial" panose="020B0604020202020204" pitchFamily="34" charset="0"/>
              </a:rPr>
              <a:t>myLMS</a:t>
            </a:r>
            <a:r>
              <a:rPr lang="en-ZA" sz="2400" kern="100" dirty="0">
                <a:solidFill>
                  <a:schemeClr val="bg1"/>
                </a:solidFill>
                <a:effectLst/>
                <a:latin typeface="Arial" panose="020B0604020202020204" pitchFamily="34" charset="0"/>
                <a:ea typeface="Aptos" panose="020B0004020202020204" pitchFamily="34" charset="0"/>
                <a:cs typeface="Arial" panose="020B0604020202020204" pitchFamily="34" charset="0"/>
              </a:rPr>
              <a:t> represents all the material that you need to refer to in preparation for your assessments.</a:t>
            </a:r>
          </a:p>
        </p:txBody>
      </p:sp>
      <p:pic>
        <p:nvPicPr>
          <p:cNvPr id="2" name="Graphic 1">
            <a:extLst>
              <a:ext uri="{FF2B5EF4-FFF2-40B4-BE49-F238E27FC236}">
                <a16:creationId xmlns:a16="http://schemas.microsoft.com/office/drawing/2014/main" id="{8C0DA887-F084-A6A9-9611-08454386A7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04" y="476250"/>
            <a:ext cx="2259518" cy="832454"/>
          </a:xfrm>
          <a:prstGeom prst="rect">
            <a:avLst/>
          </a:prstGeom>
        </p:spPr>
      </p:pic>
      <p:pic>
        <p:nvPicPr>
          <p:cNvPr id="5" name="Graphic 4">
            <a:extLst>
              <a:ext uri="{FF2B5EF4-FFF2-40B4-BE49-F238E27FC236}">
                <a16:creationId xmlns:a16="http://schemas.microsoft.com/office/drawing/2014/main" id="{1D91EA01-69C8-29A5-F32B-BE41966011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685" y="7378034"/>
            <a:ext cx="7334250" cy="4905375"/>
          </a:xfrm>
          <a:prstGeom prst="rect">
            <a:avLst/>
          </a:prstGeom>
        </p:spPr>
      </p:pic>
    </p:spTree>
    <p:extLst>
      <p:ext uri="{BB962C8B-B14F-4D97-AF65-F5344CB8AC3E}">
        <p14:creationId xmlns:p14="http://schemas.microsoft.com/office/powerpoint/2010/main" val="425904245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F297E3-53A5-9CB4-8444-1D0477E55A18}"/>
              </a:ext>
            </a:extLst>
          </p:cNvPr>
          <p:cNvSpPr>
            <a:spLocks noGrp="1"/>
          </p:cNvSpPr>
          <p:nvPr>
            <p:ph type="title"/>
          </p:nvPr>
        </p:nvSpPr>
        <p:spPr/>
        <p:txBody>
          <a:bodyPr/>
          <a:lstStyle/>
          <a:p>
            <a:r>
              <a:rPr lang="en-US" sz="4000" dirty="0">
                <a:latin typeface="Arial" panose="020B0604020202020204" pitchFamily="34" charset="0"/>
                <a:cs typeface="Arial" panose="020B0604020202020204" pitchFamily="34" charset="0"/>
              </a:rPr>
              <a:t>Eduvos and the Flipped Classroom</a:t>
            </a:r>
          </a:p>
        </p:txBody>
      </p:sp>
      <p:sp>
        <p:nvSpPr>
          <p:cNvPr id="16" name="Text Placeholder 15">
            <a:extLst>
              <a:ext uri="{FF2B5EF4-FFF2-40B4-BE49-F238E27FC236}">
                <a16:creationId xmlns:a16="http://schemas.microsoft.com/office/drawing/2014/main" id="{EF4B11BA-7A9A-AAB9-8FF2-97334BFF590C}"/>
              </a:ext>
            </a:extLst>
          </p:cNvPr>
          <p:cNvSpPr>
            <a:spLocks noGrp="1"/>
          </p:cNvSpPr>
          <p:nvPr>
            <p:ph type="body" sz="quarter" idx="4294967295"/>
          </p:nvPr>
        </p:nvSpPr>
        <p:spPr>
          <a:xfrm>
            <a:off x="8220074" y="3189777"/>
            <a:ext cx="3132137" cy="2846387"/>
          </a:xfrm>
        </p:spPr>
        <p:txBody>
          <a:bodyPr vert="horz" lIns="91440" tIns="45720" rIns="91440" bIns="45720" rtlCol="0" anchor="t">
            <a:normAutofit/>
          </a:bodyPr>
          <a:lstStyle/>
          <a:p>
            <a:pPr marL="0" indent="0" algn="ctr">
              <a:lnSpc>
                <a:spcPct val="150000"/>
              </a:lnSpc>
              <a:spcBef>
                <a:spcPts val="1200"/>
              </a:spcBef>
              <a:buNone/>
              <a:defRPr/>
            </a:pPr>
            <a:r>
              <a:rPr lang="en-ZA" sz="1200" dirty="0">
                <a:latin typeface="Arial" panose="020B0604020202020204" pitchFamily="34" charset="0"/>
                <a:cs typeface="Arial" panose="020B0604020202020204" pitchFamily="34" charset="0"/>
              </a:rPr>
              <a:t>Depending on how difficult this lecturer-led session is, your lecturer may recommend some concepts to revise for this week's learning opportunities. Then you will focus on the following learning opportunities on myLMS in your self-study time to prepare for the next lecturer-led session(s). </a:t>
            </a:r>
            <a:endParaRPr lang="en-ZA" sz="12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cs typeface="Arial" panose="020B0604020202020204" pitchFamily="34" charset="0"/>
            </a:endParaRPr>
          </a:p>
          <a:p>
            <a:pPr algn="ctr"/>
            <a:endParaRPr lang="en-ZA" sz="1600" dirty="0">
              <a:solidFill>
                <a:schemeClr val="tx1">
                  <a:lumMod val="65000"/>
                  <a:lumOff val="35000"/>
                </a:schemeClr>
              </a:solidFill>
            </a:endParaRPr>
          </a:p>
        </p:txBody>
      </p:sp>
      <p:sp>
        <p:nvSpPr>
          <p:cNvPr id="17" name="Text Placeholder 16">
            <a:extLst>
              <a:ext uri="{FF2B5EF4-FFF2-40B4-BE49-F238E27FC236}">
                <a16:creationId xmlns:a16="http://schemas.microsoft.com/office/drawing/2014/main" id="{5ABE80F9-DE00-9C6B-3B42-D264CD6C7210}"/>
              </a:ext>
            </a:extLst>
          </p:cNvPr>
          <p:cNvSpPr>
            <a:spLocks noGrp="1"/>
          </p:cNvSpPr>
          <p:nvPr>
            <p:ph type="body" sz="quarter" idx="4294967295"/>
          </p:nvPr>
        </p:nvSpPr>
        <p:spPr>
          <a:xfrm>
            <a:off x="8218488" y="2644866"/>
            <a:ext cx="3362175" cy="393879"/>
          </a:xfrm>
        </p:spPr>
        <p:txBody>
          <a:bodyPr vert="horz" lIns="91440" tIns="45720" rIns="91440" bIns="45720" rtlCol="0" anchor="ctr">
            <a:normAutofit/>
          </a:bodyPr>
          <a:lstStyle/>
          <a:p>
            <a:pPr marL="0" indent="0" algn="ctr">
              <a:buNone/>
            </a:pPr>
            <a:r>
              <a:rPr lang="en-ZA" sz="1800" dirty="0">
                <a:solidFill>
                  <a:schemeClr val="accent2"/>
                </a:solidFill>
                <a:latin typeface="Arial" panose="020B0604020202020204" pitchFamily="34" charset="0"/>
                <a:cs typeface="Arial" panose="020B0604020202020204" pitchFamily="34" charset="0"/>
              </a:rPr>
              <a:t>After this lecturer-led session</a:t>
            </a:r>
            <a:endParaRPr lang="en-US" sz="2000" dirty="0">
              <a:solidFill>
                <a:schemeClr val="accent2"/>
              </a:solidFill>
              <a:latin typeface="Arial" panose="020B0604020202020204" pitchFamily="34" charset="0"/>
              <a:cs typeface="Arial" panose="020B0604020202020204" pitchFamily="34" charset="0"/>
            </a:endParaRPr>
          </a:p>
        </p:txBody>
      </p:sp>
      <p:sp>
        <p:nvSpPr>
          <p:cNvPr id="2" name="Oval 1">
            <a:extLst>
              <a:ext uri="{FF2B5EF4-FFF2-40B4-BE49-F238E27FC236}">
                <a16:creationId xmlns:a16="http://schemas.microsoft.com/office/drawing/2014/main" id="{922C3C54-8AB4-5D2A-7CC6-12ACF2571CD9}"/>
              </a:ext>
            </a:extLst>
          </p:cNvPr>
          <p:cNvSpPr/>
          <p:nvPr/>
        </p:nvSpPr>
        <p:spPr>
          <a:xfrm>
            <a:off x="1848950"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algn="ctr"/>
            <a:r>
              <a:rPr lang="en-US" sz="2800" dirty="0">
                <a:latin typeface="Arial" panose="020B0604020202020204" pitchFamily="34" charset="0"/>
                <a:cs typeface="Arial" panose="020B0604020202020204" pitchFamily="34" charset="0"/>
              </a:rPr>
              <a:t>1</a:t>
            </a:r>
            <a:endParaRPr lang="en-ZA" sz="2800" dirty="0">
              <a:latin typeface="Arial" panose="020B0604020202020204" pitchFamily="34" charset="0"/>
              <a:cs typeface="Arial" panose="020B0604020202020204" pitchFamily="34" charset="0"/>
            </a:endParaRPr>
          </a:p>
        </p:txBody>
      </p:sp>
      <p:sp>
        <p:nvSpPr>
          <p:cNvPr id="3" name="Oval 2">
            <a:extLst>
              <a:ext uri="{FF2B5EF4-FFF2-40B4-BE49-F238E27FC236}">
                <a16:creationId xmlns:a16="http://schemas.microsoft.com/office/drawing/2014/main" id="{BAA0E3CB-CE57-17B8-C66A-A2783FEB17C9}"/>
              </a:ext>
            </a:extLst>
          </p:cNvPr>
          <p:cNvSpPr/>
          <p:nvPr/>
        </p:nvSpPr>
        <p:spPr>
          <a:xfrm>
            <a:off x="5701812"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algn="ctr"/>
            <a:r>
              <a:rPr lang="en-US" sz="2800" dirty="0">
                <a:latin typeface="Arial" panose="020B0604020202020204" pitchFamily="34" charset="0"/>
                <a:cs typeface="Arial" panose="020B0604020202020204" pitchFamily="34" charset="0"/>
              </a:rPr>
              <a:t>2</a:t>
            </a:r>
            <a:endParaRPr lang="en-ZA" sz="2800" dirty="0">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E38D6B66-C64D-CA58-43A0-426BB41D95EB}"/>
              </a:ext>
            </a:extLst>
          </p:cNvPr>
          <p:cNvSpPr/>
          <p:nvPr/>
        </p:nvSpPr>
        <p:spPr>
          <a:xfrm>
            <a:off x="9391956"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algn="ctr"/>
            <a:r>
              <a:rPr lang="en-US" sz="2800" dirty="0">
                <a:latin typeface="Arial" panose="020B0604020202020204" pitchFamily="34" charset="0"/>
                <a:cs typeface="Arial" panose="020B0604020202020204" pitchFamily="34" charset="0"/>
              </a:rPr>
              <a:t>3</a:t>
            </a:r>
            <a:endParaRPr lang="en-ZA" sz="2800" dirty="0">
              <a:latin typeface="Arial" panose="020B0604020202020204" pitchFamily="34" charset="0"/>
              <a:cs typeface="Arial" panose="020B0604020202020204" pitchFamily="34" charset="0"/>
            </a:endParaRPr>
          </a:p>
        </p:txBody>
      </p:sp>
      <p:sp>
        <p:nvSpPr>
          <p:cNvPr id="7" name="Slide Number Placeholder 3">
            <a:extLst>
              <a:ext uri="{FF2B5EF4-FFF2-40B4-BE49-F238E27FC236}">
                <a16:creationId xmlns:a16="http://schemas.microsoft.com/office/drawing/2014/main" id="{94BF3A28-6182-C78A-0AAC-CEFF192C055B}"/>
              </a:ext>
            </a:extLst>
          </p:cNvPr>
          <p:cNvSpPr txBox="1">
            <a:spLocks/>
          </p:cNvSpPr>
          <p:nvPr/>
        </p:nvSpPr>
        <p:spPr>
          <a:xfrm>
            <a:off x="11216640" y="6165602"/>
            <a:ext cx="459423" cy="4028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45CFD10-50C9-47C7-9308-AA126F3F89FE}" type="slidenum">
              <a:rPr lang="en-ZA" sz="1400" smtClean="0">
                <a:solidFill>
                  <a:schemeClr val="accent3"/>
                </a:solidFill>
              </a:rPr>
              <a:pPr/>
              <a:t>3</a:t>
            </a:fld>
            <a:endParaRPr lang="en-ZA" sz="1400" dirty="0">
              <a:solidFill>
                <a:schemeClr val="accent3"/>
              </a:solidFill>
            </a:endParaRPr>
          </a:p>
        </p:txBody>
      </p:sp>
      <p:sp>
        <p:nvSpPr>
          <p:cNvPr id="52" name="Text Placeholder 13">
            <a:extLst>
              <a:ext uri="{FF2B5EF4-FFF2-40B4-BE49-F238E27FC236}">
                <a16:creationId xmlns:a16="http://schemas.microsoft.com/office/drawing/2014/main" id="{5D09F38F-3BA0-74A7-A8DB-7433D3491CBA}"/>
              </a:ext>
            </a:extLst>
          </p:cNvPr>
          <p:cNvSpPr txBox="1">
            <a:spLocks/>
          </p:cNvSpPr>
          <p:nvPr/>
        </p:nvSpPr>
        <p:spPr>
          <a:xfrm>
            <a:off x="677068" y="3193316"/>
            <a:ext cx="3132137" cy="284718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1200"/>
              </a:spcBef>
              <a:buNone/>
              <a:defRPr/>
            </a:pPr>
            <a:r>
              <a:rPr lang="en-ZA" sz="1200" dirty="0">
                <a:latin typeface="Arial" panose="020B0604020202020204" pitchFamily="34" charset="0"/>
                <a:cs typeface="Arial" panose="020B0604020202020204" pitchFamily="34" charset="0"/>
              </a:rPr>
              <a:t>At home, in your self-study time, you worked through </a:t>
            </a:r>
            <a:r>
              <a:rPr lang="en-ZA" sz="1200" dirty="0" err="1">
                <a:latin typeface="Arial" panose="020B0604020202020204" pitchFamily="34" charset="0"/>
                <a:cs typeface="Arial" panose="020B0604020202020204" pitchFamily="34" charset="0"/>
              </a:rPr>
              <a:t>myLMS</a:t>
            </a:r>
            <a:r>
              <a:rPr lang="en-ZA" sz="1200" dirty="0">
                <a:latin typeface="Arial" panose="020B0604020202020204" pitchFamily="34" charset="0"/>
                <a:cs typeface="Arial" panose="020B0604020202020204" pitchFamily="34" charset="0"/>
              </a:rPr>
              <a:t> content to prepare you for this lecturer-led session. You have completed any practice activities and prepared any questions you may still have on the content. The lecturer-led session will not be a traditional lecture.</a:t>
            </a:r>
            <a:endParaRPr lang="en-US" sz="1200" dirty="0">
              <a:latin typeface="Arial" panose="020B0604020202020204" pitchFamily="34" charset="0"/>
              <a:cs typeface="Arial" panose="020B0604020202020204" pitchFamily="34" charset="0"/>
            </a:endParaRPr>
          </a:p>
        </p:txBody>
      </p:sp>
      <p:sp>
        <p:nvSpPr>
          <p:cNvPr id="53" name="Text Placeholder 14">
            <a:extLst>
              <a:ext uri="{FF2B5EF4-FFF2-40B4-BE49-F238E27FC236}">
                <a16:creationId xmlns:a16="http://schemas.microsoft.com/office/drawing/2014/main" id="{A17E74CB-F460-0E37-394C-50A5DD89BBE1}"/>
              </a:ext>
            </a:extLst>
          </p:cNvPr>
          <p:cNvSpPr txBox="1">
            <a:spLocks/>
          </p:cNvSpPr>
          <p:nvPr/>
        </p:nvSpPr>
        <p:spPr>
          <a:xfrm>
            <a:off x="534089" y="2630488"/>
            <a:ext cx="3390930" cy="3938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ZA" sz="1800" dirty="0">
                <a:solidFill>
                  <a:schemeClr val="accent2"/>
                </a:solidFill>
                <a:latin typeface="Arial" panose="020B0604020202020204" pitchFamily="34" charset="0"/>
                <a:cs typeface="Arial" panose="020B0604020202020204" pitchFamily="34" charset="0"/>
              </a:rPr>
              <a:t>Before this lecturer-led session</a:t>
            </a:r>
            <a:endParaRPr lang="en-US" sz="1800" dirty="0">
              <a:solidFill>
                <a:schemeClr val="accent2"/>
              </a:solidFill>
              <a:latin typeface="Arial" panose="020B0604020202020204" pitchFamily="34" charset="0"/>
              <a:cs typeface="Arial" panose="020B0604020202020204" pitchFamily="34" charset="0"/>
            </a:endParaRPr>
          </a:p>
        </p:txBody>
      </p:sp>
      <p:sp>
        <p:nvSpPr>
          <p:cNvPr id="10" name="Text Placeholder 15">
            <a:extLst>
              <a:ext uri="{FF2B5EF4-FFF2-40B4-BE49-F238E27FC236}">
                <a16:creationId xmlns:a16="http://schemas.microsoft.com/office/drawing/2014/main" id="{0DCCCFB0-2A75-977E-9B47-200451241701}"/>
              </a:ext>
            </a:extLst>
          </p:cNvPr>
          <p:cNvSpPr txBox="1">
            <a:spLocks/>
          </p:cNvSpPr>
          <p:nvPr/>
        </p:nvSpPr>
        <p:spPr>
          <a:xfrm>
            <a:off x="4529930" y="3189777"/>
            <a:ext cx="3132137" cy="28463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1200"/>
              </a:spcBef>
              <a:buNone/>
              <a:defRPr/>
            </a:pPr>
            <a:r>
              <a:rPr lang="en-ZA" sz="1200" dirty="0">
                <a:latin typeface="Arial" panose="020B0604020202020204" pitchFamily="34" charset="0"/>
                <a:cs typeface="Arial" panose="020B0604020202020204" pitchFamily="34" charset="0"/>
              </a:rPr>
              <a:t>During your lecturer-led session(s), you will engage with your peers and lecturer in active learning. I.e. you will have an opportunity to ask your questions, to debate topics, and to practice working through the technical aspects of what you learnt at home. You will be exposed to higher-order thinking activities. Your lecturer will guide you on what to prepare before attending your next session.</a:t>
            </a:r>
            <a:endParaRPr lang="en-ZA" sz="1200" dirty="0">
              <a:solidFill>
                <a:srgbClr val="000000"/>
              </a:solidFill>
              <a:latin typeface="Arial" panose="020B0604020202020204" pitchFamily="34" charset="0"/>
              <a:cs typeface="Arial" panose="020B0604020202020204" pitchFamily="34" charset="0"/>
            </a:endParaRPr>
          </a:p>
        </p:txBody>
      </p:sp>
      <p:sp>
        <p:nvSpPr>
          <p:cNvPr id="11" name="Text Placeholder 16">
            <a:extLst>
              <a:ext uri="{FF2B5EF4-FFF2-40B4-BE49-F238E27FC236}">
                <a16:creationId xmlns:a16="http://schemas.microsoft.com/office/drawing/2014/main" id="{2298FB94-C75B-4433-92C0-2B83D33158A8}"/>
              </a:ext>
            </a:extLst>
          </p:cNvPr>
          <p:cNvSpPr txBox="1">
            <a:spLocks/>
          </p:cNvSpPr>
          <p:nvPr/>
        </p:nvSpPr>
        <p:spPr>
          <a:xfrm>
            <a:off x="4505684" y="2630488"/>
            <a:ext cx="3390930" cy="40825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ZA" sz="1800" dirty="0">
                <a:solidFill>
                  <a:schemeClr val="accent2"/>
                </a:solidFill>
                <a:latin typeface="Arial" panose="020B0604020202020204" pitchFamily="34" charset="0"/>
                <a:cs typeface="Arial" panose="020B0604020202020204" pitchFamily="34" charset="0"/>
              </a:rPr>
              <a:t>During this lecturer-led session</a:t>
            </a:r>
            <a:endParaRPr lang="en-US" sz="2400"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854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F958E30E-8BA7-6007-E227-FB3A8769B6DA}"/>
              </a:ext>
            </a:extLst>
          </p:cNvPr>
          <p:cNvSpPr txBox="1"/>
          <p:nvPr/>
        </p:nvSpPr>
        <p:spPr>
          <a:xfrm>
            <a:off x="1286105" y="423061"/>
            <a:ext cx="10448695" cy="646331"/>
          </a:xfrm>
          <a:prstGeom prst="rect">
            <a:avLst/>
          </a:prstGeom>
          <a:noFill/>
        </p:spPr>
        <p:txBody>
          <a:bodyPr wrap="square" rtlCol="0">
            <a:spAutoFit/>
          </a:bodyPr>
          <a:lstStyle/>
          <a:p>
            <a:r>
              <a:rPr lang="en-US" sz="3200" i="1" dirty="0">
                <a:solidFill>
                  <a:srgbClr val="2AE0BD"/>
                </a:solidFill>
                <a:latin typeface="Arial" panose="020B0604020202020204" pitchFamily="34" charset="0"/>
                <a:cs typeface="Arial" panose="020B0604020202020204" pitchFamily="34" charset="0"/>
              </a:rPr>
              <a:t>What will be covered in the rest of today’s session</a:t>
            </a:r>
            <a:r>
              <a:rPr lang="en-US" sz="3600" i="1" dirty="0">
                <a:solidFill>
                  <a:srgbClr val="2AE0BD"/>
                </a:solidFill>
                <a:latin typeface="Arial" panose="020B0604020202020204" pitchFamily="34" charset="0"/>
                <a:cs typeface="Arial" panose="020B0604020202020204" pitchFamily="34" charset="0"/>
              </a:rPr>
              <a:t>?</a:t>
            </a:r>
            <a:endParaRPr lang="en-ZA" sz="3600" i="1" dirty="0">
              <a:solidFill>
                <a:srgbClr val="2AE0BD"/>
              </a:solidFill>
              <a:latin typeface="Arial" panose="020B0604020202020204" pitchFamily="34" charset="0"/>
              <a:cs typeface="Arial" panose="020B0604020202020204" pitchFamily="34" charset="0"/>
            </a:endParaRPr>
          </a:p>
        </p:txBody>
      </p:sp>
      <p:pic>
        <p:nvPicPr>
          <p:cNvPr id="48" name="Graphic 47">
            <a:extLst>
              <a:ext uri="{FF2B5EF4-FFF2-40B4-BE49-F238E27FC236}">
                <a16:creationId xmlns:a16="http://schemas.microsoft.com/office/drawing/2014/main" id="{4A3C9EA7-50BB-EA71-FF86-C7EF505F99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264231" y="1276467"/>
            <a:ext cx="5556170" cy="125848"/>
          </a:xfrm>
          <a:prstGeom prst="rect">
            <a:avLst/>
          </a:prstGeom>
        </p:spPr>
      </p:pic>
      <p:grpSp>
        <p:nvGrpSpPr>
          <p:cNvPr id="4" name="Graphic 9">
            <a:extLst>
              <a:ext uri="{FF2B5EF4-FFF2-40B4-BE49-F238E27FC236}">
                <a16:creationId xmlns:a16="http://schemas.microsoft.com/office/drawing/2014/main" id="{77DA2A28-30DD-C5E9-08F5-D7A6A460E2CC}"/>
              </a:ext>
            </a:extLst>
          </p:cNvPr>
          <p:cNvGrpSpPr/>
          <p:nvPr/>
        </p:nvGrpSpPr>
        <p:grpSpPr>
          <a:xfrm>
            <a:off x="547841" y="373487"/>
            <a:ext cx="434604" cy="732076"/>
            <a:chOff x="11234574" y="516131"/>
            <a:chExt cx="489199" cy="824039"/>
          </a:xfrm>
          <a:solidFill>
            <a:schemeClr val="bg1"/>
          </a:solidFill>
        </p:grpSpPr>
        <p:sp>
          <p:nvSpPr>
            <p:cNvPr id="5" name="Freeform: Shape 4">
              <a:extLst>
                <a:ext uri="{FF2B5EF4-FFF2-40B4-BE49-F238E27FC236}">
                  <a16:creationId xmlns:a16="http://schemas.microsoft.com/office/drawing/2014/main" id="{11485288-7B2A-8473-D75C-04DD6BB58B8A}"/>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endParaRPr lang="en-ZA"/>
            </a:p>
          </p:txBody>
        </p:sp>
        <p:sp>
          <p:nvSpPr>
            <p:cNvPr id="6" name="Freeform: Shape 5">
              <a:extLst>
                <a:ext uri="{FF2B5EF4-FFF2-40B4-BE49-F238E27FC236}">
                  <a16:creationId xmlns:a16="http://schemas.microsoft.com/office/drawing/2014/main" id="{7A026EF8-C282-9B3E-420D-5F19C54F6D4F}"/>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BBB5A4F2-8BAF-A524-45F8-436D1DA00882}"/>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endParaRPr lang="en-ZA"/>
            </a:p>
          </p:txBody>
        </p:sp>
        <p:sp>
          <p:nvSpPr>
            <p:cNvPr id="45" name="Freeform: Shape 44">
              <a:extLst>
                <a:ext uri="{FF2B5EF4-FFF2-40B4-BE49-F238E27FC236}">
                  <a16:creationId xmlns:a16="http://schemas.microsoft.com/office/drawing/2014/main" id="{DD9FF288-F339-E9D0-26E7-5B02B6A5EA0C}"/>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50E33388-751A-DC30-A875-1FCC66588FCE}"/>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74E689CE-C40A-9C4B-3E18-BDA971B85E11}"/>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endParaRPr lang="en-ZA"/>
            </a:p>
          </p:txBody>
        </p:sp>
      </p:grpSp>
      <p:sp>
        <p:nvSpPr>
          <p:cNvPr id="3" name="Text Placeholder 2">
            <a:extLst>
              <a:ext uri="{FF2B5EF4-FFF2-40B4-BE49-F238E27FC236}">
                <a16:creationId xmlns:a16="http://schemas.microsoft.com/office/drawing/2014/main" id="{B2E8BA84-8773-FA79-7A9C-7AC5F669EDCE}"/>
              </a:ext>
            </a:extLst>
          </p:cNvPr>
          <p:cNvSpPr>
            <a:spLocks noGrp="1"/>
          </p:cNvSpPr>
          <p:nvPr>
            <p:ph type="body" sz="quarter" idx="13"/>
          </p:nvPr>
        </p:nvSpPr>
        <p:spPr/>
        <p:txBody>
          <a:bodyPr>
            <a:normAutofit fontScale="55000" lnSpcReduction="20000"/>
          </a:bodyPr>
          <a:lstStyle/>
          <a:p>
            <a:pPr marL="285750" indent="-285750"/>
            <a:r>
              <a:rPr lang="en-US" dirty="0">
                <a:solidFill>
                  <a:schemeClr val="tx1"/>
                </a:solidFill>
                <a:latin typeface="Arial" panose="020B0604020202020204" pitchFamily="34" charset="0"/>
                <a:cs typeface="Arial" panose="020B0604020202020204" pitchFamily="34" charset="0"/>
              </a:rPr>
              <a:t>Introduction to decision making in programming</a:t>
            </a:r>
          </a:p>
          <a:p>
            <a:pPr marL="285750" indent="-285750"/>
            <a:r>
              <a:rPr lang="en-US" dirty="0">
                <a:solidFill>
                  <a:schemeClr val="tx1"/>
                </a:solidFill>
                <a:latin typeface="Arial" panose="020B0604020202020204" pitchFamily="34" charset="0"/>
                <a:cs typeface="Arial" panose="020B0604020202020204" pitchFamily="34" charset="0"/>
              </a:rPr>
              <a:t>Understanding Boolean expressions (True/False logic)</a:t>
            </a:r>
          </a:p>
          <a:p>
            <a:pPr marL="285750" indent="-285750"/>
            <a:r>
              <a:rPr lang="en-US" dirty="0">
                <a:solidFill>
                  <a:schemeClr val="tx1"/>
                </a:solidFill>
                <a:latin typeface="Arial" panose="020B0604020202020204" pitchFamily="34" charset="0"/>
                <a:cs typeface="Arial" panose="020B0604020202020204" pitchFamily="34" charset="0"/>
              </a:rPr>
              <a:t>Writing IF and IF–ELSE statements in pseudocode and Python</a:t>
            </a:r>
          </a:p>
          <a:p>
            <a:pPr marL="285750" indent="-285750"/>
            <a:r>
              <a:rPr lang="en-US" dirty="0">
                <a:solidFill>
                  <a:schemeClr val="tx1"/>
                </a:solidFill>
                <a:latin typeface="Arial" panose="020B0604020202020204" pitchFamily="34" charset="0"/>
                <a:cs typeface="Arial" panose="020B0604020202020204" pitchFamily="34" charset="0"/>
              </a:rPr>
              <a:t>Using relational operators for comparisons</a:t>
            </a:r>
          </a:p>
          <a:p>
            <a:pPr marL="285750" indent="-285750"/>
            <a:r>
              <a:rPr lang="en-US" dirty="0">
                <a:solidFill>
                  <a:schemeClr val="tx1"/>
                </a:solidFill>
                <a:latin typeface="Arial" panose="020B0604020202020204" pitchFamily="34" charset="0"/>
                <a:cs typeface="Arial" panose="020B0604020202020204" pitchFamily="34" charset="0"/>
              </a:rPr>
              <a:t>Understanding the equality operator (==) vs assignment (=)</a:t>
            </a:r>
          </a:p>
          <a:p>
            <a:pPr marL="285750" indent="-285750"/>
            <a:r>
              <a:rPr lang="en-US" dirty="0">
                <a:solidFill>
                  <a:schemeClr val="tx1"/>
                </a:solidFill>
                <a:latin typeface="Arial" panose="020B0604020202020204" pitchFamily="34" charset="0"/>
                <a:cs typeface="Arial" panose="020B0604020202020204" pitchFamily="34" charset="0"/>
              </a:rPr>
              <a:t>Avoiding common mistakes with conditions and boundaries</a:t>
            </a:r>
          </a:p>
          <a:p>
            <a:pPr marL="285750" indent="-285750"/>
            <a:r>
              <a:rPr lang="en-US" dirty="0">
                <a:solidFill>
                  <a:schemeClr val="tx1"/>
                </a:solidFill>
                <a:latin typeface="Arial" panose="020B0604020202020204" pitchFamily="34" charset="0"/>
                <a:cs typeface="Arial" panose="020B0604020202020204" pitchFamily="34" charset="0"/>
              </a:rPr>
              <a:t>Implementing nested IF statements</a:t>
            </a:r>
          </a:p>
          <a:p>
            <a:pPr marL="285750" indent="-285750"/>
            <a:r>
              <a:rPr lang="en-US" dirty="0">
                <a:solidFill>
                  <a:schemeClr val="tx1"/>
                </a:solidFill>
                <a:latin typeface="Arial" panose="020B0604020202020204" pitchFamily="34" charset="0"/>
                <a:cs typeface="Arial" panose="020B0604020202020204" pitchFamily="34" charset="0"/>
              </a:rPr>
              <a:t>Performing range checks using IF and </a:t>
            </a:r>
            <a:r>
              <a:rPr lang="en-US" dirty="0" err="1">
                <a:solidFill>
                  <a:schemeClr val="tx1"/>
                </a:solidFill>
                <a:latin typeface="Arial" panose="020B0604020202020204" pitchFamily="34" charset="0"/>
                <a:cs typeface="Arial" panose="020B0604020202020204" pitchFamily="34" charset="0"/>
              </a:rPr>
              <a:t>elif</a:t>
            </a:r>
            <a:endParaRPr lang="en-US" dirty="0">
              <a:solidFill>
                <a:schemeClr val="tx1"/>
              </a:solidFill>
              <a:latin typeface="Arial" panose="020B0604020202020204" pitchFamily="34" charset="0"/>
              <a:cs typeface="Arial" panose="020B0604020202020204" pitchFamily="34" charset="0"/>
            </a:endParaRPr>
          </a:p>
          <a:p>
            <a:pPr marL="285750" indent="-285750"/>
            <a:r>
              <a:rPr lang="en-US" dirty="0">
                <a:solidFill>
                  <a:schemeClr val="tx1"/>
                </a:solidFill>
                <a:latin typeface="Arial" panose="020B0604020202020204" pitchFamily="34" charset="0"/>
                <a:cs typeface="Arial" panose="020B0604020202020204" pitchFamily="34" charset="0"/>
              </a:rPr>
              <a:t>Using logical operators (AND, OR, NOT)</a:t>
            </a:r>
          </a:p>
          <a:p>
            <a:pPr marL="285750" indent="-285750"/>
            <a:r>
              <a:rPr lang="en-US" dirty="0">
                <a:solidFill>
                  <a:schemeClr val="tx1"/>
                </a:solidFill>
                <a:latin typeface="Arial" panose="020B0604020202020204" pitchFamily="34" charset="0"/>
                <a:cs typeface="Arial" panose="020B0604020202020204" pitchFamily="34" charset="0"/>
              </a:rPr>
              <a:t>Understanding truth tables for logical operators</a:t>
            </a:r>
          </a:p>
          <a:p>
            <a:pPr marL="285750" indent="-285750"/>
            <a:r>
              <a:rPr lang="en-US" dirty="0">
                <a:solidFill>
                  <a:schemeClr val="tx1"/>
                </a:solidFill>
                <a:latin typeface="Arial" panose="020B0604020202020204" pitchFamily="34" charset="0"/>
                <a:cs typeface="Arial" panose="020B0604020202020204" pitchFamily="34" charset="0"/>
              </a:rPr>
              <a:t>Applying short-circuit evaluation in conditions</a:t>
            </a:r>
          </a:p>
          <a:p>
            <a:pPr marL="285750" indent="-285750"/>
            <a:r>
              <a:rPr lang="en-US" dirty="0">
                <a:solidFill>
                  <a:schemeClr val="tx1"/>
                </a:solidFill>
                <a:latin typeface="Arial" panose="020B0604020202020204" pitchFamily="34" charset="0"/>
                <a:cs typeface="Arial" panose="020B0604020202020204" pitchFamily="34" charset="0"/>
              </a:rPr>
              <a:t>Writing real-world programs (grading, access control, working age)Introduction to exception handling (try-except)</a:t>
            </a:r>
          </a:p>
          <a:p>
            <a:pPr marL="285750" indent="-285750"/>
            <a:r>
              <a:rPr lang="en-US" dirty="0">
                <a:solidFill>
                  <a:schemeClr val="tx1"/>
                </a:solidFill>
                <a:latin typeface="Arial" panose="020B0604020202020204" pitchFamily="34" charset="0"/>
                <a:cs typeface="Arial" panose="020B0604020202020204" pitchFamily="34" charset="0"/>
              </a:rPr>
              <a:t>Exception Handling</a:t>
            </a:r>
            <a:endParaRPr lang="en-ZA" dirty="0">
              <a:solidFill>
                <a:schemeClr val="tx1"/>
              </a:solidFill>
            </a:endParaRPr>
          </a:p>
          <a:p>
            <a:endParaRPr lang="en-ZA" dirty="0">
              <a:solidFill>
                <a:schemeClr val="tx1"/>
              </a:solidFill>
            </a:endParaRPr>
          </a:p>
        </p:txBody>
      </p:sp>
    </p:spTree>
    <p:extLst>
      <p:ext uri="{BB962C8B-B14F-4D97-AF65-F5344CB8AC3E}">
        <p14:creationId xmlns:p14="http://schemas.microsoft.com/office/powerpoint/2010/main" val="351454539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8C5BB-2426-C645-4B55-D42F32736218}"/>
              </a:ext>
            </a:extLst>
          </p:cNvPr>
          <p:cNvSpPr>
            <a:spLocks noGrp="1"/>
          </p:cNvSpPr>
          <p:nvPr>
            <p:ph type="title"/>
          </p:nvPr>
        </p:nvSpPr>
        <p:spPr/>
        <p:txBody>
          <a:bodyPr/>
          <a:lstStyle/>
          <a:p>
            <a:r>
              <a:rPr lang="en-US" dirty="0"/>
              <a:t>Introduction to decision making</a:t>
            </a:r>
            <a:endParaRPr lang="en-ZA" dirty="0"/>
          </a:p>
        </p:txBody>
      </p:sp>
      <p:sp>
        <p:nvSpPr>
          <p:cNvPr id="3" name="Content Placeholder 2">
            <a:extLst>
              <a:ext uri="{FF2B5EF4-FFF2-40B4-BE49-F238E27FC236}">
                <a16:creationId xmlns:a16="http://schemas.microsoft.com/office/drawing/2014/main" id="{30748708-518B-9B78-1AE3-CB419BEA8E79}"/>
              </a:ext>
            </a:extLst>
          </p:cNvPr>
          <p:cNvSpPr>
            <a:spLocks noGrp="1"/>
          </p:cNvSpPr>
          <p:nvPr>
            <p:ph idx="4294967295"/>
          </p:nvPr>
        </p:nvSpPr>
        <p:spPr>
          <a:xfrm>
            <a:off x="2296885" y="1684111"/>
            <a:ext cx="9383486" cy="4618718"/>
          </a:xfrm>
        </p:spPr>
        <p:txBody>
          <a:bodyPr/>
          <a:lstStyle/>
          <a:p>
            <a:r>
              <a:rPr lang="en-US" dirty="0"/>
              <a:t>Computers appear intelligent because they can make decisions</a:t>
            </a:r>
          </a:p>
          <a:p>
            <a:r>
              <a:rPr lang="en-US" dirty="0"/>
              <a:t>Example:</a:t>
            </a:r>
          </a:p>
          <a:p>
            <a:pPr lvl="1"/>
            <a:r>
              <a:rPr lang="en-US" dirty="0"/>
              <a:t>Learning platforms recommend </a:t>
            </a:r>
            <a:r>
              <a:rPr lang="en-US" dirty="0" err="1"/>
              <a:t>personalised</a:t>
            </a:r>
            <a:r>
              <a:rPr lang="en-US" dirty="0"/>
              <a:t> study materials</a:t>
            </a:r>
          </a:p>
          <a:p>
            <a:r>
              <a:rPr lang="en-US" dirty="0"/>
              <a:t>In programming, decisions are made using: </a:t>
            </a:r>
            <a:r>
              <a:rPr lang="en-US" b="1" dirty="0"/>
              <a:t>Selection Structures</a:t>
            </a:r>
          </a:p>
          <a:p>
            <a:r>
              <a:rPr lang="en-ZA" dirty="0"/>
              <a:t>A selection structure allows a program to choose between two possible actions depending on the outcome of a condition test</a:t>
            </a:r>
            <a:endParaRPr lang="en-US" dirty="0"/>
          </a:p>
          <a:p>
            <a:endParaRPr lang="en-ZA" dirty="0"/>
          </a:p>
        </p:txBody>
      </p:sp>
    </p:spTree>
    <p:extLst>
      <p:ext uri="{BB962C8B-B14F-4D97-AF65-F5344CB8AC3E}">
        <p14:creationId xmlns:p14="http://schemas.microsoft.com/office/powerpoint/2010/main" val="166051313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012C-E37D-6957-B0A4-7ED1C753C92B}"/>
              </a:ext>
            </a:extLst>
          </p:cNvPr>
          <p:cNvSpPr>
            <a:spLocks noGrp="1"/>
          </p:cNvSpPr>
          <p:nvPr>
            <p:ph type="title" idx="4294967295"/>
          </p:nvPr>
        </p:nvSpPr>
        <p:spPr>
          <a:xfrm>
            <a:off x="2405743" y="92154"/>
            <a:ext cx="6237514" cy="1325563"/>
          </a:xfrm>
        </p:spPr>
        <p:txBody>
          <a:bodyPr/>
          <a:lstStyle/>
          <a:p>
            <a:r>
              <a:rPr lang="en-US" dirty="0"/>
              <a:t>Boolean expression</a:t>
            </a:r>
            <a:endParaRPr lang="en-ZA" dirty="0"/>
          </a:p>
        </p:txBody>
      </p:sp>
      <p:sp>
        <p:nvSpPr>
          <p:cNvPr id="3" name="Content Placeholder 2">
            <a:extLst>
              <a:ext uri="{FF2B5EF4-FFF2-40B4-BE49-F238E27FC236}">
                <a16:creationId xmlns:a16="http://schemas.microsoft.com/office/drawing/2014/main" id="{2205B2A0-4771-F07A-EC1C-322E760DE065}"/>
              </a:ext>
            </a:extLst>
          </p:cNvPr>
          <p:cNvSpPr>
            <a:spLocks noGrp="1"/>
          </p:cNvSpPr>
          <p:nvPr>
            <p:ph sz="half" idx="4294967295"/>
          </p:nvPr>
        </p:nvSpPr>
        <p:spPr>
          <a:xfrm>
            <a:off x="2265204" y="1673225"/>
            <a:ext cx="5181600" cy="4351338"/>
          </a:xfrm>
        </p:spPr>
        <p:txBody>
          <a:bodyPr/>
          <a:lstStyle/>
          <a:p>
            <a:r>
              <a:rPr lang="en-US" dirty="0"/>
              <a:t>A Boolean expression evaluates to: True or False</a:t>
            </a:r>
          </a:p>
          <a:p>
            <a:endParaRPr lang="en-US" dirty="0"/>
          </a:p>
          <a:p>
            <a:endParaRPr lang="en-ZA" dirty="0"/>
          </a:p>
        </p:txBody>
      </p:sp>
      <p:sp>
        <p:nvSpPr>
          <p:cNvPr id="4" name="Content Placeholder 3">
            <a:extLst>
              <a:ext uri="{FF2B5EF4-FFF2-40B4-BE49-F238E27FC236}">
                <a16:creationId xmlns:a16="http://schemas.microsoft.com/office/drawing/2014/main" id="{7CEE4615-B9D7-CF32-DFB6-A904D2C088F1}"/>
              </a:ext>
            </a:extLst>
          </p:cNvPr>
          <p:cNvSpPr>
            <a:spLocks noGrp="1"/>
          </p:cNvSpPr>
          <p:nvPr>
            <p:ph sz="half" idx="4294967295"/>
          </p:nvPr>
        </p:nvSpPr>
        <p:spPr>
          <a:xfrm>
            <a:off x="7010400" y="1673225"/>
            <a:ext cx="5181600" cy="4351338"/>
          </a:xfrm>
        </p:spPr>
        <p:txBody>
          <a:bodyPr/>
          <a:lstStyle/>
          <a:p>
            <a:r>
              <a:rPr lang="da-DK" dirty="0"/>
              <a:t>x = 10</a:t>
            </a:r>
          </a:p>
          <a:p>
            <a:r>
              <a:rPr lang="da-DK" dirty="0"/>
              <a:t>x &gt; 5   # True</a:t>
            </a:r>
          </a:p>
          <a:p>
            <a:r>
              <a:rPr lang="da-DK" dirty="0"/>
              <a:t>x &lt; 3   # False</a:t>
            </a:r>
          </a:p>
          <a:p>
            <a:endParaRPr lang="da-DK" dirty="0"/>
          </a:p>
          <a:p>
            <a:r>
              <a:rPr lang="da-DK" dirty="0"/>
              <a:t>All decisions are based on true or false</a:t>
            </a:r>
            <a:endParaRPr lang="en-ZA" dirty="0"/>
          </a:p>
          <a:p>
            <a:endParaRPr lang="en-ZA" dirty="0"/>
          </a:p>
        </p:txBody>
      </p:sp>
    </p:spTree>
    <p:extLst>
      <p:ext uri="{BB962C8B-B14F-4D97-AF65-F5344CB8AC3E}">
        <p14:creationId xmlns:p14="http://schemas.microsoft.com/office/powerpoint/2010/main" val="720668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8C39C-0F2D-C955-E958-DFBE20A9112F}"/>
              </a:ext>
            </a:extLst>
          </p:cNvPr>
          <p:cNvSpPr>
            <a:spLocks noGrp="1"/>
          </p:cNvSpPr>
          <p:nvPr>
            <p:ph type="title"/>
          </p:nvPr>
        </p:nvSpPr>
        <p:spPr/>
        <p:txBody>
          <a:bodyPr/>
          <a:lstStyle/>
          <a:p>
            <a:r>
              <a:rPr lang="en-US"/>
              <a:t>Selection Structures</a:t>
            </a:r>
            <a:endParaRPr lang="en-ZA" dirty="0"/>
          </a:p>
        </p:txBody>
      </p:sp>
      <p:sp>
        <p:nvSpPr>
          <p:cNvPr id="3" name="Content Placeholder 2">
            <a:extLst>
              <a:ext uri="{FF2B5EF4-FFF2-40B4-BE49-F238E27FC236}">
                <a16:creationId xmlns:a16="http://schemas.microsoft.com/office/drawing/2014/main" id="{607FEA9F-575D-DC55-0D2E-83B347D5C4BD}"/>
              </a:ext>
            </a:extLst>
          </p:cNvPr>
          <p:cNvSpPr>
            <a:spLocks noGrp="1"/>
          </p:cNvSpPr>
          <p:nvPr>
            <p:ph type="body" sz="quarter" idx="16"/>
          </p:nvPr>
        </p:nvSpPr>
        <p:spPr>
          <a:xfrm>
            <a:off x="1446337" y="2012871"/>
            <a:ext cx="4486822" cy="3444260"/>
          </a:xfrm>
        </p:spPr>
        <p:txBody>
          <a:bodyPr/>
          <a:lstStyle/>
          <a:p>
            <a:r>
              <a:rPr lang="en-US" dirty="0"/>
              <a:t>Used to choose between actions </a:t>
            </a:r>
          </a:p>
          <a:p>
            <a:r>
              <a:rPr lang="en-US" dirty="0"/>
              <a:t>Structure:</a:t>
            </a:r>
          </a:p>
          <a:p>
            <a:pPr marL="457200" lvl="1" indent="0">
              <a:buNone/>
            </a:pPr>
            <a:r>
              <a:rPr lang="en-US" dirty="0"/>
              <a:t>If condition is True → do one thing</a:t>
            </a:r>
          </a:p>
          <a:p>
            <a:pPr marL="457200" lvl="1" indent="0">
              <a:buNone/>
            </a:pPr>
            <a:r>
              <a:rPr lang="en-US" sz="2400" dirty="0"/>
              <a:t>Else → do another</a:t>
            </a:r>
            <a:endParaRPr lang="en-ZA" sz="2400" dirty="0"/>
          </a:p>
        </p:txBody>
      </p:sp>
      <p:sp>
        <p:nvSpPr>
          <p:cNvPr id="16" name="Content Placeholder 3">
            <a:extLst>
              <a:ext uri="{FF2B5EF4-FFF2-40B4-BE49-F238E27FC236}">
                <a16:creationId xmlns:a16="http://schemas.microsoft.com/office/drawing/2014/main" id="{0FD593BA-C2C4-B4E4-0A10-B841B0B90FC7}"/>
              </a:ext>
            </a:extLst>
          </p:cNvPr>
          <p:cNvSpPr>
            <a:spLocks noGrp="1"/>
          </p:cNvSpPr>
          <p:nvPr>
            <p:ph type="body" sz="quarter" idx="18"/>
          </p:nvPr>
        </p:nvSpPr>
        <p:spPr>
          <a:xfrm>
            <a:off x="7157131" y="1838779"/>
            <a:ext cx="4486275" cy="3444875"/>
          </a:xfrm>
        </p:spPr>
        <p:txBody>
          <a:bodyPr>
            <a:normAutofit/>
          </a:bodyPr>
          <a:lstStyle/>
          <a:p>
            <a:pPr marL="0" indent="0">
              <a:buNone/>
            </a:pPr>
            <a:r>
              <a:rPr lang="en-US" dirty="0"/>
              <a:t>if condition then  </a:t>
            </a:r>
          </a:p>
          <a:p>
            <a:pPr marL="0" indent="0">
              <a:buNone/>
            </a:pPr>
            <a:r>
              <a:rPr lang="en-US" dirty="0"/>
              <a:t>   statements  </a:t>
            </a:r>
          </a:p>
          <a:p>
            <a:pPr marL="0" indent="0">
              <a:buNone/>
            </a:pPr>
            <a:r>
              <a:rPr lang="en-US" dirty="0"/>
              <a:t>else  </a:t>
            </a:r>
          </a:p>
          <a:p>
            <a:pPr marL="0" indent="0">
              <a:buNone/>
            </a:pPr>
            <a:r>
              <a:rPr lang="en-US" dirty="0"/>
              <a:t>   statements  </a:t>
            </a:r>
          </a:p>
          <a:p>
            <a:pPr marL="0" indent="0">
              <a:buNone/>
            </a:pPr>
            <a:r>
              <a:rPr lang="en-US" dirty="0"/>
              <a:t>endif</a:t>
            </a:r>
          </a:p>
          <a:p>
            <a:pPr marL="0" indent="0">
              <a:buNone/>
            </a:pPr>
            <a:endParaRPr lang="en-US" dirty="0"/>
          </a:p>
          <a:p>
            <a:pPr marL="0" indent="0">
              <a:buNone/>
            </a:pPr>
            <a:endParaRPr lang="en-US" dirty="0"/>
          </a:p>
          <a:p>
            <a:pPr marL="0" indent="0">
              <a:buNone/>
            </a:pPr>
            <a:endParaRPr lang="en-ZA" dirty="0"/>
          </a:p>
        </p:txBody>
      </p:sp>
    </p:spTree>
    <p:extLst>
      <p:ext uri="{BB962C8B-B14F-4D97-AF65-F5344CB8AC3E}">
        <p14:creationId xmlns:p14="http://schemas.microsoft.com/office/powerpoint/2010/main" val="1964301100"/>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078D-7A05-E627-7336-1F0953A54DF4}"/>
              </a:ext>
            </a:extLst>
          </p:cNvPr>
          <p:cNvSpPr>
            <a:spLocks noGrp="1"/>
          </p:cNvSpPr>
          <p:nvPr>
            <p:ph type="title"/>
          </p:nvPr>
        </p:nvSpPr>
        <p:spPr/>
        <p:txBody>
          <a:bodyPr/>
          <a:lstStyle/>
          <a:p>
            <a:r>
              <a:rPr lang="en-US" dirty="0"/>
              <a:t>Python structure</a:t>
            </a:r>
            <a:endParaRPr lang="en-ZA" dirty="0"/>
          </a:p>
        </p:txBody>
      </p:sp>
      <p:sp>
        <p:nvSpPr>
          <p:cNvPr id="3" name="Content Placeholder 2">
            <a:extLst>
              <a:ext uri="{FF2B5EF4-FFF2-40B4-BE49-F238E27FC236}">
                <a16:creationId xmlns:a16="http://schemas.microsoft.com/office/drawing/2014/main" id="{7C5E0FB4-594B-DE19-9C15-465E0C9058E6}"/>
              </a:ext>
            </a:extLst>
          </p:cNvPr>
          <p:cNvSpPr>
            <a:spLocks noGrp="1"/>
          </p:cNvSpPr>
          <p:nvPr>
            <p:ph type="body" sz="quarter" idx="16"/>
          </p:nvPr>
        </p:nvSpPr>
        <p:spPr>
          <a:xfrm>
            <a:off x="1381819" y="1928696"/>
            <a:ext cx="4486822" cy="3444260"/>
          </a:xfrm>
        </p:spPr>
        <p:txBody>
          <a:bodyPr/>
          <a:lstStyle/>
          <a:p>
            <a:pPr marL="0" indent="0">
              <a:buNone/>
            </a:pPr>
            <a:r>
              <a:rPr lang="en-US" dirty="0"/>
              <a:t>if condition:</a:t>
            </a:r>
          </a:p>
          <a:p>
            <a:pPr marL="0" indent="0">
              <a:buNone/>
            </a:pPr>
            <a:r>
              <a:rPr lang="en-US" dirty="0"/>
              <a:t>    # statements</a:t>
            </a:r>
          </a:p>
          <a:p>
            <a:pPr marL="0" indent="0">
              <a:buNone/>
            </a:pPr>
            <a:r>
              <a:rPr lang="en-US" dirty="0"/>
              <a:t>else:</a:t>
            </a:r>
          </a:p>
          <a:p>
            <a:pPr marL="0" indent="0">
              <a:buNone/>
            </a:pPr>
            <a:r>
              <a:rPr lang="en-US" dirty="0"/>
              <a:t>    # statements</a:t>
            </a:r>
            <a:endParaRPr lang="en-ZA" dirty="0"/>
          </a:p>
          <a:p>
            <a:endParaRPr lang="en-ZA" dirty="0"/>
          </a:p>
        </p:txBody>
      </p:sp>
      <p:pic>
        <p:nvPicPr>
          <p:cNvPr id="5" name="Content Placeholder 4">
            <a:extLst>
              <a:ext uri="{FF2B5EF4-FFF2-40B4-BE49-F238E27FC236}">
                <a16:creationId xmlns:a16="http://schemas.microsoft.com/office/drawing/2014/main" id="{3A1ABF40-6FBD-DE12-8F23-E99D79AE980E}"/>
              </a:ext>
            </a:extLst>
          </p:cNvPr>
          <p:cNvPicPr>
            <a:picLocks noGrp="1" noChangeAspect="1"/>
          </p:cNvPicPr>
          <p:nvPr>
            <p:ph sz="half" idx="4294967295"/>
          </p:nvPr>
        </p:nvPicPr>
        <p:blipFill>
          <a:blip r:embed="rId2"/>
          <a:stretch>
            <a:fillRect/>
          </a:stretch>
        </p:blipFill>
        <p:spPr>
          <a:xfrm>
            <a:off x="6429839" y="1928696"/>
            <a:ext cx="3609975" cy="3163888"/>
          </a:xfrm>
          <a:prstGeom prst="rect">
            <a:avLst/>
          </a:prstGeom>
        </p:spPr>
      </p:pic>
    </p:spTree>
    <p:extLst>
      <p:ext uri="{BB962C8B-B14F-4D97-AF65-F5344CB8AC3E}">
        <p14:creationId xmlns:p14="http://schemas.microsoft.com/office/powerpoint/2010/main" val="73513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BF4C2-2DFF-F9E7-02DA-F75B63929BE8}"/>
              </a:ext>
            </a:extLst>
          </p:cNvPr>
          <p:cNvSpPr>
            <a:spLocks noGrp="1"/>
          </p:cNvSpPr>
          <p:nvPr>
            <p:ph type="title"/>
          </p:nvPr>
        </p:nvSpPr>
        <p:spPr/>
        <p:txBody>
          <a:bodyPr/>
          <a:lstStyle/>
          <a:p>
            <a:r>
              <a:rPr lang="en-US" dirty="0"/>
              <a:t>Example Selection Structure</a:t>
            </a:r>
            <a:endParaRPr lang="en-ZA" dirty="0"/>
          </a:p>
        </p:txBody>
      </p:sp>
      <p:sp>
        <p:nvSpPr>
          <p:cNvPr id="3" name="Content Placeholder 2">
            <a:extLst>
              <a:ext uri="{FF2B5EF4-FFF2-40B4-BE49-F238E27FC236}">
                <a16:creationId xmlns:a16="http://schemas.microsoft.com/office/drawing/2014/main" id="{012A19F6-ECE5-CAB0-0C7B-086BAE10716D}"/>
              </a:ext>
            </a:extLst>
          </p:cNvPr>
          <p:cNvSpPr>
            <a:spLocks noGrp="1"/>
          </p:cNvSpPr>
          <p:nvPr>
            <p:ph type="body" sz="quarter" idx="16"/>
          </p:nvPr>
        </p:nvSpPr>
        <p:spPr>
          <a:xfrm>
            <a:off x="1424566" y="1871357"/>
            <a:ext cx="4486822" cy="3444260"/>
          </a:xfrm>
        </p:spPr>
        <p:txBody>
          <a:bodyPr/>
          <a:lstStyle/>
          <a:p>
            <a:pPr marL="0" indent="0">
              <a:buNone/>
            </a:pPr>
            <a:r>
              <a:rPr lang="en-ZA" dirty="0"/>
              <a:t>if mark is greater than or equal to 50 then  </a:t>
            </a:r>
            <a:br>
              <a:rPr lang="en-ZA" dirty="0"/>
            </a:br>
            <a:r>
              <a:rPr lang="en-ZA" dirty="0"/>
              <a:t>   display "Pass"  </a:t>
            </a:r>
            <a:br>
              <a:rPr lang="en-ZA" dirty="0"/>
            </a:br>
            <a:r>
              <a:rPr lang="en-ZA" dirty="0"/>
              <a:t>else  </a:t>
            </a:r>
            <a:br>
              <a:rPr lang="en-ZA" dirty="0"/>
            </a:br>
            <a:r>
              <a:rPr lang="en-ZA" dirty="0"/>
              <a:t>   display "Fail"  </a:t>
            </a:r>
            <a:br>
              <a:rPr lang="en-ZA" dirty="0"/>
            </a:br>
            <a:r>
              <a:rPr lang="en-ZA" dirty="0"/>
              <a:t>endif</a:t>
            </a:r>
          </a:p>
          <a:p>
            <a:endParaRPr lang="en-ZA" dirty="0"/>
          </a:p>
        </p:txBody>
      </p:sp>
      <p:sp>
        <p:nvSpPr>
          <p:cNvPr id="5" name="Text Placeholder 4">
            <a:extLst>
              <a:ext uri="{FF2B5EF4-FFF2-40B4-BE49-F238E27FC236}">
                <a16:creationId xmlns:a16="http://schemas.microsoft.com/office/drawing/2014/main" id="{0E401B78-DEDA-D840-BD48-A27FBA3E6E43}"/>
              </a:ext>
            </a:extLst>
          </p:cNvPr>
          <p:cNvSpPr>
            <a:spLocks noGrp="1"/>
          </p:cNvSpPr>
          <p:nvPr>
            <p:ph type="body" sz="quarter" idx="18"/>
          </p:nvPr>
        </p:nvSpPr>
        <p:spPr>
          <a:xfrm>
            <a:off x="6949755" y="1871357"/>
            <a:ext cx="4486822" cy="3444260"/>
          </a:xfrm>
        </p:spPr>
        <p:txBody>
          <a:bodyPr/>
          <a:lstStyle/>
          <a:p>
            <a:r>
              <a:rPr lang="en-ZA" dirty="0"/>
              <a:t>mark = 65</a:t>
            </a:r>
            <a:br>
              <a:rPr lang="en-ZA" dirty="0"/>
            </a:br>
            <a:br>
              <a:rPr lang="en-ZA" dirty="0"/>
            </a:br>
            <a:r>
              <a:rPr lang="en-ZA" dirty="0"/>
              <a:t>if mark &gt;= 50:</a:t>
            </a:r>
            <a:br>
              <a:rPr lang="en-ZA" dirty="0"/>
            </a:br>
            <a:r>
              <a:rPr lang="en-ZA" dirty="0"/>
              <a:t>    print("Pass")</a:t>
            </a:r>
            <a:br>
              <a:rPr lang="en-ZA" dirty="0"/>
            </a:br>
            <a:r>
              <a:rPr lang="en-ZA" dirty="0"/>
              <a:t>else:</a:t>
            </a:r>
            <a:br>
              <a:rPr lang="en-ZA" dirty="0"/>
            </a:br>
            <a:r>
              <a:rPr lang="en-ZA" dirty="0"/>
              <a:t>    print("Fail")</a:t>
            </a:r>
          </a:p>
          <a:p>
            <a:endParaRPr lang="en-ZA" dirty="0"/>
          </a:p>
        </p:txBody>
      </p:sp>
    </p:spTree>
    <p:extLst>
      <p:ext uri="{BB962C8B-B14F-4D97-AF65-F5344CB8AC3E}">
        <p14:creationId xmlns:p14="http://schemas.microsoft.com/office/powerpoint/2010/main" val="182112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D22E4-6B17-E23C-695D-1EC6E7F88A2B}"/>
              </a:ext>
            </a:extLst>
          </p:cNvPr>
          <p:cNvSpPr>
            <a:spLocks noGrp="1"/>
          </p:cNvSpPr>
          <p:nvPr>
            <p:ph type="title"/>
          </p:nvPr>
        </p:nvSpPr>
        <p:spPr>
          <a:xfrm>
            <a:off x="2011673" y="260978"/>
            <a:ext cx="10315256" cy="684000"/>
          </a:xfrm>
        </p:spPr>
        <p:txBody>
          <a:bodyPr/>
          <a:lstStyle/>
          <a:p>
            <a:r>
              <a:rPr lang="en-ZA" dirty="0"/>
              <a:t>Relational Operators</a:t>
            </a:r>
          </a:p>
        </p:txBody>
      </p:sp>
      <p:sp>
        <p:nvSpPr>
          <p:cNvPr id="3" name="Content Placeholder 2">
            <a:extLst>
              <a:ext uri="{FF2B5EF4-FFF2-40B4-BE49-F238E27FC236}">
                <a16:creationId xmlns:a16="http://schemas.microsoft.com/office/drawing/2014/main" id="{9E548A33-200B-BA41-1532-A7483B3758A3}"/>
              </a:ext>
            </a:extLst>
          </p:cNvPr>
          <p:cNvSpPr>
            <a:spLocks noGrp="1"/>
          </p:cNvSpPr>
          <p:nvPr>
            <p:ph idx="4294967295"/>
          </p:nvPr>
        </p:nvSpPr>
        <p:spPr>
          <a:xfrm>
            <a:off x="2754351" y="1903684"/>
            <a:ext cx="10515600" cy="4351338"/>
          </a:xfrm>
        </p:spPr>
        <p:txBody>
          <a:bodyPr/>
          <a:lstStyle/>
          <a:p>
            <a:pPr marL="0" indent="0">
              <a:buNone/>
            </a:pPr>
            <a:r>
              <a:rPr lang="en-US" dirty="0"/>
              <a:t>Used to compare values:</a:t>
            </a:r>
          </a:p>
          <a:p>
            <a:r>
              <a:rPr lang="en-US" dirty="0"/>
              <a:t>== Equal!</a:t>
            </a:r>
          </a:p>
          <a:p>
            <a:r>
              <a:rPr lang="en-US" dirty="0"/>
              <a:t>= Not equal</a:t>
            </a:r>
          </a:p>
          <a:p>
            <a:r>
              <a:rPr lang="en-US" dirty="0"/>
              <a:t>&gt;Greater than</a:t>
            </a:r>
          </a:p>
          <a:p>
            <a:r>
              <a:rPr lang="en-US" dirty="0"/>
              <a:t>&lt; Less than</a:t>
            </a:r>
          </a:p>
          <a:p>
            <a:r>
              <a:rPr lang="en-US" dirty="0"/>
              <a:t>&gt;= Greater or equal</a:t>
            </a:r>
          </a:p>
          <a:p>
            <a:r>
              <a:rPr lang="en-US" dirty="0"/>
              <a:t>&lt;= Less or equal</a:t>
            </a:r>
            <a:endParaRPr lang="en-ZA" dirty="0"/>
          </a:p>
        </p:txBody>
      </p:sp>
    </p:spTree>
    <p:extLst>
      <p:ext uri="{BB962C8B-B14F-4D97-AF65-F5344CB8AC3E}">
        <p14:creationId xmlns:p14="http://schemas.microsoft.com/office/powerpoint/2010/main" val="1456516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6A96E-31D4-B3F1-4749-777C9B46C030}"/>
              </a:ext>
            </a:extLst>
          </p:cNvPr>
          <p:cNvSpPr>
            <a:spLocks noGrp="1"/>
          </p:cNvSpPr>
          <p:nvPr>
            <p:ph type="title" idx="4294967295"/>
          </p:nvPr>
        </p:nvSpPr>
        <p:spPr>
          <a:xfrm>
            <a:off x="0" y="365125"/>
            <a:ext cx="10515600" cy="1325563"/>
          </a:xfrm>
        </p:spPr>
        <p:txBody>
          <a:bodyPr/>
          <a:lstStyle/>
          <a:p>
            <a:r>
              <a:rPr lang="en-US" dirty="0"/>
              <a:t>Relational operators:  Example 1</a:t>
            </a:r>
            <a:endParaRPr lang="en-ZA" dirty="0"/>
          </a:p>
        </p:txBody>
      </p:sp>
      <p:sp>
        <p:nvSpPr>
          <p:cNvPr id="3" name="Content Placeholder 2">
            <a:extLst>
              <a:ext uri="{FF2B5EF4-FFF2-40B4-BE49-F238E27FC236}">
                <a16:creationId xmlns:a16="http://schemas.microsoft.com/office/drawing/2014/main" id="{C26C14CE-C50B-1089-43F1-B1A9BD892D0A}"/>
              </a:ext>
            </a:extLst>
          </p:cNvPr>
          <p:cNvSpPr>
            <a:spLocks noGrp="1"/>
          </p:cNvSpPr>
          <p:nvPr>
            <p:ph sz="half" idx="4294967295"/>
          </p:nvPr>
        </p:nvSpPr>
        <p:spPr>
          <a:xfrm>
            <a:off x="613317" y="1825625"/>
            <a:ext cx="5181600" cy="4351338"/>
          </a:xfrm>
        </p:spPr>
        <p:txBody>
          <a:bodyPr/>
          <a:lstStyle/>
          <a:p>
            <a:pPr marL="0" indent="0">
              <a:buNone/>
            </a:pPr>
            <a:r>
              <a:rPr lang="en-ZA" dirty="0"/>
              <a:t>if </a:t>
            </a:r>
            <a:r>
              <a:rPr lang="en-ZA" dirty="0" err="1"/>
              <a:t>customerAge</a:t>
            </a:r>
            <a:r>
              <a:rPr lang="en-ZA" dirty="0"/>
              <a:t> is greater than or equal to 65 then</a:t>
            </a:r>
          </a:p>
          <a:p>
            <a:pPr marL="0" indent="0">
              <a:buNone/>
            </a:pPr>
            <a:r>
              <a:rPr lang="en-ZA" dirty="0"/>
              <a:t>   display "Apply 10% discount"</a:t>
            </a:r>
          </a:p>
          <a:p>
            <a:pPr marL="0" indent="0">
              <a:buNone/>
            </a:pPr>
            <a:r>
              <a:rPr lang="en-ZA" dirty="0"/>
              <a:t>else</a:t>
            </a:r>
          </a:p>
          <a:p>
            <a:pPr marL="0" indent="0">
              <a:buNone/>
            </a:pPr>
            <a:r>
              <a:rPr lang="en-ZA" dirty="0"/>
              <a:t>   display "Charge full price"</a:t>
            </a:r>
          </a:p>
          <a:p>
            <a:pPr marL="0" indent="0">
              <a:buNone/>
            </a:pPr>
            <a:r>
              <a:rPr lang="en-ZA" dirty="0"/>
              <a:t>endif</a:t>
            </a:r>
          </a:p>
          <a:p>
            <a:endParaRPr lang="en-ZA" dirty="0"/>
          </a:p>
        </p:txBody>
      </p:sp>
      <p:sp>
        <p:nvSpPr>
          <p:cNvPr id="4" name="Content Placeholder 3">
            <a:extLst>
              <a:ext uri="{FF2B5EF4-FFF2-40B4-BE49-F238E27FC236}">
                <a16:creationId xmlns:a16="http://schemas.microsoft.com/office/drawing/2014/main" id="{4495C7FA-7B74-D939-0277-B4D90D09CE74}"/>
              </a:ext>
            </a:extLst>
          </p:cNvPr>
          <p:cNvSpPr>
            <a:spLocks noGrp="1"/>
          </p:cNvSpPr>
          <p:nvPr>
            <p:ph sz="half" idx="4294967295"/>
          </p:nvPr>
        </p:nvSpPr>
        <p:spPr>
          <a:xfrm>
            <a:off x="6397085" y="1822450"/>
            <a:ext cx="5181600" cy="4351338"/>
          </a:xfrm>
        </p:spPr>
        <p:txBody>
          <a:bodyPr/>
          <a:lstStyle/>
          <a:p>
            <a:pPr marL="0" indent="0">
              <a:buNone/>
            </a:pPr>
            <a:r>
              <a:rPr lang="en-ZA" dirty="0" err="1"/>
              <a:t>customer_age</a:t>
            </a:r>
            <a:r>
              <a:rPr lang="en-ZA" dirty="0"/>
              <a:t> = 70</a:t>
            </a:r>
          </a:p>
          <a:p>
            <a:pPr marL="0" indent="0">
              <a:buNone/>
            </a:pPr>
            <a:r>
              <a:rPr lang="en-ZA" dirty="0"/>
              <a:t>if </a:t>
            </a:r>
            <a:r>
              <a:rPr lang="en-ZA" dirty="0" err="1"/>
              <a:t>customer_age</a:t>
            </a:r>
            <a:r>
              <a:rPr lang="en-ZA" dirty="0"/>
              <a:t> &gt;= 65:</a:t>
            </a:r>
          </a:p>
          <a:p>
            <a:pPr marL="0" indent="0">
              <a:buNone/>
            </a:pPr>
            <a:r>
              <a:rPr lang="en-ZA" dirty="0"/>
              <a:t>    print("Apply 10% discount")</a:t>
            </a:r>
          </a:p>
          <a:p>
            <a:pPr marL="0" indent="0">
              <a:buNone/>
            </a:pPr>
            <a:r>
              <a:rPr lang="en-ZA" dirty="0"/>
              <a:t>else:</a:t>
            </a:r>
          </a:p>
          <a:p>
            <a:pPr marL="0" indent="0">
              <a:buNone/>
            </a:pPr>
            <a:r>
              <a:rPr lang="en-ZA" dirty="0"/>
              <a:t>    print("Charge full price")</a:t>
            </a:r>
          </a:p>
          <a:p>
            <a:endParaRPr lang="en-ZA" dirty="0"/>
          </a:p>
        </p:txBody>
      </p:sp>
    </p:spTree>
    <p:extLst>
      <p:ext uri="{BB962C8B-B14F-4D97-AF65-F5344CB8AC3E}">
        <p14:creationId xmlns:p14="http://schemas.microsoft.com/office/powerpoint/2010/main" val="3794746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D7C9D-5A82-EE42-2DAA-7B7A72ABAD77}"/>
              </a:ext>
            </a:extLst>
          </p:cNvPr>
          <p:cNvSpPr>
            <a:spLocks noGrp="1"/>
          </p:cNvSpPr>
          <p:nvPr>
            <p:ph type="title" idx="4294967295"/>
          </p:nvPr>
        </p:nvSpPr>
        <p:spPr>
          <a:xfrm>
            <a:off x="0" y="365125"/>
            <a:ext cx="10515600" cy="1325563"/>
          </a:xfrm>
        </p:spPr>
        <p:txBody>
          <a:bodyPr/>
          <a:lstStyle/>
          <a:p>
            <a:r>
              <a:rPr lang="en-US" dirty="0"/>
              <a:t>Relational Operators: Example 2</a:t>
            </a:r>
            <a:endParaRPr lang="en-ZA" dirty="0"/>
          </a:p>
        </p:txBody>
      </p:sp>
      <p:sp>
        <p:nvSpPr>
          <p:cNvPr id="3" name="Content Placeholder 2">
            <a:extLst>
              <a:ext uri="{FF2B5EF4-FFF2-40B4-BE49-F238E27FC236}">
                <a16:creationId xmlns:a16="http://schemas.microsoft.com/office/drawing/2014/main" id="{F8F14D25-6223-4D49-F46D-E867E91A0887}"/>
              </a:ext>
            </a:extLst>
          </p:cNvPr>
          <p:cNvSpPr>
            <a:spLocks noGrp="1"/>
          </p:cNvSpPr>
          <p:nvPr>
            <p:ph sz="half" idx="4294967295"/>
          </p:nvPr>
        </p:nvSpPr>
        <p:spPr>
          <a:xfrm>
            <a:off x="516693" y="1690688"/>
            <a:ext cx="5181600" cy="4351338"/>
          </a:xfrm>
        </p:spPr>
        <p:txBody>
          <a:bodyPr/>
          <a:lstStyle/>
          <a:p>
            <a:pPr marL="0" indent="0">
              <a:buNone/>
            </a:pPr>
            <a:r>
              <a:rPr lang="en-ZA" dirty="0"/>
              <a:t>display "Enter exam code"</a:t>
            </a:r>
          </a:p>
          <a:p>
            <a:pPr marL="0" indent="0">
              <a:buNone/>
            </a:pPr>
            <a:r>
              <a:rPr lang="en-ZA" dirty="0"/>
              <a:t>input </a:t>
            </a:r>
            <a:r>
              <a:rPr lang="en-ZA" dirty="0" err="1"/>
              <a:t>examCode</a:t>
            </a:r>
            <a:endParaRPr lang="en-ZA" dirty="0"/>
          </a:p>
          <a:p>
            <a:pPr marL="0" indent="0">
              <a:buNone/>
            </a:pPr>
            <a:r>
              <a:rPr lang="en-ZA" dirty="0"/>
              <a:t>if </a:t>
            </a:r>
            <a:r>
              <a:rPr lang="en-ZA" dirty="0" err="1"/>
              <a:t>examCode</a:t>
            </a:r>
            <a:r>
              <a:rPr lang="en-ZA" dirty="0"/>
              <a:t> is equal to "ABC123" then</a:t>
            </a:r>
          </a:p>
          <a:p>
            <a:pPr marL="0" indent="0">
              <a:buNone/>
            </a:pPr>
            <a:r>
              <a:rPr lang="en-ZA" dirty="0"/>
              <a:t>   display "Access Granted"</a:t>
            </a:r>
          </a:p>
          <a:p>
            <a:pPr marL="0" indent="0">
              <a:buNone/>
            </a:pPr>
            <a:r>
              <a:rPr lang="en-ZA" dirty="0"/>
              <a:t>else</a:t>
            </a:r>
          </a:p>
          <a:p>
            <a:pPr marL="0" indent="0">
              <a:buNone/>
            </a:pPr>
            <a:r>
              <a:rPr lang="en-ZA" dirty="0"/>
              <a:t>   display "Access Denied"</a:t>
            </a:r>
          </a:p>
          <a:p>
            <a:pPr marL="0" indent="0">
              <a:buNone/>
            </a:pPr>
            <a:r>
              <a:rPr lang="en-ZA" dirty="0"/>
              <a:t>endif</a:t>
            </a:r>
          </a:p>
        </p:txBody>
      </p:sp>
      <p:pic>
        <p:nvPicPr>
          <p:cNvPr id="5" name="Content Placeholder 4">
            <a:extLst>
              <a:ext uri="{FF2B5EF4-FFF2-40B4-BE49-F238E27FC236}">
                <a16:creationId xmlns:a16="http://schemas.microsoft.com/office/drawing/2014/main" id="{AF303ABB-03D6-59F6-DB4C-1B3CC290740F}"/>
              </a:ext>
            </a:extLst>
          </p:cNvPr>
          <p:cNvPicPr>
            <a:picLocks noGrp="1" noChangeAspect="1"/>
          </p:cNvPicPr>
          <p:nvPr>
            <p:ph sz="half" idx="4294967295"/>
          </p:nvPr>
        </p:nvPicPr>
        <p:blipFill>
          <a:blip r:embed="rId2"/>
          <a:stretch>
            <a:fillRect/>
          </a:stretch>
        </p:blipFill>
        <p:spPr>
          <a:xfrm>
            <a:off x="6214986" y="1690688"/>
            <a:ext cx="5497512" cy="4351338"/>
          </a:xfrm>
          <a:prstGeom prst="rect">
            <a:avLst/>
          </a:prstGeom>
        </p:spPr>
      </p:pic>
    </p:spTree>
    <p:extLst>
      <p:ext uri="{BB962C8B-B14F-4D97-AF65-F5344CB8AC3E}">
        <p14:creationId xmlns:p14="http://schemas.microsoft.com/office/powerpoint/2010/main" val="2700114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B4380-83E4-C6B6-C1A2-69A1E8CE2FA1}"/>
              </a:ext>
            </a:extLst>
          </p:cNvPr>
          <p:cNvSpPr>
            <a:spLocks noGrp="1"/>
          </p:cNvSpPr>
          <p:nvPr>
            <p:ph type="title"/>
          </p:nvPr>
        </p:nvSpPr>
        <p:spPr/>
        <p:txBody>
          <a:bodyPr/>
          <a:lstStyle/>
          <a:p>
            <a:r>
              <a:rPr lang="en-ZA" dirty="0"/>
              <a:t>Nested IF</a:t>
            </a:r>
          </a:p>
        </p:txBody>
      </p:sp>
      <p:sp>
        <p:nvSpPr>
          <p:cNvPr id="3" name="Content Placeholder 2">
            <a:extLst>
              <a:ext uri="{FF2B5EF4-FFF2-40B4-BE49-F238E27FC236}">
                <a16:creationId xmlns:a16="http://schemas.microsoft.com/office/drawing/2014/main" id="{452C3891-6669-1C05-4021-5EC71DE7F6C8}"/>
              </a:ext>
            </a:extLst>
          </p:cNvPr>
          <p:cNvSpPr>
            <a:spLocks noGrp="1"/>
          </p:cNvSpPr>
          <p:nvPr>
            <p:ph type="body" sz="quarter" idx="13"/>
          </p:nvPr>
        </p:nvSpPr>
        <p:spPr/>
        <p:txBody>
          <a:bodyPr/>
          <a:lstStyle/>
          <a:p>
            <a:r>
              <a:rPr lang="en-ZA" dirty="0"/>
              <a:t>A nested selection structure occurs when one decision (IF/ELSE) is placed inside another. It allows programs to handle multiple levels of conditions.</a:t>
            </a:r>
          </a:p>
          <a:p>
            <a:r>
              <a:rPr lang="en-ZA" dirty="0"/>
              <a:t>For example, suppose we need to determine whether a person falls within the working age range. A person is considered to be of working age if:</a:t>
            </a:r>
          </a:p>
          <a:p>
            <a:pPr lvl="1"/>
            <a:r>
              <a:rPr lang="en-ZA" dirty="0"/>
              <a:t>They are 18 years or older, and </a:t>
            </a:r>
          </a:p>
          <a:p>
            <a:pPr lvl="1"/>
            <a:r>
              <a:rPr lang="en-ZA" dirty="0"/>
              <a:t>They are younger than 60 </a:t>
            </a:r>
          </a:p>
          <a:p>
            <a:endParaRPr lang="en-ZA" dirty="0"/>
          </a:p>
          <a:p>
            <a:endParaRPr lang="en-ZA" dirty="0"/>
          </a:p>
        </p:txBody>
      </p:sp>
    </p:spTree>
    <p:extLst>
      <p:ext uri="{BB962C8B-B14F-4D97-AF65-F5344CB8AC3E}">
        <p14:creationId xmlns:p14="http://schemas.microsoft.com/office/powerpoint/2010/main" val="786661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924C-6E56-04AB-67E6-87EFE9822316}"/>
              </a:ext>
            </a:extLst>
          </p:cNvPr>
          <p:cNvSpPr>
            <a:spLocks noGrp="1"/>
          </p:cNvSpPr>
          <p:nvPr>
            <p:ph type="title" idx="4294967295"/>
          </p:nvPr>
        </p:nvSpPr>
        <p:spPr>
          <a:xfrm>
            <a:off x="2044391" y="175554"/>
            <a:ext cx="10515600" cy="1325563"/>
          </a:xfrm>
        </p:spPr>
        <p:txBody>
          <a:bodyPr/>
          <a:lstStyle/>
          <a:p>
            <a:r>
              <a:rPr lang="en-US" dirty="0"/>
              <a:t>Example Nested IF</a:t>
            </a:r>
            <a:endParaRPr lang="en-ZA" dirty="0"/>
          </a:p>
        </p:txBody>
      </p:sp>
      <p:sp>
        <p:nvSpPr>
          <p:cNvPr id="3" name="Content Placeholder 2">
            <a:extLst>
              <a:ext uri="{FF2B5EF4-FFF2-40B4-BE49-F238E27FC236}">
                <a16:creationId xmlns:a16="http://schemas.microsoft.com/office/drawing/2014/main" id="{1CF75B92-F6D6-D6C6-D4AA-81BC7F95695D}"/>
              </a:ext>
            </a:extLst>
          </p:cNvPr>
          <p:cNvSpPr>
            <a:spLocks noGrp="1"/>
          </p:cNvSpPr>
          <p:nvPr>
            <p:ph sz="half" idx="4294967295"/>
          </p:nvPr>
        </p:nvSpPr>
        <p:spPr>
          <a:xfrm>
            <a:off x="1828800" y="1814474"/>
            <a:ext cx="5181600" cy="4351338"/>
          </a:xfrm>
        </p:spPr>
        <p:txBody>
          <a:bodyPr>
            <a:normAutofit fontScale="92500" lnSpcReduction="10000"/>
          </a:bodyPr>
          <a:lstStyle/>
          <a:p>
            <a:pPr marL="0" indent="0">
              <a:buNone/>
            </a:pPr>
            <a:r>
              <a:rPr lang="en-US" dirty="0"/>
              <a:t>if age is less than 60 then</a:t>
            </a:r>
          </a:p>
          <a:p>
            <a:pPr marL="0" indent="0">
              <a:buNone/>
            </a:pPr>
            <a:r>
              <a:rPr lang="en-US" dirty="0"/>
              <a:t>   if age is greater than or equal to 18 then</a:t>
            </a:r>
          </a:p>
          <a:p>
            <a:pPr marL="0" indent="0">
              <a:buNone/>
            </a:pPr>
            <a:r>
              <a:rPr lang="en-US" dirty="0"/>
              <a:t>      display "Working age"</a:t>
            </a:r>
          </a:p>
          <a:p>
            <a:pPr marL="0" indent="0">
              <a:buNone/>
            </a:pPr>
            <a:r>
              <a:rPr lang="en-US" dirty="0"/>
              <a:t>   else</a:t>
            </a:r>
          </a:p>
          <a:p>
            <a:pPr marL="0" indent="0">
              <a:buNone/>
            </a:pPr>
            <a:r>
              <a:rPr lang="en-US" dirty="0"/>
              <a:t>      display "Not working age"</a:t>
            </a:r>
          </a:p>
          <a:p>
            <a:pPr marL="0" indent="0">
              <a:buNone/>
            </a:pPr>
            <a:r>
              <a:rPr lang="en-US" dirty="0"/>
              <a:t>   endif</a:t>
            </a:r>
          </a:p>
          <a:p>
            <a:pPr marL="0" indent="0">
              <a:buNone/>
            </a:pPr>
            <a:r>
              <a:rPr lang="en-US" dirty="0"/>
              <a:t>else</a:t>
            </a:r>
          </a:p>
          <a:p>
            <a:pPr marL="0" indent="0">
              <a:buNone/>
            </a:pPr>
            <a:r>
              <a:rPr lang="en-US" dirty="0"/>
              <a:t>   display "Not working age"</a:t>
            </a:r>
          </a:p>
          <a:p>
            <a:pPr marL="0" indent="0">
              <a:buNone/>
            </a:pPr>
            <a:r>
              <a:rPr lang="en-US" dirty="0"/>
              <a:t>endif</a:t>
            </a:r>
          </a:p>
          <a:p>
            <a:pPr marL="0" indent="0">
              <a:buNone/>
            </a:pPr>
            <a:endParaRPr lang="en-ZA" dirty="0"/>
          </a:p>
        </p:txBody>
      </p:sp>
      <p:pic>
        <p:nvPicPr>
          <p:cNvPr id="5" name="Content Placeholder 4">
            <a:extLst>
              <a:ext uri="{FF2B5EF4-FFF2-40B4-BE49-F238E27FC236}">
                <a16:creationId xmlns:a16="http://schemas.microsoft.com/office/drawing/2014/main" id="{4A6B78EC-B68B-F9D1-54F7-A177BF15414E}"/>
              </a:ext>
            </a:extLst>
          </p:cNvPr>
          <p:cNvPicPr>
            <a:picLocks noGrp="1" noChangeAspect="1"/>
          </p:cNvPicPr>
          <p:nvPr>
            <p:ph sz="half" idx="4294967295"/>
          </p:nvPr>
        </p:nvPicPr>
        <p:blipFill>
          <a:blip r:embed="rId2"/>
          <a:stretch>
            <a:fillRect/>
          </a:stretch>
        </p:blipFill>
        <p:spPr>
          <a:xfrm>
            <a:off x="7378391" y="1690688"/>
            <a:ext cx="5181600" cy="3873771"/>
          </a:xfrm>
          <a:prstGeom prst="rect">
            <a:avLst/>
          </a:prstGeom>
        </p:spPr>
      </p:pic>
    </p:spTree>
    <p:extLst>
      <p:ext uri="{BB962C8B-B14F-4D97-AF65-F5344CB8AC3E}">
        <p14:creationId xmlns:p14="http://schemas.microsoft.com/office/powerpoint/2010/main" val="1983641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IF: </a:t>
            </a:r>
            <a:r>
              <a:rPr dirty="0"/>
              <a:t>Grading Example</a:t>
            </a:r>
          </a:p>
        </p:txBody>
      </p:sp>
      <p:sp>
        <p:nvSpPr>
          <p:cNvPr id="3" name="Content Placeholder 2"/>
          <p:cNvSpPr>
            <a:spLocks noGrp="1"/>
          </p:cNvSpPr>
          <p:nvPr>
            <p:ph type="body" sz="quarter" idx="13"/>
          </p:nvPr>
        </p:nvSpPr>
        <p:spPr/>
        <p:txBody>
          <a:bodyPr>
            <a:normAutofit lnSpcReduction="10000"/>
          </a:bodyPr>
          <a:lstStyle/>
          <a:p>
            <a:pPr marL="0" indent="0">
              <a:buNone/>
            </a:pPr>
            <a:r>
              <a:rPr dirty="0"/>
              <a:t>if mark &gt;= 70:</a:t>
            </a:r>
          </a:p>
          <a:p>
            <a:pPr marL="0" indent="0">
              <a:buNone/>
            </a:pPr>
            <a:r>
              <a:rPr dirty="0"/>
              <a:t>    print('Distinction')</a:t>
            </a:r>
          </a:p>
          <a:p>
            <a:pPr marL="0" indent="0">
              <a:buNone/>
            </a:pPr>
            <a:r>
              <a:rPr dirty="0" err="1"/>
              <a:t>elif</a:t>
            </a:r>
            <a:r>
              <a:rPr dirty="0"/>
              <a:t> mark &gt;= 60:</a:t>
            </a:r>
          </a:p>
          <a:p>
            <a:pPr marL="0" indent="0">
              <a:buNone/>
            </a:pPr>
            <a:r>
              <a:rPr dirty="0"/>
              <a:t>    print('Merit')</a:t>
            </a:r>
          </a:p>
          <a:p>
            <a:pPr marL="0" indent="0">
              <a:buNone/>
            </a:pPr>
            <a:r>
              <a:rPr dirty="0" err="1"/>
              <a:t>elif</a:t>
            </a:r>
            <a:r>
              <a:rPr dirty="0"/>
              <a:t> mark &gt;= 50:</a:t>
            </a:r>
          </a:p>
          <a:p>
            <a:pPr marL="0" indent="0">
              <a:buNone/>
            </a:pPr>
            <a:r>
              <a:rPr dirty="0"/>
              <a:t>    print('Pass')</a:t>
            </a:r>
          </a:p>
          <a:p>
            <a:pPr marL="0" indent="0">
              <a:buNone/>
            </a:pPr>
            <a:r>
              <a:rPr dirty="0"/>
              <a:t>else:</a:t>
            </a:r>
          </a:p>
          <a:p>
            <a:pPr marL="0" indent="0">
              <a:buNone/>
            </a:pPr>
            <a:r>
              <a:rPr dirty="0"/>
              <a:t>    print('Fail')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0D80F-3B3F-4448-2E69-C556D7B91DE9}"/>
              </a:ext>
            </a:extLst>
          </p:cNvPr>
          <p:cNvSpPr>
            <a:spLocks noGrp="1"/>
          </p:cNvSpPr>
          <p:nvPr>
            <p:ph type="title"/>
          </p:nvPr>
        </p:nvSpPr>
        <p:spPr/>
        <p:txBody>
          <a:bodyPr/>
          <a:lstStyle/>
          <a:p>
            <a:r>
              <a:rPr lang="en-US" dirty="0"/>
              <a:t>Logical operators</a:t>
            </a:r>
            <a:endParaRPr lang="en-ZA" dirty="0"/>
          </a:p>
        </p:txBody>
      </p:sp>
      <p:sp>
        <p:nvSpPr>
          <p:cNvPr id="3" name="Content Placeholder 2">
            <a:extLst>
              <a:ext uri="{FF2B5EF4-FFF2-40B4-BE49-F238E27FC236}">
                <a16:creationId xmlns:a16="http://schemas.microsoft.com/office/drawing/2014/main" id="{8AD6774C-28F9-4D0F-B9B3-0A7E5F6EE4E6}"/>
              </a:ext>
            </a:extLst>
          </p:cNvPr>
          <p:cNvSpPr>
            <a:spLocks noGrp="1"/>
          </p:cNvSpPr>
          <p:nvPr>
            <p:ph type="body" sz="quarter" idx="13"/>
          </p:nvPr>
        </p:nvSpPr>
        <p:spPr/>
        <p:txBody>
          <a:bodyPr/>
          <a:lstStyle/>
          <a:p>
            <a:r>
              <a:rPr lang="en-US" dirty="0"/>
              <a:t>Used to combine conditions. These include</a:t>
            </a:r>
          </a:p>
          <a:p>
            <a:pPr lvl="1"/>
            <a:r>
              <a:rPr lang="en-ZA" dirty="0"/>
              <a:t>AND</a:t>
            </a:r>
          </a:p>
          <a:p>
            <a:pPr lvl="1"/>
            <a:r>
              <a:rPr lang="en-ZA" dirty="0"/>
              <a:t>OR</a:t>
            </a:r>
          </a:p>
          <a:p>
            <a:pPr lvl="1"/>
            <a:r>
              <a:rPr lang="en-ZA" dirty="0"/>
              <a:t>NOT</a:t>
            </a:r>
          </a:p>
        </p:txBody>
      </p:sp>
    </p:spTree>
    <p:extLst>
      <p:ext uri="{BB962C8B-B14F-4D97-AF65-F5344CB8AC3E}">
        <p14:creationId xmlns:p14="http://schemas.microsoft.com/office/powerpoint/2010/main" val="557137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B7015-1E0E-F521-1E36-E49D6C28C0AF}"/>
              </a:ext>
            </a:extLst>
          </p:cNvPr>
          <p:cNvSpPr>
            <a:spLocks noGrp="1"/>
          </p:cNvSpPr>
          <p:nvPr>
            <p:ph type="title"/>
          </p:nvPr>
        </p:nvSpPr>
        <p:spPr/>
        <p:txBody>
          <a:bodyPr/>
          <a:lstStyle/>
          <a:p>
            <a:r>
              <a:rPr lang="en-US" dirty="0"/>
              <a:t>AND Operator</a:t>
            </a:r>
            <a:endParaRPr lang="en-ZA" dirty="0"/>
          </a:p>
        </p:txBody>
      </p:sp>
      <p:sp>
        <p:nvSpPr>
          <p:cNvPr id="3" name="Content Placeholder 2">
            <a:extLst>
              <a:ext uri="{FF2B5EF4-FFF2-40B4-BE49-F238E27FC236}">
                <a16:creationId xmlns:a16="http://schemas.microsoft.com/office/drawing/2014/main" id="{87A83F12-0C4F-F587-DC39-CA3F68A2BFCE}"/>
              </a:ext>
            </a:extLst>
          </p:cNvPr>
          <p:cNvSpPr>
            <a:spLocks noGrp="1"/>
          </p:cNvSpPr>
          <p:nvPr>
            <p:ph type="body" sz="quarter" idx="16"/>
          </p:nvPr>
        </p:nvSpPr>
        <p:spPr/>
        <p:txBody>
          <a:bodyPr/>
          <a:lstStyle/>
          <a:p>
            <a:r>
              <a:rPr lang="en-US" dirty="0"/>
              <a:t>Both conditions must be True</a:t>
            </a:r>
          </a:p>
          <a:p>
            <a:pPr marL="0" indent="0">
              <a:buNone/>
            </a:pPr>
            <a:endParaRPr lang="en-ZA" dirty="0"/>
          </a:p>
        </p:txBody>
      </p:sp>
      <p:pic>
        <p:nvPicPr>
          <p:cNvPr id="7" name="Content Placeholder 6">
            <a:extLst>
              <a:ext uri="{FF2B5EF4-FFF2-40B4-BE49-F238E27FC236}">
                <a16:creationId xmlns:a16="http://schemas.microsoft.com/office/drawing/2014/main" id="{8EFD567F-B8B6-B35F-E4A6-93904C1A6519}"/>
              </a:ext>
            </a:extLst>
          </p:cNvPr>
          <p:cNvPicPr>
            <a:picLocks noGrp="1" noChangeAspect="1"/>
          </p:cNvPicPr>
          <p:nvPr>
            <p:ph sz="half" idx="4294967295"/>
          </p:nvPr>
        </p:nvPicPr>
        <p:blipFill>
          <a:blip r:embed="rId2"/>
          <a:stretch>
            <a:fillRect/>
          </a:stretch>
        </p:blipFill>
        <p:spPr>
          <a:xfrm>
            <a:off x="5954486" y="2033588"/>
            <a:ext cx="5181600" cy="3170237"/>
          </a:xfrm>
          <a:prstGeom prst="rect">
            <a:avLst/>
          </a:prstGeom>
        </p:spPr>
      </p:pic>
    </p:spTree>
    <p:extLst>
      <p:ext uri="{BB962C8B-B14F-4D97-AF65-F5344CB8AC3E}">
        <p14:creationId xmlns:p14="http://schemas.microsoft.com/office/powerpoint/2010/main" val="1806316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7446-BE24-7B3B-22D7-A6384770A5FE}"/>
              </a:ext>
            </a:extLst>
          </p:cNvPr>
          <p:cNvSpPr>
            <a:spLocks noGrp="1"/>
          </p:cNvSpPr>
          <p:nvPr>
            <p:ph type="title"/>
          </p:nvPr>
        </p:nvSpPr>
        <p:spPr/>
        <p:txBody>
          <a:bodyPr/>
          <a:lstStyle/>
          <a:p>
            <a:r>
              <a:rPr lang="en-US" dirty="0"/>
              <a:t>OR Operator </a:t>
            </a:r>
            <a:endParaRPr lang="en-ZA" dirty="0"/>
          </a:p>
        </p:txBody>
      </p:sp>
      <p:sp>
        <p:nvSpPr>
          <p:cNvPr id="3" name="Content Placeholder 2">
            <a:extLst>
              <a:ext uri="{FF2B5EF4-FFF2-40B4-BE49-F238E27FC236}">
                <a16:creationId xmlns:a16="http://schemas.microsoft.com/office/drawing/2014/main" id="{A26F8DF4-5D96-34C1-A250-B004243D3D48}"/>
              </a:ext>
            </a:extLst>
          </p:cNvPr>
          <p:cNvSpPr>
            <a:spLocks noGrp="1"/>
          </p:cNvSpPr>
          <p:nvPr>
            <p:ph type="body" sz="quarter" idx="16"/>
          </p:nvPr>
        </p:nvSpPr>
        <p:spPr>
          <a:xfrm>
            <a:off x="1370668" y="1848003"/>
            <a:ext cx="4486822" cy="3444260"/>
          </a:xfrm>
        </p:spPr>
        <p:txBody>
          <a:bodyPr/>
          <a:lstStyle/>
          <a:p>
            <a:r>
              <a:rPr lang="en-US" dirty="0"/>
              <a:t>At least one condition must be True</a:t>
            </a:r>
          </a:p>
          <a:p>
            <a:endParaRPr lang="en-ZA" dirty="0"/>
          </a:p>
        </p:txBody>
      </p:sp>
      <p:pic>
        <p:nvPicPr>
          <p:cNvPr id="7" name="Content Placeholder 6">
            <a:extLst>
              <a:ext uri="{FF2B5EF4-FFF2-40B4-BE49-F238E27FC236}">
                <a16:creationId xmlns:a16="http://schemas.microsoft.com/office/drawing/2014/main" id="{10F56E4E-2FD4-47DF-BBEE-14091E3069AC}"/>
              </a:ext>
            </a:extLst>
          </p:cNvPr>
          <p:cNvPicPr>
            <a:picLocks noGrp="1" noChangeAspect="1"/>
          </p:cNvPicPr>
          <p:nvPr>
            <p:ph sz="half" idx="4294967295"/>
          </p:nvPr>
        </p:nvPicPr>
        <p:blipFill>
          <a:blip r:embed="rId2"/>
          <a:stretch>
            <a:fillRect/>
          </a:stretch>
        </p:blipFill>
        <p:spPr>
          <a:xfrm>
            <a:off x="5939883" y="1848003"/>
            <a:ext cx="5181600" cy="3054350"/>
          </a:xfrm>
          <a:prstGeom prst="rect">
            <a:avLst/>
          </a:prstGeom>
        </p:spPr>
      </p:pic>
    </p:spTree>
    <p:extLst>
      <p:ext uri="{BB962C8B-B14F-4D97-AF65-F5344CB8AC3E}">
        <p14:creationId xmlns:p14="http://schemas.microsoft.com/office/powerpoint/2010/main" val="1583069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40941-382D-D9C0-3AAB-2EFF91502F7E}"/>
              </a:ext>
            </a:extLst>
          </p:cNvPr>
          <p:cNvSpPr>
            <a:spLocks noGrp="1"/>
          </p:cNvSpPr>
          <p:nvPr>
            <p:ph type="title"/>
          </p:nvPr>
        </p:nvSpPr>
        <p:spPr/>
        <p:txBody>
          <a:bodyPr/>
          <a:lstStyle/>
          <a:p>
            <a:r>
              <a:rPr lang="en-US" dirty="0"/>
              <a:t>NOT Operator</a:t>
            </a:r>
            <a:endParaRPr lang="en-ZA" dirty="0"/>
          </a:p>
        </p:txBody>
      </p:sp>
      <p:sp>
        <p:nvSpPr>
          <p:cNvPr id="3" name="Content Placeholder 2">
            <a:extLst>
              <a:ext uri="{FF2B5EF4-FFF2-40B4-BE49-F238E27FC236}">
                <a16:creationId xmlns:a16="http://schemas.microsoft.com/office/drawing/2014/main" id="{8489208B-E3B4-78A4-F621-314B87AB1C93}"/>
              </a:ext>
            </a:extLst>
          </p:cNvPr>
          <p:cNvSpPr>
            <a:spLocks noGrp="1"/>
          </p:cNvSpPr>
          <p:nvPr>
            <p:ph type="body" sz="quarter" idx="16"/>
          </p:nvPr>
        </p:nvSpPr>
        <p:spPr>
          <a:xfrm>
            <a:off x="2003401" y="1706870"/>
            <a:ext cx="4486822" cy="3444260"/>
          </a:xfrm>
        </p:spPr>
        <p:txBody>
          <a:bodyPr>
            <a:normAutofit/>
          </a:bodyPr>
          <a:lstStyle/>
          <a:p>
            <a:r>
              <a:rPr lang="en-ZA" sz="2400" dirty="0"/>
              <a:t>Reverses a condition</a:t>
            </a:r>
          </a:p>
          <a:p>
            <a:endParaRPr lang="en-ZA" sz="2400" dirty="0"/>
          </a:p>
        </p:txBody>
      </p:sp>
      <p:pic>
        <p:nvPicPr>
          <p:cNvPr id="7" name="Content Placeholder 6">
            <a:extLst>
              <a:ext uri="{FF2B5EF4-FFF2-40B4-BE49-F238E27FC236}">
                <a16:creationId xmlns:a16="http://schemas.microsoft.com/office/drawing/2014/main" id="{9DC43723-D92A-7051-58E9-F96C49931533}"/>
              </a:ext>
            </a:extLst>
          </p:cNvPr>
          <p:cNvPicPr>
            <a:picLocks noGrp="1" noChangeAspect="1"/>
          </p:cNvPicPr>
          <p:nvPr>
            <p:ph sz="half" idx="4294967295"/>
          </p:nvPr>
        </p:nvPicPr>
        <p:blipFill>
          <a:blip r:embed="rId2"/>
          <a:stretch>
            <a:fillRect/>
          </a:stretch>
        </p:blipFill>
        <p:spPr>
          <a:xfrm>
            <a:off x="6363630" y="1706870"/>
            <a:ext cx="5181600" cy="1984184"/>
          </a:xfrm>
          <a:prstGeom prst="rect">
            <a:avLst/>
          </a:prstGeom>
        </p:spPr>
      </p:pic>
    </p:spTree>
    <p:extLst>
      <p:ext uri="{BB962C8B-B14F-4D97-AF65-F5344CB8AC3E}">
        <p14:creationId xmlns:p14="http://schemas.microsoft.com/office/powerpoint/2010/main" val="48471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AED9E-E6AC-F683-B0ED-A5EF12CEE6C6}"/>
              </a:ext>
            </a:extLst>
          </p:cNvPr>
          <p:cNvSpPr>
            <a:spLocks noGrp="1"/>
          </p:cNvSpPr>
          <p:nvPr>
            <p:ph type="title"/>
          </p:nvPr>
        </p:nvSpPr>
        <p:spPr/>
        <p:txBody>
          <a:bodyPr/>
          <a:lstStyle/>
          <a:p>
            <a:r>
              <a:rPr lang="en-US" dirty="0"/>
              <a:t>The Guess and Check Pattern</a:t>
            </a:r>
            <a:endParaRPr lang="en-ZA" dirty="0"/>
          </a:p>
        </p:txBody>
      </p:sp>
      <p:sp>
        <p:nvSpPr>
          <p:cNvPr id="3" name="Text Placeholder 2">
            <a:extLst>
              <a:ext uri="{FF2B5EF4-FFF2-40B4-BE49-F238E27FC236}">
                <a16:creationId xmlns:a16="http://schemas.microsoft.com/office/drawing/2014/main" id="{0ADA5BF4-4BD6-CA47-E440-A7BAB8E096F7}"/>
              </a:ext>
            </a:extLst>
          </p:cNvPr>
          <p:cNvSpPr>
            <a:spLocks noGrp="1"/>
          </p:cNvSpPr>
          <p:nvPr>
            <p:ph type="body" sz="quarter" idx="16"/>
          </p:nvPr>
        </p:nvSpPr>
        <p:spPr>
          <a:xfrm>
            <a:off x="1478994" y="1893129"/>
            <a:ext cx="9232549" cy="3444260"/>
          </a:xfrm>
        </p:spPr>
        <p:txBody>
          <a:bodyPr>
            <a:normAutofit fontScale="92500" lnSpcReduction="10000"/>
          </a:bodyPr>
          <a:lstStyle/>
          <a:p>
            <a:r>
              <a:rPr lang="en-US" sz="2400" dirty="0"/>
              <a:t>A problem-solving pattern used in programming </a:t>
            </a:r>
          </a:p>
          <a:p>
            <a:r>
              <a:rPr lang="en-US" sz="2400" dirty="0"/>
              <a:t>Involves: </a:t>
            </a:r>
          </a:p>
          <a:p>
            <a:pPr lvl="1"/>
            <a:r>
              <a:rPr lang="en-US" sz="2400" dirty="0"/>
              <a:t>Making a </a:t>
            </a:r>
            <a:r>
              <a:rPr lang="en-US" sz="2400" b="1" dirty="0"/>
              <a:t>guess</a:t>
            </a:r>
            <a:r>
              <a:rPr lang="en-US" sz="2400" dirty="0"/>
              <a:t> </a:t>
            </a:r>
          </a:p>
          <a:p>
            <a:pPr lvl="1"/>
            <a:r>
              <a:rPr lang="en-US" sz="2400" b="1" dirty="0"/>
              <a:t>Check</a:t>
            </a:r>
            <a:r>
              <a:rPr lang="en-US" sz="2400" dirty="0"/>
              <a:t> if the guess is correct </a:t>
            </a:r>
          </a:p>
          <a:p>
            <a:pPr lvl="1"/>
            <a:r>
              <a:rPr lang="en-US" sz="2400" dirty="0"/>
              <a:t>If not, </a:t>
            </a:r>
            <a:r>
              <a:rPr lang="en-US" sz="2400" b="1" dirty="0"/>
              <a:t>update the guess</a:t>
            </a:r>
            <a:r>
              <a:rPr lang="en-US" sz="2400" dirty="0"/>
              <a:t> </a:t>
            </a:r>
          </a:p>
          <a:p>
            <a:pPr lvl="1"/>
            <a:r>
              <a:rPr lang="en-US" sz="2400" dirty="0"/>
              <a:t>Repeat until correct </a:t>
            </a:r>
          </a:p>
          <a:p>
            <a:r>
              <a:rPr lang="en-US" sz="2400" b="1" dirty="0"/>
              <a:t>Why use it?</a:t>
            </a:r>
            <a:endParaRPr lang="en-US" sz="2400" dirty="0"/>
          </a:p>
          <a:p>
            <a:pPr marL="342900" indent="-342900">
              <a:buFont typeface="Arial" panose="020B0604020202020204" pitchFamily="34" charset="0"/>
              <a:buChar char="•"/>
            </a:pPr>
            <a:r>
              <a:rPr lang="en-US" sz="2400" dirty="0"/>
              <a:t>Simplifies complex logic </a:t>
            </a:r>
          </a:p>
          <a:p>
            <a:pPr marL="342900" indent="-342900">
              <a:buFont typeface="Arial" panose="020B0604020202020204" pitchFamily="34" charset="0"/>
              <a:buChar char="•"/>
            </a:pPr>
            <a:r>
              <a:rPr lang="en-US" sz="2400" dirty="0"/>
              <a:t>Makes code </a:t>
            </a:r>
            <a:r>
              <a:rPr lang="en-US" sz="2400" b="1" dirty="0"/>
              <a:t>easier to read and understand</a:t>
            </a:r>
            <a:endParaRPr lang="en-US" sz="2400" dirty="0"/>
          </a:p>
          <a:p>
            <a:endParaRPr lang="en-ZA" sz="2400" dirty="0"/>
          </a:p>
        </p:txBody>
      </p:sp>
    </p:spTree>
    <p:extLst>
      <p:ext uri="{BB962C8B-B14F-4D97-AF65-F5344CB8AC3E}">
        <p14:creationId xmlns:p14="http://schemas.microsoft.com/office/powerpoint/2010/main" val="2259335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06C1-8FCD-6C94-6668-74083EE488C3}"/>
              </a:ext>
            </a:extLst>
          </p:cNvPr>
          <p:cNvSpPr>
            <a:spLocks noGrp="1"/>
          </p:cNvSpPr>
          <p:nvPr>
            <p:ph type="title"/>
          </p:nvPr>
        </p:nvSpPr>
        <p:spPr/>
        <p:txBody>
          <a:bodyPr/>
          <a:lstStyle/>
          <a:p>
            <a:r>
              <a:rPr lang="en-US" dirty="0"/>
              <a:t>The Guess and Check Pattern</a:t>
            </a:r>
            <a:endParaRPr lang="en-ZA" dirty="0"/>
          </a:p>
        </p:txBody>
      </p:sp>
      <p:sp>
        <p:nvSpPr>
          <p:cNvPr id="3" name="Text Placeholder 2">
            <a:extLst>
              <a:ext uri="{FF2B5EF4-FFF2-40B4-BE49-F238E27FC236}">
                <a16:creationId xmlns:a16="http://schemas.microsoft.com/office/drawing/2014/main" id="{6A6396DD-B9C9-457A-8C13-1FE76E46CDEF}"/>
              </a:ext>
            </a:extLst>
          </p:cNvPr>
          <p:cNvSpPr>
            <a:spLocks noGrp="1"/>
          </p:cNvSpPr>
          <p:nvPr>
            <p:ph type="body" sz="quarter" idx="16"/>
          </p:nvPr>
        </p:nvSpPr>
        <p:spPr>
          <a:xfrm>
            <a:off x="2262765" y="1915887"/>
            <a:ext cx="8394349" cy="3418114"/>
          </a:xfrm>
        </p:spPr>
        <p:txBody>
          <a:bodyPr>
            <a:normAutofit/>
          </a:bodyPr>
          <a:lstStyle/>
          <a:p>
            <a:pPr marL="285750" indent="-285750">
              <a:buFont typeface="Arial" panose="020B0604020202020204" pitchFamily="34" charset="0"/>
              <a:buChar char="•"/>
            </a:pPr>
            <a:r>
              <a:rPr lang="en-US" b="1" dirty="0"/>
              <a:t>Compared to complex code:</a:t>
            </a:r>
            <a:endParaRPr lang="en-US" dirty="0"/>
          </a:p>
          <a:p>
            <a:pPr marL="827088" lvl="1" indent="-285750"/>
            <a:r>
              <a:rPr lang="en-US" dirty="0"/>
              <a:t>Avoids </a:t>
            </a:r>
            <a:r>
              <a:rPr lang="en-US" b="1" dirty="0"/>
              <a:t>nested if statements</a:t>
            </a:r>
            <a:r>
              <a:rPr lang="en-US" dirty="0"/>
              <a:t> </a:t>
            </a:r>
          </a:p>
          <a:p>
            <a:pPr marL="827088" lvl="1" indent="-285750"/>
            <a:r>
              <a:rPr lang="en-US" dirty="0"/>
              <a:t>Uses </a:t>
            </a:r>
            <a:r>
              <a:rPr lang="en-US" b="1" dirty="0"/>
              <a:t>simple, clear steps</a:t>
            </a:r>
            <a:r>
              <a:rPr lang="en-US" dirty="0"/>
              <a:t> </a:t>
            </a:r>
          </a:p>
          <a:p>
            <a:pPr marL="827088" lvl="1" indent="-285750"/>
            <a:r>
              <a:rPr lang="en-US" dirty="0"/>
              <a:t>Reduces unnecessary else statements </a:t>
            </a:r>
          </a:p>
          <a:p>
            <a:pPr marL="285750" indent="-285750">
              <a:buFont typeface="Arial" panose="020B0604020202020204" pitchFamily="34" charset="0"/>
              <a:buChar char="•"/>
            </a:pPr>
            <a:r>
              <a:rPr lang="en-US" b="1" dirty="0"/>
              <a:t>Key Idea: </a:t>
            </a:r>
            <a:r>
              <a:rPr lang="en-US" dirty="0"/>
              <a:t>Break problems into:</a:t>
            </a:r>
          </a:p>
          <a:p>
            <a:pPr marL="827088" lvl="1" indent="-285750"/>
            <a:r>
              <a:rPr lang="en-US" dirty="0"/>
              <a:t>Guess → Check → Update </a:t>
            </a:r>
          </a:p>
          <a:p>
            <a:pPr marL="285750" indent="-285750">
              <a:buFont typeface="Arial" panose="020B0604020202020204" pitchFamily="34" charset="0"/>
              <a:buChar char="•"/>
            </a:pPr>
            <a:r>
              <a:rPr lang="en-US" b="1" dirty="0"/>
              <a:t>Benefit:</a:t>
            </a:r>
            <a:endParaRPr lang="en-US" dirty="0"/>
          </a:p>
          <a:p>
            <a:pPr marL="827088" lvl="1" indent="-285750"/>
            <a:r>
              <a:rPr lang="en-US" dirty="0"/>
              <a:t>Cleaner code </a:t>
            </a:r>
          </a:p>
          <a:p>
            <a:pPr marL="827088" lvl="1" indent="-285750"/>
            <a:r>
              <a:rPr lang="en-US" dirty="0"/>
              <a:t>Easier to debug and maintain</a:t>
            </a:r>
          </a:p>
          <a:p>
            <a:endParaRPr lang="en-ZA" dirty="0"/>
          </a:p>
        </p:txBody>
      </p:sp>
    </p:spTree>
    <p:extLst>
      <p:ext uri="{BB962C8B-B14F-4D97-AF65-F5344CB8AC3E}">
        <p14:creationId xmlns:p14="http://schemas.microsoft.com/office/powerpoint/2010/main" val="1915378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97465-9CEC-5F47-486B-FE4DC97F7BF8}"/>
              </a:ext>
            </a:extLst>
          </p:cNvPr>
          <p:cNvSpPr>
            <a:spLocks noGrp="1"/>
          </p:cNvSpPr>
          <p:nvPr>
            <p:ph type="title"/>
          </p:nvPr>
        </p:nvSpPr>
        <p:spPr/>
        <p:txBody>
          <a:bodyPr/>
          <a:lstStyle/>
          <a:p>
            <a:r>
              <a:rPr lang="en-US" sz="4000" dirty="0"/>
              <a:t>The Guess and Check Pattern: Example</a:t>
            </a:r>
            <a:endParaRPr lang="en-ZA" sz="4000" dirty="0"/>
          </a:p>
        </p:txBody>
      </p:sp>
      <p:sp>
        <p:nvSpPr>
          <p:cNvPr id="3" name="Text Placeholder 2">
            <a:extLst>
              <a:ext uri="{FF2B5EF4-FFF2-40B4-BE49-F238E27FC236}">
                <a16:creationId xmlns:a16="http://schemas.microsoft.com/office/drawing/2014/main" id="{4B04D025-7F2F-284B-9930-CE86A6424EE0}"/>
              </a:ext>
            </a:extLst>
          </p:cNvPr>
          <p:cNvSpPr>
            <a:spLocks noGrp="1"/>
          </p:cNvSpPr>
          <p:nvPr>
            <p:ph type="body" sz="quarter" idx="16"/>
          </p:nvPr>
        </p:nvSpPr>
        <p:spPr>
          <a:xfrm>
            <a:off x="2070807" y="2165271"/>
            <a:ext cx="4486822" cy="3832758"/>
          </a:xfrm>
        </p:spPr>
        <p:txBody>
          <a:bodyPr>
            <a:normAutofit fontScale="85000" lnSpcReduction="20000"/>
          </a:bodyPr>
          <a:lstStyle/>
          <a:p>
            <a:r>
              <a:rPr lang="en-ZA" dirty="0"/>
              <a:t>x = int(input("Please enter an integer:"))</a:t>
            </a:r>
          </a:p>
          <a:p>
            <a:r>
              <a:rPr lang="en-ZA" dirty="0"/>
              <a:t>y = int(input("Please enter another integer:"))</a:t>
            </a:r>
          </a:p>
          <a:p>
            <a:r>
              <a:rPr lang="en-ZA" dirty="0"/>
              <a:t>z = int(input("Please enter a third integer:"))</a:t>
            </a:r>
          </a:p>
          <a:p>
            <a:endParaRPr lang="en-ZA" dirty="0"/>
          </a:p>
          <a:p>
            <a:r>
              <a:rPr lang="en-ZA" dirty="0" err="1"/>
              <a:t>maxNum</a:t>
            </a:r>
            <a:r>
              <a:rPr lang="en-ZA" dirty="0"/>
              <a:t> = x   # initial guess</a:t>
            </a:r>
          </a:p>
          <a:p>
            <a:endParaRPr lang="en-ZA" dirty="0"/>
          </a:p>
          <a:p>
            <a:r>
              <a:rPr lang="en-ZA" dirty="0"/>
              <a:t>if y &gt; </a:t>
            </a:r>
            <a:r>
              <a:rPr lang="en-ZA" dirty="0" err="1"/>
              <a:t>maxNum</a:t>
            </a:r>
            <a:r>
              <a:rPr lang="en-ZA" dirty="0"/>
              <a:t>:</a:t>
            </a:r>
          </a:p>
          <a:p>
            <a:r>
              <a:rPr lang="en-ZA" dirty="0"/>
              <a:t>    </a:t>
            </a:r>
            <a:r>
              <a:rPr lang="en-ZA" dirty="0" err="1"/>
              <a:t>maxNum</a:t>
            </a:r>
            <a:r>
              <a:rPr lang="en-ZA" dirty="0"/>
              <a:t> = y   # update guess</a:t>
            </a:r>
          </a:p>
          <a:p>
            <a:endParaRPr lang="en-ZA" dirty="0"/>
          </a:p>
          <a:p>
            <a:r>
              <a:rPr lang="en-ZA" dirty="0"/>
              <a:t>if z &gt; </a:t>
            </a:r>
            <a:r>
              <a:rPr lang="en-ZA" dirty="0" err="1"/>
              <a:t>maxNum</a:t>
            </a:r>
            <a:r>
              <a:rPr lang="en-ZA" dirty="0"/>
              <a:t>:</a:t>
            </a:r>
          </a:p>
          <a:p>
            <a:r>
              <a:rPr lang="en-ZA" dirty="0"/>
              <a:t>    </a:t>
            </a:r>
            <a:r>
              <a:rPr lang="en-ZA" dirty="0" err="1"/>
              <a:t>maxNum</a:t>
            </a:r>
            <a:r>
              <a:rPr lang="en-ZA" dirty="0"/>
              <a:t> = z   # update guess again</a:t>
            </a:r>
          </a:p>
          <a:p>
            <a:endParaRPr lang="en-ZA" dirty="0"/>
          </a:p>
          <a:p>
            <a:r>
              <a:rPr lang="en-ZA" dirty="0"/>
              <a:t>print(</a:t>
            </a:r>
            <a:r>
              <a:rPr lang="en-ZA" dirty="0" err="1"/>
              <a:t>maxNum</a:t>
            </a:r>
            <a:r>
              <a:rPr lang="en-ZA" dirty="0"/>
              <a:t>, "is greatest.")</a:t>
            </a:r>
          </a:p>
        </p:txBody>
      </p:sp>
      <p:sp>
        <p:nvSpPr>
          <p:cNvPr id="4" name="Text Placeholder 3">
            <a:extLst>
              <a:ext uri="{FF2B5EF4-FFF2-40B4-BE49-F238E27FC236}">
                <a16:creationId xmlns:a16="http://schemas.microsoft.com/office/drawing/2014/main" id="{2D138B67-0587-3A70-61BA-74ED69E6866C}"/>
              </a:ext>
            </a:extLst>
          </p:cNvPr>
          <p:cNvSpPr>
            <a:spLocks noGrp="1"/>
          </p:cNvSpPr>
          <p:nvPr>
            <p:ph type="body" sz="quarter" idx="17"/>
          </p:nvPr>
        </p:nvSpPr>
        <p:spPr/>
        <p:txBody>
          <a:bodyPr>
            <a:normAutofit fontScale="85000" lnSpcReduction="20000"/>
          </a:bodyPr>
          <a:lstStyle/>
          <a:p>
            <a:pPr marL="0" indent="0">
              <a:buNone/>
            </a:pPr>
            <a:r>
              <a:rPr lang="en-US" dirty="0"/>
              <a:t>Example</a:t>
            </a:r>
            <a:endParaRPr lang="en-ZA" dirty="0"/>
          </a:p>
        </p:txBody>
      </p:sp>
      <p:sp>
        <p:nvSpPr>
          <p:cNvPr id="5" name="Text Placeholder 4">
            <a:extLst>
              <a:ext uri="{FF2B5EF4-FFF2-40B4-BE49-F238E27FC236}">
                <a16:creationId xmlns:a16="http://schemas.microsoft.com/office/drawing/2014/main" id="{C5EE1D34-E146-2226-847D-BFEDDD6B717E}"/>
              </a:ext>
            </a:extLst>
          </p:cNvPr>
          <p:cNvSpPr>
            <a:spLocks noGrp="1"/>
          </p:cNvSpPr>
          <p:nvPr>
            <p:ph type="body" sz="quarter" idx="18"/>
          </p:nvPr>
        </p:nvSpPr>
        <p:spPr/>
        <p:txBody>
          <a:bodyPr>
            <a:normAutofit fontScale="92500" lnSpcReduction="20000"/>
          </a:bodyPr>
          <a:lstStyle/>
          <a:p>
            <a:r>
              <a:rPr lang="en-US" b="1" dirty="0"/>
              <a:t>How it works:</a:t>
            </a:r>
            <a:endParaRPr lang="en-US" dirty="0"/>
          </a:p>
          <a:p>
            <a:pPr marL="285750" indent="-285750">
              <a:buFont typeface="Arial" panose="020B0604020202020204" pitchFamily="34" charset="0"/>
              <a:buChar char="•"/>
            </a:pPr>
            <a:r>
              <a:rPr lang="en-US" dirty="0"/>
              <a:t>Start with a </a:t>
            </a:r>
            <a:r>
              <a:rPr lang="en-US" b="1" dirty="0"/>
              <a:t>guess</a:t>
            </a:r>
            <a:r>
              <a:rPr lang="en-US" dirty="0"/>
              <a:t> → assume x is the largest </a:t>
            </a:r>
          </a:p>
          <a:p>
            <a:pPr marL="285750" indent="-285750">
              <a:buFont typeface="Arial" panose="020B0604020202020204" pitchFamily="34" charset="0"/>
              <a:buChar char="•"/>
            </a:pPr>
            <a:r>
              <a:rPr lang="en-US" b="1" dirty="0"/>
              <a:t>Check</a:t>
            </a:r>
            <a:r>
              <a:rPr lang="en-US" dirty="0"/>
              <a:t> if y is bigger → update if needed </a:t>
            </a:r>
          </a:p>
          <a:p>
            <a:pPr marL="285750" indent="-285750">
              <a:buFont typeface="Arial" panose="020B0604020202020204" pitchFamily="34" charset="0"/>
              <a:buChar char="•"/>
            </a:pPr>
            <a:r>
              <a:rPr lang="en-US" b="1" dirty="0"/>
              <a:t>Check</a:t>
            </a:r>
            <a:r>
              <a:rPr lang="en-US" dirty="0"/>
              <a:t> if z is bigger → update again </a:t>
            </a:r>
          </a:p>
          <a:p>
            <a:pPr marL="285750" indent="-285750">
              <a:buFont typeface="Arial" panose="020B0604020202020204" pitchFamily="34" charset="0"/>
              <a:buChar char="•"/>
            </a:pPr>
            <a:r>
              <a:rPr lang="en-US" dirty="0"/>
              <a:t>Final value is the </a:t>
            </a:r>
            <a:r>
              <a:rPr lang="en-US" b="1" dirty="0"/>
              <a:t>correct maximum</a:t>
            </a:r>
            <a:r>
              <a:rPr lang="en-US" dirty="0"/>
              <a:t> </a:t>
            </a:r>
          </a:p>
          <a:p>
            <a:endParaRPr lang="en-US" dirty="0"/>
          </a:p>
          <a:p>
            <a:r>
              <a:rPr lang="en-US" b="1" dirty="0"/>
              <a:t>Why this is good:</a:t>
            </a:r>
            <a:endParaRPr lang="en-US" dirty="0"/>
          </a:p>
          <a:p>
            <a:pPr marL="285750" indent="-285750">
              <a:buFont typeface="Arial" panose="020B0604020202020204" pitchFamily="34" charset="0"/>
              <a:buChar char="•"/>
            </a:pPr>
            <a:r>
              <a:rPr lang="en-US" dirty="0"/>
              <a:t>No </a:t>
            </a:r>
            <a:r>
              <a:rPr lang="en-US" b="1" dirty="0"/>
              <a:t>nested if statements</a:t>
            </a:r>
            <a:r>
              <a:rPr lang="en-US" dirty="0"/>
              <a:t> </a:t>
            </a:r>
          </a:p>
          <a:p>
            <a:pPr marL="285750" indent="-285750">
              <a:buFont typeface="Arial" panose="020B0604020202020204" pitchFamily="34" charset="0"/>
              <a:buChar char="•"/>
            </a:pPr>
            <a:r>
              <a:rPr lang="en-US" dirty="0"/>
              <a:t>No unnecessary else </a:t>
            </a:r>
          </a:p>
          <a:p>
            <a:pPr marL="285750" indent="-285750">
              <a:buFont typeface="Arial" panose="020B0604020202020204" pitchFamily="34" charset="0"/>
              <a:buChar char="•"/>
            </a:pPr>
            <a:r>
              <a:rPr lang="en-US" dirty="0"/>
              <a:t>Simple, clear, and easy to follow</a:t>
            </a:r>
          </a:p>
          <a:p>
            <a:endParaRPr lang="en-ZA" dirty="0"/>
          </a:p>
        </p:txBody>
      </p:sp>
      <p:sp>
        <p:nvSpPr>
          <p:cNvPr id="6" name="Text Placeholder 5">
            <a:extLst>
              <a:ext uri="{FF2B5EF4-FFF2-40B4-BE49-F238E27FC236}">
                <a16:creationId xmlns:a16="http://schemas.microsoft.com/office/drawing/2014/main" id="{F264C730-8406-6DEF-692E-FEE4109CE534}"/>
              </a:ext>
            </a:extLst>
          </p:cNvPr>
          <p:cNvSpPr>
            <a:spLocks noGrp="1"/>
          </p:cNvSpPr>
          <p:nvPr>
            <p:ph type="body" sz="quarter" idx="19"/>
          </p:nvPr>
        </p:nvSpPr>
        <p:spPr/>
        <p:txBody>
          <a:bodyPr>
            <a:normAutofit fontScale="85000" lnSpcReduction="20000"/>
          </a:bodyPr>
          <a:lstStyle/>
          <a:p>
            <a:pPr marL="0" indent="0">
              <a:buNone/>
            </a:pPr>
            <a:r>
              <a:rPr lang="en-US" dirty="0"/>
              <a:t>Explanation</a:t>
            </a:r>
            <a:endParaRPr lang="en-ZA" dirty="0"/>
          </a:p>
        </p:txBody>
      </p:sp>
    </p:spTree>
    <p:extLst>
      <p:ext uri="{BB962C8B-B14F-4D97-AF65-F5344CB8AC3E}">
        <p14:creationId xmlns:p14="http://schemas.microsoft.com/office/powerpoint/2010/main" val="570525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4C4D-7148-8A06-6A0E-BBC54F301F8F}"/>
              </a:ext>
            </a:extLst>
          </p:cNvPr>
          <p:cNvSpPr>
            <a:spLocks noGrp="1"/>
          </p:cNvSpPr>
          <p:nvPr>
            <p:ph type="title"/>
          </p:nvPr>
        </p:nvSpPr>
        <p:spPr/>
        <p:txBody>
          <a:bodyPr/>
          <a:lstStyle/>
          <a:p>
            <a:r>
              <a:rPr lang="en-US" dirty="0"/>
              <a:t>Short Circuit Logic</a:t>
            </a:r>
            <a:endParaRPr lang="en-ZA" dirty="0"/>
          </a:p>
        </p:txBody>
      </p:sp>
      <p:sp>
        <p:nvSpPr>
          <p:cNvPr id="3" name="Content Placeholder 2">
            <a:extLst>
              <a:ext uri="{FF2B5EF4-FFF2-40B4-BE49-F238E27FC236}">
                <a16:creationId xmlns:a16="http://schemas.microsoft.com/office/drawing/2014/main" id="{0A754D73-E8BE-5D40-621D-A2B7DFFA001F}"/>
              </a:ext>
            </a:extLst>
          </p:cNvPr>
          <p:cNvSpPr>
            <a:spLocks noGrp="1"/>
          </p:cNvSpPr>
          <p:nvPr>
            <p:ph type="body" sz="quarter" idx="13"/>
          </p:nvPr>
        </p:nvSpPr>
        <p:spPr/>
        <p:txBody>
          <a:bodyPr/>
          <a:lstStyle/>
          <a:p>
            <a:r>
              <a:rPr lang="en-US" dirty="0"/>
              <a:t>Cases where the program does not need to evaluate all parts of a condition to determine the final result.</a:t>
            </a:r>
          </a:p>
          <a:p>
            <a:endParaRPr lang="en-ZA" dirty="0"/>
          </a:p>
        </p:txBody>
      </p:sp>
    </p:spTree>
    <p:extLst>
      <p:ext uri="{BB962C8B-B14F-4D97-AF65-F5344CB8AC3E}">
        <p14:creationId xmlns:p14="http://schemas.microsoft.com/office/powerpoint/2010/main" val="3535937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5FB56-3788-3C8E-5A46-9C22FE353F77}"/>
              </a:ext>
            </a:extLst>
          </p:cNvPr>
          <p:cNvSpPr>
            <a:spLocks noGrp="1"/>
          </p:cNvSpPr>
          <p:nvPr>
            <p:ph type="title"/>
          </p:nvPr>
        </p:nvSpPr>
        <p:spPr/>
        <p:txBody>
          <a:bodyPr/>
          <a:lstStyle/>
          <a:p>
            <a:r>
              <a:rPr lang="en-US" dirty="0"/>
              <a:t>Example: Short circuit evaluation</a:t>
            </a:r>
            <a:endParaRPr lang="en-ZA" dirty="0"/>
          </a:p>
        </p:txBody>
      </p:sp>
      <p:pic>
        <p:nvPicPr>
          <p:cNvPr id="5" name="Content Placeholder 4">
            <a:extLst>
              <a:ext uri="{FF2B5EF4-FFF2-40B4-BE49-F238E27FC236}">
                <a16:creationId xmlns:a16="http://schemas.microsoft.com/office/drawing/2014/main" id="{F5430990-007D-249F-515F-18D1FF143E20}"/>
              </a:ext>
            </a:extLst>
          </p:cNvPr>
          <p:cNvPicPr>
            <a:picLocks noGrp="1" noChangeAspect="1"/>
          </p:cNvPicPr>
          <p:nvPr>
            <p:ph idx="4294967295"/>
          </p:nvPr>
        </p:nvPicPr>
        <p:blipFill>
          <a:blip r:embed="rId2"/>
          <a:stretch>
            <a:fillRect/>
          </a:stretch>
        </p:blipFill>
        <p:spPr>
          <a:xfrm>
            <a:off x="979714" y="1715623"/>
            <a:ext cx="7551738" cy="2874962"/>
          </a:xfrm>
          <a:prstGeom prst="rect">
            <a:avLst/>
          </a:prstGeom>
        </p:spPr>
      </p:pic>
      <p:sp>
        <p:nvSpPr>
          <p:cNvPr id="7" name="TextBox 6">
            <a:extLst>
              <a:ext uri="{FF2B5EF4-FFF2-40B4-BE49-F238E27FC236}">
                <a16:creationId xmlns:a16="http://schemas.microsoft.com/office/drawing/2014/main" id="{6FA6F53B-7679-94B4-D896-8BF8B5D00A73}"/>
              </a:ext>
            </a:extLst>
          </p:cNvPr>
          <p:cNvSpPr txBox="1"/>
          <p:nvPr/>
        </p:nvSpPr>
        <p:spPr>
          <a:xfrm>
            <a:off x="979714" y="4981192"/>
            <a:ext cx="10058399" cy="646331"/>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 Division by 0 will never happen in this code because Python, and most programming languages, uses short-circuit logic.</a:t>
            </a:r>
            <a:endParaRPr lang="en-ZA" dirty="0"/>
          </a:p>
        </p:txBody>
      </p:sp>
    </p:spTree>
    <p:extLst>
      <p:ext uri="{BB962C8B-B14F-4D97-AF65-F5344CB8AC3E}">
        <p14:creationId xmlns:p14="http://schemas.microsoft.com/office/powerpoint/2010/main" val="3181668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584BB-FE71-5C49-7C27-431C4F7F7C50}"/>
              </a:ext>
            </a:extLst>
          </p:cNvPr>
          <p:cNvSpPr>
            <a:spLocks noGrp="1"/>
          </p:cNvSpPr>
          <p:nvPr>
            <p:ph type="title"/>
          </p:nvPr>
        </p:nvSpPr>
        <p:spPr/>
        <p:txBody>
          <a:bodyPr/>
          <a:lstStyle/>
          <a:p>
            <a:r>
              <a:rPr lang="en-US" dirty="0"/>
              <a:t>Comparing Floats</a:t>
            </a:r>
            <a:endParaRPr lang="en-ZA" dirty="0"/>
          </a:p>
        </p:txBody>
      </p:sp>
      <p:sp>
        <p:nvSpPr>
          <p:cNvPr id="3" name="Content Placeholder 2">
            <a:extLst>
              <a:ext uri="{FF2B5EF4-FFF2-40B4-BE49-F238E27FC236}">
                <a16:creationId xmlns:a16="http://schemas.microsoft.com/office/drawing/2014/main" id="{0A15C617-B027-FAA0-2391-FD2EA9A91C46}"/>
              </a:ext>
            </a:extLst>
          </p:cNvPr>
          <p:cNvSpPr>
            <a:spLocks noGrp="1"/>
          </p:cNvSpPr>
          <p:nvPr>
            <p:ph type="body" sz="quarter" idx="13"/>
          </p:nvPr>
        </p:nvSpPr>
        <p:spPr/>
        <p:txBody>
          <a:bodyPr/>
          <a:lstStyle/>
          <a:p>
            <a:r>
              <a:rPr lang="en-US" dirty="0"/>
              <a:t>Floats are stored using 8 bytes (64 bits)</a:t>
            </a:r>
          </a:p>
          <a:p>
            <a:r>
              <a:rPr lang="en-US" dirty="0"/>
              <a:t>Floats are approximations, not exact values</a:t>
            </a:r>
          </a:p>
          <a:p>
            <a:r>
              <a:rPr lang="en-US" dirty="0"/>
              <a:t>This leads to round-off errors</a:t>
            </a:r>
          </a:p>
          <a:p>
            <a:r>
              <a:rPr lang="en-US" dirty="0"/>
              <a:t>Errors are usually very small and acceptable</a:t>
            </a:r>
          </a:p>
          <a:p>
            <a:r>
              <a:rPr lang="en-US" dirty="0"/>
              <a:t>Comparing floats using == can be unreliable</a:t>
            </a:r>
          </a:p>
          <a:p>
            <a:r>
              <a:rPr lang="en-US" dirty="0"/>
              <a:t>Two values that should be equal may differ slightly</a:t>
            </a:r>
            <a:endParaRPr lang="en-ZA" dirty="0"/>
          </a:p>
        </p:txBody>
      </p:sp>
    </p:spTree>
    <p:extLst>
      <p:ext uri="{BB962C8B-B14F-4D97-AF65-F5344CB8AC3E}">
        <p14:creationId xmlns:p14="http://schemas.microsoft.com/office/powerpoint/2010/main" val="3022514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CC7C-F115-2954-B3D1-B8788A25FADF}"/>
              </a:ext>
            </a:extLst>
          </p:cNvPr>
          <p:cNvSpPr>
            <a:spLocks noGrp="1"/>
          </p:cNvSpPr>
          <p:nvPr>
            <p:ph type="title"/>
          </p:nvPr>
        </p:nvSpPr>
        <p:spPr/>
        <p:txBody>
          <a:bodyPr/>
          <a:lstStyle/>
          <a:p>
            <a:r>
              <a:rPr lang="en-US" dirty="0"/>
              <a:t>Comparing floats: Example</a:t>
            </a:r>
            <a:endParaRPr lang="en-ZA" dirty="0"/>
          </a:p>
        </p:txBody>
      </p:sp>
      <p:sp>
        <p:nvSpPr>
          <p:cNvPr id="3" name="Text Placeholder 2">
            <a:extLst>
              <a:ext uri="{FF2B5EF4-FFF2-40B4-BE49-F238E27FC236}">
                <a16:creationId xmlns:a16="http://schemas.microsoft.com/office/drawing/2014/main" id="{E0F31815-38FD-407B-4120-C14527BD6BFA}"/>
              </a:ext>
            </a:extLst>
          </p:cNvPr>
          <p:cNvSpPr>
            <a:spLocks noGrp="1"/>
          </p:cNvSpPr>
          <p:nvPr>
            <p:ph type="body" sz="quarter" idx="16"/>
          </p:nvPr>
        </p:nvSpPr>
        <p:spPr>
          <a:xfrm>
            <a:off x="1054450" y="1809908"/>
            <a:ext cx="5433435" cy="3444260"/>
          </a:xfrm>
        </p:spPr>
        <p:txBody>
          <a:bodyPr/>
          <a:lstStyle/>
          <a:p>
            <a:pPr marL="285750" indent="-285750">
              <a:buFont typeface="Arial" panose="020B0604020202020204" pitchFamily="34" charset="0"/>
              <a:buChar char="•"/>
            </a:pPr>
            <a:r>
              <a:rPr lang="en-US" dirty="0"/>
              <a:t>Floats are </a:t>
            </a:r>
            <a:r>
              <a:rPr lang="en-US" b="1" dirty="0"/>
              <a:t>approximations</a:t>
            </a:r>
            <a:r>
              <a:rPr lang="en-US" dirty="0"/>
              <a:t>, not exact values </a:t>
            </a:r>
          </a:p>
          <a:p>
            <a:pPr marL="285750" indent="-285750">
              <a:buFont typeface="Arial" panose="020B0604020202020204" pitchFamily="34" charset="0"/>
              <a:buChar char="•"/>
            </a:pPr>
            <a:r>
              <a:rPr lang="en-US" dirty="0"/>
              <a:t>Direct comparison can give unexpected results </a:t>
            </a:r>
          </a:p>
          <a:p>
            <a:pPr marL="285750" indent="-285750">
              <a:buFont typeface="Arial" panose="020B0604020202020204" pitchFamily="34" charset="0"/>
              <a:buChar char="•"/>
            </a:pPr>
            <a:r>
              <a:rPr lang="en-US" b="1" dirty="0"/>
              <a:t>Example (Incorrect):</a:t>
            </a:r>
            <a:endParaRPr lang="en-US" dirty="0"/>
          </a:p>
          <a:p>
            <a:pPr marL="552450" lvl="2" indent="0">
              <a:buNone/>
            </a:pPr>
            <a:r>
              <a:rPr lang="en-US" dirty="0">
                <a:solidFill>
                  <a:schemeClr val="accent1">
                    <a:lumMod val="75000"/>
                  </a:schemeClr>
                </a:solidFill>
              </a:rPr>
              <a:t>x = 0.1 + 0.2</a:t>
            </a:r>
            <a:br>
              <a:rPr lang="en-US" dirty="0">
                <a:solidFill>
                  <a:schemeClr val="tx1"/>
                </a:solidFill>
              </a:rPr>
            </a:br>
            <a:r>
              <a:rPr lang="en-US" dirty="0">
                <a:solidFill>
                  <a:schemeClr val="accent1">
                    <a:lumMod val="75000"/>
                  </a:schemeClr>
                </a:solidFill>
              </a:rPr>
              <a:t>y = 0.3</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print(x == y)   # False</a:t>
            </a:r>
          </a:p>
          <a:p>
            <a:pPr marL="285750" indent="-285750">
              <a:buFont typeface="Arial" panose="020B0604020202020204" pitchFamily="34" charset="0"/>
              <a:buChar char="•"/>
            </a:pPr>
            <a:r>
              <a:rPr lang="en-US" dirty="0"/>
              <a:t>Even though mathematically they are equal, Python returns </a:t>
            </a:r>
            <a:r>
              <a:rPr lang="en-US" b="1" dirty="0"/>
              <a:t>False</a:t>
            </a:r>
            <a:endParaRPr lang="en-US" dirty="0"/>
          </a:p>
          <a:p>
            <a:endParaRPr lang="en-ZA" dirty="0"/>
          </a:p>
        </p:txBody>
      </p:sp>
      <p:sp>
        <p:nvSpPr>
          <p:cNvPr id="5" name="Text Placeholder 4">
            <a:extLst>
              <a:ext uri="{FF2B5EF4-FFF2-40B4-BE49-F238E27FC236}">
                <a16:creationId xmlns:a16="http://schemas.microsoft.com/office/drawing/2014/main" id="{57CF3B99-5C90-E53E-D8F1-267B011416AD}"/>
              </a:ext>
            </a:extLst>
          </p:cNvPr>
          <p:cNvSpPr>
            <a:spLocks noGrp="1"/>
          </p:cNvSpPr>
          <p:nvPr>
            <p:ph type="body" sz="quarter" idx="18"/>
          </p:nvPr>
        </p:nvSpPr>
        <p:spPr>
          <a:xfrm>
            <a:off x="6650728" y="1706870"/>
            <a:ext cx="4486822" cy="3444260"/>
          </a:xfrm>
        </p:spPr>
        <p:txBody>
          <a:bodyPr>
            <a:normAutofit/>
          </a:bodyPr>
          <a:lstStyle/>
          <a:p>
            <a:pPr marL="285750" indent="-285750">
              <a:buFont typeface="Arial" panose="020B0604020202020204" pitchFamily="34" charset="0"/>
              <a:buChar char="•"/>
            </a:pPr>
            <a:r>
              <a:rPr lang="en-US" dirty="0"/>
              <a:t>Correct Example:</a:t>
            </a:r>
          </a:p>
          <a:p>
            <a:pPr marL="285750" indent="-285750">
              <a:buFont typeface="Arial" panose="020B0604020202020204" pitchFamily="34" charset="0"/>
              <a:buChar char="•"/>
            </a:pPr>
            <a:r>
              <a:rPr lang="en-US" dirty="0"/>
              <a:t>Compare using a </a:t>
            </a:r>
            <a:r>
              <a:rPr lang="en-US" b="1" dirty="0"/>
              <a:t>small tolerance (epsilon)</a:t>
            </a:r>
            <a:r>
              <a:rPr lang="en-US" dirty="0"/>
              <a:t> </a:t>
            </a:r>
          </a:p>
          <a:p>
            <a:pPr lvl="2" indent="0">
              <a:buNone/>
            </a:pPr>
            <a:r>
              <a:rPr lang="en-US" dirty="0">
                <a:solidFill>
                  <a:schemeClr val="accent1">
                    <a:lumMod val="75000"/>
                  </a:schemeClr>
                </a:solidFill>
              </a:rPr>
              <a:t>x = 0.1 + 0.2</a:t>
            </a:r>
            <a:br>
              <a:rPr lang="en-US" dirty="0">
                <a:solidFill>
                  <a:schemeClr val="accent1">
                    <a:lumMod val="75000"/>
                  </a:schemeClr>
                </a:solidFill>
              </a:rPr>
            </a:br>
            <a:r>
              <a:rPr lang="en-US" dirty="0">
                <a:solidFill>
                  <a:schemeClr val="accent1">
                    <a:lumMod val="75000"/>
                  </a:schemeClr>
                </a:solidFill>
              </a:rPr>
              <a:t>y = 0.3</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print(abs(x - y) &lt; 0.0001)   # True</a:t>
            </a:r>
            <a:br>
              <a:rPr lang="en-US" dirty="0"/>
            </a:br>
            <a:endParaRPr lang="en-US" dirty="0"/>
          </a:p>
          <a:p>
            <a:pPr marL="285750" indent="-285750">
              <a:buFont typeface="Arial" panose="020B0604020202020204" pitchFamily="34" charset="0"/>
              <a:buChar char="•"/>
            </a:pPr>
            <a:r>
              <a:rPr lang="en-US" b="1" dirty="0"/>
              <a:t>Key Point:</a:t>
            </a:r>
            <a:br>
              <a:rPr lang="en-US" dirty="0"/>
            </a:br>
            <a:r>
              <a:rPr lang="en-US" dirty="0"/>
              <a:t>Always compare floats using a </a:t>
            </a:r>
            <a:r>
              <a:rPr lang="en-US" b="1" dirty="0"/>
              <a:t>tolerance</a:t>
            </a:r>
            <a:r>
              <a:rPr lang="en-US" dirty="0"/>
              <a:t>, not ==</a:t>
            </a:r>
          </a:p>
          <a:p>
            <a:endParaRPr lang="en-ZA" dirty="0"/>
          </a:p>
        </p:txBody>
      </p:sp>
    </p:spTree>
    <p:extLst>
      <p:ext uri="{BB962C8B-B14F-4D97-AF65-F5344CB8AC3E}">
        <p14:creationId xmlns:p14="http://schemas.microsoft.com/office/powerpoint/2010/main" val="1913276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44E53-3B98-089E-1392-C99483717615}"/>
              </a:ext>
            </a:extLst>
          </p:cNvPr>
          <p:cNvSpPr>
            <a:spLocks noGrp="1"/>
          </p:cNvSpPr>
          <p:nvPr>
            <p:ph type="title"/>
          </p:nvPr>
        </p:nvSpPr>
        <p:spPr/>
        <p:txBody>
          <a:bodyPr/>
          <a:lstStyle/>
          <a:p>
            <a:r>
              <a:rPr lang="en-US" dirty="0"/>
              <a:t>Exception Handling</a:t>
            </a:r>
            <a:endParaRPr lang="en-ZA" dirty="0"/>
          </a:p>
        </p:txBody>
      </p:sp>
      <p:sp>
        <p:nvSpPr>
          <p:cNvPr id="3" name="Content Placeholder 2">
            <a:extLst>
              <a:ext uri="{FF2B5EF4-FFF2-40B4-BE49-F238E27FC236}">
                <a16:creationId xmlns:a16="http://schemas.microsoft.com/office/drawing/2014/main" id="{102E8432-9EF6-D9B5-7308-BA8F5BCA05C2}"/>
              </a:ext>
            </a:extLst>
          </p:cNvPr>
          <p:cNvSpPr>
            <a:spLocks noGrp="1"/>
          </p:cNvSpPr>
          <p:nvPr>
            <p:ph type="body" sz="quarter" idx="13"/>
          </p:nvPr>
        </p:nvSpPr>
        <p:spPr/>
        <p:txBody>
          <a:bodyPr/>
          <a:lstStyle/>
          <a:p>
            <a:r>
              <a:rPr lang="en-US" dirty="0"/>
              <a:t>Sometimes programs encounter errors at runtime</a:t>
            </a:r>
          </a:p>
          <a:p>
            <a:r>
              <a:rPr lang="en-US" dirty="0"/>
              <a:t>These errors may be outside the programmer’s control</a:t>
            </a:r>
          </a:p>
          <a:p>
            <a:pPr lvl="1"/>
            <a:r>
              <a:rPr lang="en-US" dirty="0"/>
              <a:t>Example: invalid user input</a:t>
            </a:r>
          </a:p>
          <a:p>
            <a:r>
              <a:rPr lang="en-US" dirty="0"/>
              <a:t>Exception handling:</a:t>
            </a:r>
          </a:p>
          <a:p>
            <a:pPr lvl="1"/>
            <a:r>
              <a:rPr lang="en-US" dirty="0"/>
              <a:t>A way to handle errors gracefully</a:t>
            </a:r>
          </a:p>
          <a:p>
            <a:pPr lvl="1"/>
            <a:r>
              <a:rPr lang="en-US" dirty="0"/>
              <a:t>Prevents the program from crashing</a:t>
            </a:r>
          </a:p>
          <a:p>
            <a:pPr lvl="1"/>
            <a:r>
              <a:rPr lang="en-US" dirty="0"/>
              <a:t>Allows the program to continue running</a:t>
            </a:r>
          </a:p>
        </p:txBody>
      </p:sp>
    </p:spTree>
    <p:extLst>
      <p:ext uri="{BB962C8B-B14F-4D97-AF65-F5344CB8AC3E}">
        <p14:creationId xmlns:p14="http://schemas.microsoft.com/office/powerpoint/2010/main" val="299276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417D-7A24-3EBD-4944-B2D9C59D12A3}"/>
              </a:ext>
            </a:extLst>
          </p:cNvPr>
          <p:cNvSpPr>
            <a:spLocks noGrp="1"/>
          </p:cNvSpPr>
          <p:nvPr>
            <p:ph type="title"/>
          </p:nvPr>
        </p:nvSpPr>
        <p:spPr/>
        <p:txBody>
          <a:bodyPr/>
          <a:lstStyle/>
          <a:p>
            <a:r>
              <a:rPr lang="en-US" dirty="0"/>
              <a:t>Basic structure Exception Handling</a:t>
            </a:r>
            <a:endParaRPr lang="en-ZA" dirty="0"/>
          </a:p>
        </p:txBody>
      </p:sp>
      <p:sp>
        <p:nvSpPr>
          <p:cNvPr id="3" name="Content Placeholder 2">
            <a:extLst>
              <a:ext uri="{FF2B5EF4-FFF2-40B4-BE49-F238E27FC236}">
                <a16:creationId xmlns:a16="http://schemas.microsoft.com/office/drawing/2014/main" id="{3501E9FA-77E4-5B4C-C2BE-7A34FD9021CC}"/>
              </a:ext>
            </a:extLst>
          </p:cNvPr>
          <p:cNvSpPr>
            <a:spLocks noGrp="1"/>
          </p:cNvSpPr>
          <p:nvPr>
            <p:ph type="body" sz="quarter" idx="16"/>
          </p:nvPr>
        </p:nvSpPr>
        <p:spPr>
          <a:xfrm>
            <a:off x="1609178" y="1914900"/>
            <a:ext cx="4486822" cy="3444260"/>
          </a:xfrm>
        </p:spPr>
        <p:txBody>
          <a:bodyPr/>
          <a:lstStyle/>
          <a:p>
            <a:pPr marL="0" indent="0">
              <a:buNone/>
            </a:pPr>
            <a:r>
              <a:rPr lang="en-US" dirty="0"/>
              <a:t>try:</a:t>
            </a:r>
          </a:p>
          <a:p>
            <a:pPr marL="0" indent="0">
              <a:buNone/>
            </a:pPr>
            <a:r>
              <a:rPr lang="en-US" dirty="0"/>
              <a:t>    </a:t>
            </a:r>
            <a:r>
              <a:rPr lang="en-US" sz="2400" dirty="0"/>
              <a:t># code that may cause an error</a:t>
            </a:r>
          </a:p>
          <a:p>
            <a:pPr marL="0" indent="0">
              <a:buNone/>
            </a:pPr>
            <a:r>
              <a:rPr lang="en-US" dirty="0"/>
              <a:t>except:</a:t>
            </a:r>
          </a:p>
          <a:p>
            <a:pPr marL="0" indent="0">
              <a:buNone/>
            </a:pPr>
            <a:r>
              <a:rPr lang="en-US" dirty="0"/>
              <a:t>    </a:t>
            </a:r>
            <a:r>
              <a:rPr lang="en-US" sz="2400" dirty="0"/>
              <a:t># code that handles the error</a:t>
            </a:r>
            <a:endParaRPr lang="en-ZA" sz="2400" dirty="0"/>
          </a:p>
        </p:txBody>
      </p:sp>
      <p:sp>
        <p:nvSpPr>
          <p:cNvPr id="9" name="Content Placeholder 3">
            <a:extLst>
              <a:ext uri="{FF2B5EF4-FFF2-40B4-BE49-F238E27FC236}">
                <a16:creationId xmlns:a16="http://schemas.microsoft.com/office/drawing/2014/main" id="{595811C4-A330-4395-3EB0-2CE17D5A992C}"/>
              </a:ext>
            </a:extLst>
          </p:cNvPr>
          <p:cNvSpPr>
            <a:spLocks noGrp="1"/>
          </p:cNvSpPr>
          <p:nvPr>
            <p:ph type="body" sz="quarter" idx="18"/>
          </p:nvPr>
        </p:nvSpPr>
        <p:spPr>
          <a:xfrm>
            <a:off x="6776131" y="1914900"/>
            <a:ext cx="4486275" cy="3444875"/>
          </a:xfrm>
        </p:spPr>
        <p:txBody>
          <a:bodyPr>
            <a:normAutofit/>
          </a:bodyPr>
          <a:lstStyle/>
          <a:p>
            <a:pPr marL="0" indent="0">
              <a:buNone/>
            </a:pPr>
            <a:r>
              <a:rPr lang="en-US" dirty="0"/>
              <a:t>try:</a:t>
            </a:r>
          </a:p>
          <a:p>
            <a:pPr marL="0" indent="0">
              <a:buNone/>
            </a:pPr>
            <a:r>
              <a:rPr lang="en-US" dirty="0"/>
              <a:t>    number = int(input("Enter a number: "))</a:t>
            </a:r>
          </a:p>
          <a:p>
            <a:pPr marL="0" indent="0">
              <a:buNone/>
            </a:pPr>
            <a:r>
              <a:rPr lang="en-US" dirty="0"/>
              <a:t>    print("You entered:", number)</a:t>
            </a:r>
          </a:p>
          <a:p>
            <a:pPr marL="0" indent="0">
              <a:buNone/>
            </a:pPr>
            <a:r>
              <a:rPr lang="en-US" dirty="0"/>
              <a:t>except:</a:t>
            </a:r>
          </a:p>
          <a:p>
            <a:pPr marL="0" indent="0">
              <a:buNone/>
            </a:pPr>
            <a:r>
              <a:rPr lang="en-US" dirty="0"/>
              <a:t>    print("Invalid input! Please enter a valid number.")</a:t>
            </a:r>
            <a:endParaRPr lang="en-ZA" dirty="0"/>
          </a:p>
        </p:txBody>
      </p:sp>
    </p:spTree>
    <p:extLst>
      <p:ext uri="{BB962C8B-B14F-4D97-AF65-F5344CB8AC3E}">
        <p14:creationId xmlns:p14="http://schemas.microsoft.com/office/powerpoint/2010/main" val="211713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7FFC4-7DA6-AE80-DEA0-8D273834EF88}"/>
              </a:ext>
            </a:extLst>
          </p:cNvPr>
          <p:cNvSpPr>
            <a:spLocks noGrp="1"/>
          </p:cNvSpPr>
          <p:nvPr>
            <p:ph type="title"/>
          </p:nvPr>
        </p:nvSpPr>
        <p:spPr/>
        <p:txBody>
          <a:bodyPr/>
          <a:lstStyle/>
          <a:p>
            <a:r>
              <a:rPr lang="en-US" dirty="0"/>
              <a:t>Activity 1</a:t>
            </a:r>
            <a:endParaRPr lang="en-ZA" dirty="0"/>
          </a:p>
        </p:txBody>
      </p:sp>
      <p:sp>
        <p:nvSpPr>
          <p:cNvPr id="3" name="Content Placeholder 2">
            <a:extLst>
              <a:ext uri="{FF2B5EF4-FFF2-40B4-BE49-F238E27FC236}">
                <a16:creationId xmlns:a16="http://schemas.microsoft.com/office/drawing/2014/main" id="{94FEF3F4-CB23-EC83-7A99-CEEB0A82A4B0}"/>
              </a:ext>
            </a:extLst>
          </p:cNvPr>
          <p:cNvSpPr>
            <a:spLocks noGrp="1"/>
          </p:cNvSpPr>
          <p:nvPr>
            <p:ph type="body" sz="quarter" idx="13"/>
          </p:nvPr>
        </p:nvSpPr>
        <p:spPr/>
        <p:txBody>
          <a:bodyPr>
            <a:normAutofit fontScale="92500" lnSpcReduction="20000"/>
          </a:bodyPr>
          <a:lstStyle/>
          <a:p>
            <a:r>
              <a:rPr lang="en-US" dirty="0"/>
              <a:t>A program is used to determine whether a person is allowed to enter an event.</a:t>
            </a:r>
          </a:p>
          <a:p>
            <a:pPr marL="0" indent="0">
              <a:buNone/>
            </a:pPr>
            <a:endParaRPr lang="en-US" dirty="0"/>
          </a:p>
          <a:p>
            <a:pPr marL="457200" lvl="1" indent="0">
              <a:buNone/>
            </a:pPr>
            <a:r>
              <a:rPr lang="en-US" dirty="0"/>
              <a:t>A person is allowed entry if:</a:t>
            </a:r>
          </a:p>
          <a:p>
            <a:pPr marL="457200" lvl="1" indent="0">
              <a:buNone/>
            </a:pPr>
            <a:r>
              <a:rPr lang="en-US" dirty="0"/>
              <a:t>They are </a:t>
            </a:r>
            <a:r>
              <a:rPr lang="en-US" b="1" dirty="0"/>
              <a:t>18 years or older</a:t>
            </a:r>
            <a:r>
              <a:rPr lang="en-US" dirty="0"/>
              <a:t> </a:t>
            </a:r>
            <a:br>
              <a:rPr lang="en-US" dirty="0"/>
            </a:br>
            <a:endParaRPr lang="en-US" dirty="0"/>
          </a:p>
          <a:p>
            <a:pPr marL="514350" indent="-514350">
              <a:buFont typeface="+mj-lt"/>
              <a:buAutoNum type="alphaLcParenR"/>
            </a:pPr>
            <a:r>
              <a:rPr lang="en-US" sz="2100" b="1" dirty="0"/>
              <a:t> Write pseudocode to determine if a person is allowed entry. </a:t>
            </a:r>
            <a:br>
              <a:rPr lang="en-US" sz="2100" dirty="0"/>
            </a:br>
            <a:endParaRPr lang="en-US" sz="2100" dirty="0"/>
          </a:p>
          <a:p>
            <a:pPr marL="514350" indent="-514350">
              <a:buFont typeface="+mj-lt"/>
              <a:buAutoNum type="alphaLcParenR"/>
            </a:pPr>
            <a:r>
              <a:rPr lang="en-US" sz="2100" b="1" dirty="0"/>
              <a:t>Write a Python program that implements this logic.</a:t>
            </a:r>
            <a:br>
              <a:rPr lang="en-US" sz="2100" dirty="0"/>
            </a:br>
            <a:endParaRPr lang="en-US" sz="2100" dirty="0"/>
          </a:p>
          <a:p>
            <a:pPr marL="514350" indent="-514350">
              <a:buFont typeface="+mj-lt"/>
              <a:buAutoNum type="alphaLcParenR"/>
            </a:pPr>
            <a:r>
              <a:rPr lang="en-US" sz="2100" b="1" dirty="0"/>
              <a:t>What output will be produced for the following ages:</a:t>
            </a:r>
          </a:p>
          <a:p>
            <a:pPr marL="666750" lvl="2" indent="0">
              <a:buNone/>
            </a:pPr>
            <a:r>
              <a:rPr lang="en-US" dirty="0" err="1"/>
              <a:t>i</a:t>
            </a:r>
            <a:r>
              <a:rPr lang="en-US" dirty="0"/>
              <a:t>) 20</a:t>
            </a:r>
            <a:br>
              <a:rPr lang="en-US" dirty="0"/>
            </a:br>
            <a:r>
              <a:rPr lang="en-US" dirty="0"/>
              <a:t>ii) 17</a:t>
            </a:r>
          </a:p>
          <a:p>
            <a:endParaRPr lang="en-ZA" dirty="0"/>
          </a:p>
        </p:txBody>
      </p:sp>
    </p:spTree>
    <p:extLst>
      <p:ext uri="{BB962C8B-B14F-4D97-AF65-F5344CB8AC3E}">
        <p14:creationId xmlns:p14="http://schemas.microsoft.com/office/powerpoint/2010/main" val="3562090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588C1-E114-FE7A-6287-56EBAA6C6B4D}"/>
              </a:ext>
            </a:extLst>
          </p:cNvPr>
          <p:cNvSpPr>
            <a:spLocks noGrp="1"/>
          </p:cNvSpPr>
          <p:nvPr>
            <p:ph type="title"/>
          </p:nvPr>
        </p:nvSpPr>
        <p:spPr/>
        <p:txBody>
          <a:bodyPr/>
          <a:lstStyle/>
          <a:p>
            <a:r>
              <a:rPr lang="en-US" dirty="0"/>
              <a:t>Activity  2</a:t>
            </a:r>
            <a:endParaRPr lang="en-ZA" dirty="0"/>
          </a:p>
        </p:txBody>
      </p:sp>
      <p:sp>
        <p:nvSpPr>
          <p:cNvPr id="3" name="Content Placeholder 2">
            <a:extLst>
              <a:ext uri="{FF2B5EF4-FFF2-40B4-BE49-F238E27FC236}">
                <a16:creationId xmlns:a16="http://schemas.microsoft.com/office/drawing/2014/main" id="{A19D0A35-3D4F-4897-D2A8-B8A00A954571}"/>
              </a:ext>
            </a:extLst>
          </p:cNvPr>
          <p:cNvSpPr>
            <a:spLocks noGrp="1"/>
          </p:cNvSpPr>
          <p:nvPr>
            <p:ph type="body" sz="quarter" idx="13"/>
          </p:nvPr>
        </p:nvSpPr>
        <p:spPr/>
        <p:txBody>
          <a:bodyPr>
            <a:normAutofit/>
          </a:bodyPr>
          <a:lstStyle/>
          <a:p>
            <a:r>
              <a:rPr lang="en-US" dirty="0"/>
              <a:t>A program asks a user to enter a number and then displays the result.</a:t>
            </a:r>
          </a:p>
          <a:p>
            <a:pPr marL="457200" lvl="1" indent="0">
              <a:buNone/>
            </a:pPr>
            <a:r>
              <a:rPr lang="en-US" dirty="0"/>
              <a:t>number = int(input("Enter a number: "))</a:t>
            </a:r>
            <a:br>
              <a:rPr lang="en-US" dirty="0"/>
            </a:br>
            <a:r>
              <a:rPr lang="en-US" dirty="0"/>
              <a:t>print("You entered:", number)</a:t>
            </a:r>
          </a:p>
          <a:p>
            <a:pPr marL="514350" indent="-514350">
              <a:buFont typeface="+mj-lt"/>
              <a:buAutoNum type="alphaLcParenR"/>
            </a:pPr>
            <a:r>
              <a:rPr lang="en-US" sz="2000" dirty="0"/>
              <a:t>What error will occur if the user enters "</a:t>
            </a:r>
            <a:r>
              <a:rPr lang="en-US" sz="2000" dirty="0" err="1"/>
              <a:t>abc</a:t>
            </a:r>
            <a:r>
              <a:rPr lang="en-US" sz="2000" dirty="0"/>
              <a:t>" instead of a number? </a:t>
            </a:r>
          </a:p>
          <a:p>
            <a:pPr marL="514350" indent="-514350">
              <a:buFont typeface="+mj-lt"/>
              <a:buAutoNum type="alphaLcParenR"/>
            </a:pPr>
            <a:r>
              <a:rPr lang="en-US" sz="2000" dirty="0"/>
              <a:t>Rewrite the program using a try-except statement to handle this error and display an appropriate message. </a:t>
            </a:r>
          </a:p>
          <a:p>
            <a:pPr marL="514350" indent="-514350">
              <a:buFont typeface="+mj-lt"/>
              <a:buAutoNum type="alphaLcParenR"/>
            </a:pPr>
            <a:r>
              <a:rPr lang="en-US" sz="2000" dirty="0"/>
              <a:t>Explain how the try-except statement improves the program. (2 marks)</a:t>
            </a:r>
          </a:p>
          <a:p>
            <a:endParaRPr lang="en-ZA" dirty="0"/>
          </a:p>
        </p:txBody>
      </p:sp>
    </p:spTree>
    <p:extLst>
      <p:ext uri="{BB962C8B-B14F-4D97-AF65-F5344CB8AC3E}">
        <p14:creationId xmlns:p14="http://schemas.microsoft.com/office/powerpoint/2010/main" val="1820185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E0B23-6EAD-F783-AB5F-EFBB2DF0398F}"/>
              </a:ext>
            </a:extLst>
          </p:cNvPr>
          <p:cNvSpPr>
            <a:spLocks noGrp="1"/>
          </p:cNvSpPr>
          <p:nvPr>
            <p:ph type="title"/>
          </p:nvPr>
        </p:nvSpPr>
        <p:spPr/>
        <p:txBody>
          <a:bodyPr/>
          <a:lstStyle/>
          <a:p>
            <a:r>
              <a:rPr lang="en-US" dirty="0"/>
              <a:t>Summary</a:t>
            </a:r>
            <a:endParaRPr lang="en-ZA" dirty="0"/>
          </a:p>
        </p:txBody>
      </p:sp>
      <p:sp>
        <p:nvSpPr>
          <p:cNvPr id="3" name="Content Placeholder 2">
            <a:extLst>
              <a:ext uri="{FF2B5EF4-FFF2-40B4-BE49-F238E27FC236}">
                <a16:creationId xmlns:a16="http://schemas.microsoft.com/office/drawing/2014/main" id="{5914A4C8-6F49-ACFE-EE84-1932AB980593}"/>
              </a:ext>
            </a:extLst>
          </p:cNvPr>
          <p:cNvSpPr>
            <a:spLocks noGrp="1"/>
          </p:cNvSpPr>
          <p:nvPr>
            <p:ph idx="1"/>
          </p:nvPr>
        </p:nvSpPr>
        <p:spPr/>
        <p:txBody>
          <a:bodyPr/>
          <a:lstStyle/>
          <a:p>
            <a:r>
              <a:rPr lang="en-US" dirty="0"/>
              <a:t>IF controls flow</a:t>
            </a:r>
          </a:p>
          <a:p>
            <a:r>
              <a:rPr lang="en-US" dirty="0"/>
              <a:t>Relational Operators compare values</a:t>
            </a:r>
          </a:p>
          <a:p>
            <a:r>
              <a:rPr lang="en-US" dirty="0"/>
              <a:t>Logical operators combine conditions</a:t>
            </a:r>
          </a:p>
          <a:p>
            <a:r>
              <a:rPr lang="en-US" dirty="0"/>
              <a:t>Try …except handles errors</a:t>
            </a:r>
          </a:p>
          <a:p>
            <a:endParaRPr lang="en-ZA" dirty="0"/>
          </a:p>
        </p:txBody>
      </p:sp>
    </p:spTree>
    <p:extLst>
      <p:ext uri="{BB962C8B-B14F-4D97-AF65-F5344CB8AC3E}">
        <p14:creationId xmlns:p14="http://schemas.microsoft.com/office/powerpoint/2010/main" val="1721999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Eduvos temp">
      <a:dk1>
        <a:sysClr val="windowText" lastClr="000000"/>
      </a:dk1>
      <a:lt1>
        <a:sysClr val="window" lastClr="FFFFFF"/>
      </a:lt1>
      <a:dk2>
        <a:srgbClr val="15305D"/>
      </a:dk2>
      <a:lt2>
        <a:srgbClr val="B48DFF"/>
      </a:lt2>
      <a:accent1>
        <a:srgbClr val="214FB1"/>
      </a:accent1>
      <a:accent2>
        <a:srgbClr val="1B4087"/>
      </a:accent2>
      <a:accent3>
        <a:srgbClr val="CFAD80"/>
      </a:accent3>
      <a:accent4>
        <a:srgbClr val="97B7FC"/>
      </a:accent4>
      <a:accent5>
        <a:srgbClr val="85BF3F"/>
      </a:accent5>
      <a:accent6>
        <a:srgbClr val="008545"/>
      </a:accent6>
      <a:hlink>
        <a:srgbClr val="85BF3F"/>
      </a:hlink>
      <a:folHlink>
        <a:srgbClr val="CFAD80"/>
      </a:folHlink>
    </a:clrScheme>
    <a:fontScheme name="eduvos light">
      <a:majorFont>
        <a:latin typeface="Larken Bold"/>
        <a:ea typeface=""/>
        <a:cs typeface=""/>
      </a:majorFont>
      <a:minorFont>
        <a:latin typeface="Cocogoose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Eduvos temp">
      <a:dk1>
        <a:sysClr val="windowText" lastClr="000000"/>
      </a:dk1>
      <a:lt1>
        <a:sysClr val="window" lastClr="FFFFFF"/>
      </a:lt1>
      <a:dk2>
        <a:srgbClr val="15305D"/>
      </a:dk2>
      <a:lt2>
        <a:srgbClr val="B48DFF"/>
      </a:lt2>
      <a:accent1>
        <a:srgbClr val="214FB1"/>
      </a:accent1>
      <a:accent2>
        <a:srgbClr val="1B4087"/>
      </a:accent2>
      <a:accent3>
        <a:srgbClr val="CFAD80"/>
      </a:accent3>
      <a:accent4>
        <a:srgbClr val="97B7FC"/>
      </a:accent4>
      <a:accent5>
        <a:srgbClr val="85BF3F"/>
      </a:accent5>
      <a:accent6>
        <a:srgbClr val="008545"/>
      </a:accent6>
      <a:hlink>
        <a:srgbClr val="85BF3F"/>
      </a:hlink>
      <a:folHlink>
        <a:srgbClr val="CFAD80"/>
      </a:folHlink>
    </a:clrScheme>
    <a:fontScheme name="eduvos light">
      <a:majorFont>
        <a:latin typeface="Larken Bold"/>
        <a:ea typeface=""/>
        <a:cs typeface=""/>
      </a:majorFont>
      <a:minorFont>
        <a:latin typeface="Cocogoose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Eduvos temp">
    <a:dk1>
      <a:sysClr val="windowText" lastClr="000000"/>
    </a:dk1>
    <a:lt1>
      <a:sysClr val="window" lastClr="FFFFFF"/>
    </a:lt1>
    <a:dk2>
      <a:srgbClr val="15305D"/>
    </a:dk2>
    <a:lt2>
      <a:srgbClr val="B48DFF"/>
    </a:lt2>
    <a:accent1>
      <a:srgbClr val="214FB1"/>
    </a:accent1>
    <a:accent2>
      <a:srgbClr val="1B4087"/>
    </a:accent2>
    <a:accent3>
      <a:srgbClr val="CFAD80"/>
    </a:accent3>
    <a:accent4>
      <a:srgbClr val="97B7FC"/>
    </a:accent4>
    <a:accent5>
      <a:srgbClr val="85BF3F"/>
    </a:accent5>
    <a:accent6>
      <a:srgbClr val="008545"/>
    </a:accent6>
    <a:hlink>
      <a:srgbClr val="85BF3F"/>
    </a:hlink>
    <a:folHlink>
      <a:srgbClr val="CFAD80"/>
    </a:folHlink>
  </a:clrScheme>
</a:themeOverride>
</file>

<file path=ppt/theme/themeOverride2.xml><?xml version="1.0" encoding="utf-8"?>
<a:themeOverride xmlns:a="http://schemas.openxmlformats.org/drawingml/2006/main">
  <a:clrScheme name="Eduvos temp">
    <a:dk1>
      <a:sysClr val="windowText" lastClr="000000"/>
    </a:dk1>
    <a:lt1>
      <a:sysClr val="window" lastClr="FFFFFF"/>
    </a:lt1>
    <a:dk2>
      <a:srgbClr val="15305D"/>
    </a:dk2>
    <a:lt2>
      <a:srgbClr val="B48DFF"/>
    </a:lt2>
    <a:accent1>
      <a:srgbClr val="214FB1"/>
    </a:accent1>
    <a:accent2>
      <a:srgbClr val="1B4087"/>
    </a:accent2>
    <a:accent3>
      <a:srgbClr val="CFAD80"/>
    </a:accent3>
    <a:accent4>
      <a:srgbClr val="97B7FC"/>
    </a:accent4>
    <a:accent5>
      <a:srgbClr val="85BF3F"/>
    </a:accent5>
    <a:accent6>
      <a:srgbClr val="008545"/>
    </a:accent6>
    <a:hlink>
      <a:srgbClr val="85BF3F"/>
    </a:hlink>
    <a:folHlink>
      <a:srgbClr val="CFAD80"/>
    </a:folHlink>
  </a:clrScheme>
</a:themeOverride>
</file>

<file path=docProps/app.xml><?xml version="1.0" encoding="utf-8"?>
<Properties xmlns="http://schemas.openxmlformats.org/officeDocument/2006/extended-properties" xmlns:vt="http://schemas.openxmlformats.org/officeDocument/2006/docPropsVTypes">
  <TotalTime>143</TotalTime>
  <Words>1551</Words>
  <Application>Microsoft Office PowerPoint</Application>
  <PresentationFormat>Widescreen</PresentationFormat>
  <Paragraphs>229</Paragraphs>
  <Slides>31</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31</vt:i4>
      </vt:variant>
    </vt:vector>
  </HeadingPairs>
  <TitlesOfParts>
    <vt:vector size="42" baseType="lpstr">
      <vt:lpstr>Aptos</vt:lpstr>
      <vt:lpstr>Aptos Display</vt:lpstr>
      <vt:lpstr>Arial</vt:lpstr>
      <vt:lpstr>CocogoosePro Light</vt:lpstr>
      <vt:lpstr>Courier New</vt:lpstr>
      <vt:lpstr>Larken Bold</vt:lpstr>
      <vt:lpstr>Open Sans</vt:lpstr>
      <vt:lpstr>Wingdings</vt:lpstr>
      <vt:lpstr>Office Theme</vt:lpstr>
      <vt:lpstr>1_Office Theme</vt:lpstr>
      <vt:lpstr>2_Office Theme</vt:lpstr>
      <vt:lpstr>PowerPoint Presentation</vt:lpstr>
      <vt:lpstr>PowerPoint Presentation</vt:lpstr>
      <vt:lpstr>Eduvos and the Flipped Classroom</vt:lpstr>
      <vt:lpstr>PowerPoint Presentation</vt:lpstr>
      <vt:lpstr>Introduction to decision making</vt:lpstr>
      <vt:lpstr>Boolean expression</vt:lpstr>
      <vt:lpstr>Selection Structures</vt:lpstr>
      <vt:lpstr>Python structure</vt:lpstr>
      <vt:lpstr>Example Selection Structure</vt:lpstr>
      <vt:lpstr>Relational Operators</vt:lpstr>
      <vt:lpstr>Relational operators:  Example 1</vt:lpstr>
      <vt:lpstr>Relational Operators: Example 2</vt:lpstr>
      <vt:lpstr>Nested IF</vt:lpstr>
      <vt:lpstr>Example Nested IF</vt:lpstr>
      <vt:lpstr>Nested IF: Grading Example</vt:lpstr>
      <vt:lpstr>Logical operators</vt:lpstr>
      <vt:lpstr>AND Operator</vt:lpstr>
      <vt:lpstr>OR Operator </vt:lpstr>
      <vt:lpstr>NOT Operator</vt:lpstr>
      <vt:lpstr>The Guess and Check Pattern</vt:lpstr>
      <vt:lpstr>The Guess and Check Pattern</vt:lpstr>
      <vt:lpstr>The Guess and Check Pattern: Example</vt:lpstr>
      <vt:lpstr>Short Circuit Logic</vt:lpstr>
      <vt:lpstr>Example: Short circuit evaluation</vt:lpstr>
      <vt:lpstr>Comparing Floats</vt:lpstr>
      <vt:lpstr>Comparing floats: Example</vt:lpstr>
      <vt:lpstr>Exception Handling</vt:lpstr>
      <vt:lpstr>Basic structure Exception Handling</vt:lpstr>
      <vt:lpstr>Activity 1</vt:lpstr>
      <vt:lpstr>Activity  2</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Faith Mutepfe</dc:creator>
  <cp:lastModifiedBy>Faith Mutepfe</cp:lastModifiedBy>
  <cp:revision>3</cp:revision>
  <dcterms:created xsi:type="dcterms:W3CDTF">2026-05-11T09:07:45Z</dcterms:created>
  <dcterms:modified xsi:type="dcterms:W3CDTF">2026-05-11T16:25:41Z</dcterms:modified>
</cp:coreProperties>
</file>