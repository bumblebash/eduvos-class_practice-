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comments/modernComment_137_79881A5D.xml" ContentType="application/vnd.ms-powerpoint.comments+xml"/>
  <Override PartName="/ppt/comments/modernComment_138_FDDBD49A.xml" ContentType="application/vnd.ms-powerpoint.comments+xml"/>
  <Override PartName="/ppt/comments/modernComment_167_D17BB4F7.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311" r:id="rId2"/>
    <p:sldId id="312" r:id="rId3"/>
    <p:sldId id="358" r:id="rId4"/>
    <p:sldId id="359" r:id="rId5"/>
    <p:sldId id="257" r:id="rId6"/>
    <p:sldId id="258" r:id="rId7"/>
    <p:sldId id="259" r:id="rId8"/>
    <p:sldId id="260" r:id="rId9"/>
    <p:sldId id="261" r:id="rId10"/>
    <p:sldId id="262" r:id="rId11"/>
    <p:sldId id="263" r:id="rId12"/>
    <p:sldId id="265" r:id="rId13"/>
    <p:sldId id="266" r:id="rId14"/>
    <p:sldId id="267" r:id="rId15"/>
    <p:sldId id="268" r:id="rId16"/>
    <p:sldId id="360" r:id="rId17"/>
    <p:sldId id="264" r:id="rId18"/>
    <p:sldId id="270" r:id="rId19"/>
    <p:sldId id="271" r:id="rId20"/>
    <p:sldId id="272" r:id="rId21"/>
    <p:sldId id="273" r:id="rId22"/>
    <p:sldId id="276" r:id="rId23"/>
    <p:sldId id="274" r:id="rId24"/>
    <p:sldId id="277" r:id="rId25"/>
    <p:sldId id="279" r:id="rId26"/>
    <p:sldId id="280" r:id="rId27"/>
    <p:sldId id="278" r:id="rId28"/>
    <p:sldId id="281" r:id="rId29"/>
    <p:sldId id="282" r:id="rId30"/>
    <p:sldId id="283" r:id="rId31"/>
    <p:sldId id="361" r:id="rId32"/>
    <p:sldId id="284" r:id="rId33"/>
    <p:sldId id="285" r:id="rId34"/>
    <p:sldId id="286" r:id="rId35"/>
    <p:sldId id="287" r:id="rId36"/>
    <p:sldId id="288" r:id="rId37"/>
    <p:sldId id="289" r:id="rId38"/>
    <p:sldId id="290" r:id="rId39"/>
    <p:sldId id="291" r:id="rId40"/>
    <p:sldId id="292" r:id="rId41"/>
    <p:sldId id="293" r:id="rId42"/>
    <p:sldId id="295" r:id="rId43"/>
    <p:sldId id="296" r:id="rId44"/>
    <p:sldId id="297" r:id="rId45"/>
    <p:sldId id="298" r:id="rId46"/>
    <p:sldId id="362" r:id="rId47"/>
    <p:sldId id="299" r:id="rId48"/>
    <p:sldId id="294" r:id="rId49"/>
    <p:sldId id="300" r:id="rId50"/>
    <p:sldId id="302" r:id="rId51"/>
    <p:sldId id="303" r:id="rId52"/>
    <p:sldId id="304" r:id="rId53"/>
    <p:sldId id="305" r:id="rId54"/>
    <p:sldId id="306" r:id="rId55"/>
    <p:sldId id="307" r:id="rId56"/>
    <p:sldId id="310" r:id="rId57"/>
    <p:sldId id="308" r:id="rId58"/>
    <p:sldId id="309" r:id="rId59"/>
    <p:sldId id="363"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52F9B9B-96ED-1159-D443-3D543B05FC02}" name="Ricky Dunningham" initials="RD" userId="S::richard.dunningham@eduvos.com::a3fc4bdd-6897-4a69-beba-491c7b5405b3" providerId="AD"/>
  <p188:author id="{1A3189A1-3655-B6D5-D14A-98AD48D3786A}" name="Denise Wilson" initials="DW" userId="S::denise.wilson@eduvos.com::7939129f-fc71-4fda-b9a4-c630b5727704"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8/10/relationships/authors" Target="author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37_79881A5D.xml><?xml version="1.0" encoding="utf-8"?>
<p188:cmLst xmlns:a="http://schemas.openxmlformats.org/drawingml/2006/main" xmlns:r="http://schemas.openxmlformats.org/officeDocument/2006/relationships" xmlns:p188="http://schemas.microsoft.com/office/powerpoint/2018/8/main">
  <p188:cm id="{D2691E12-8446-42E4-B9BF-9197B25E8C3F}" authorId="{E52F9B9B-96ED-1159-D443-3D543B05FC02}" created="2024-12-06T11:36:30.949">
    <pc:sldMkLst xmlns:pc="http://schemas.microsoft.com/office/powerpoint/2013/main/command">
      <pc:docMk/>
      <pc:sldMk cId="2038962781" sldId="305"/>
    </pc:sldMkLst>
    <p188:txBody>
      <a:bodyPr/>
      <a:lstStyle/>
      <a:p>
        <a:r>
          <a:rPr lang="en-ZA"/>
          <a:t>Slide decks must remain generic and not campus-specific. 
Refrain from adding campus names to any slide headings or including information that is also campus-specific etc.</a:t>
        </a:r>
      </a:p>
    </p188:txBody>
  </p188:cm>
</p188:cmLst>
</file>

<file path=ppt/comments/modernComment_138_FDDBD49A.xml><?xml version="1.0" encoding="utf-8"?>
<p188:cmLst xmlns:a="http://schemas.openxmlformats.org/drawingml/2006/main" xmlns:r="http://schemas.openxmlformats.org/officeDocument/2006/relationships" xmlns:p188="http://schemas.microsoft.com/office/powerpoint/2018/8/main">
  <p188:cm id="{C4E6437A-F432-4000-A69A-95B9B455118E}" authorId="{1A3189A1-3655-B6D5-D14A-98AD48D3786A}" created="2024-12-10T03:37:43.568">
    <pc:sldMkLst xmlns:pc="http://schemas.microsoft.com/office/powerpoint/2013/main/command">
      <pc:docMk/>
      <pc:sldMk cId="4259042458" sldId="306"/>
    </pc:sldMkLst>
    <p188:txBody>
      <a:bodyPr/>
      <a:lstStyle/>
      <a:p>
        <a:r>
          <a:rPr lang="en-US"/>
          <a:t>Hi [@Mine De Klerk], perhaps this disclaimer is open for interpretation- we are saying that lecturers may add to this slide deck for timetable group specific or campus specific information or case studies, but the base slide deck will be what is available on myLMS- this was to allow for the autonomy of lecturers and the unique culture or demographics of specific campuses. [@Ricky Dunningham] should this be rephrased in some way to make this clearer? But also that those campus/lecturer specific content will not be shared with students and is not crucial for learning purposes.</a:t>
        </a:r>
      </a:p>
    </p188:txBody>
  </p188:cm>
</p188:cmLst>
</file>

<file path=ppt/comments/modernComment_167_D17BB4F7.xml><?xml version="1.0" encoding="utf-8"?>
<p188:cmLst xmlns:a="http://schemas.openxmlformats.org/drawingml/2006/main" xmlns:r="http://schemas.openxmlformats.org/officeDocument/2006/relationships" xmlns:p188="http://schemas.microsoft.com/office/powerpoint/2018/8/main">
  <p188:cm id="{FCA66882-19EA-47AA-9F30-65C1CC007A73}" authorId="{1A3189A1-3655-B6D5-D14A-98AD48D3786A}" created="2024-12-10T04:00:15.580">
    <ac:deMkLst xmlns:ac="http://schemas.microsoft.com/office/drawing/2013/main/command">
      <pc:docMk xmlns:pc="http://schemas.microsoft.com/office/powerpoint/2013/main/command"/>
      <pc:sldMk xmlns:pc="http://schemas.microsoft.com/office/powerpoint/2013/main/command" cId="3514545399" sldId="359"/>
      <ac:spMk id="39" creationId="{926A2917-C7CE-45C4-E711-4939F583C89B}"/>
    </ac:deMkLst>
    <p188:txBody>
      <a:bodyPr/>
      <a:lstStyle/>
      <a:p>
        <a:r>
          <a:rPr lang="en-US"/>
          <a:t>This is to be a brief summary and will take the form of a lesson plan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6AEB1-CDCD-4F11-81B5-B62247F907A0}" type="datetimeFigureOut">
              <a:rPr lang="en-ZA" smtClean="0"/>
              <a:t>2026/05/11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0D2F5-E1E4-4E3D-9B93-2B3FF103035C}" type="slidenum">
              <a:rPr lang="en-ZA" smtClean="0"/>
              <a:t>‹#›</a:t>
            </a:fld>
            <a:endParaRPr lang="en-ZA"/>
          </a:p>
        </p:txBody>
      </p:sp>
    </p:spTree>
    <p:extLst>
      <p:ext uri="{BB962C8B-B14F-4D97-AF65-F5344CB8AC3E}">
        <p14:creationId xmlns:p14="http://schemas.microsoft.com/office/powerpoint/2010/main" val="1959485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9570D2F5-E1E4-4E3D-9B93-2B3FF103035C}" type="slidenum">
              <a:rPr lang="en-ZA" smtClean="0"/>
              <a:t>14</a:t>
            </a:fld>
            <a:endParaRPr lang="en-ZA"/>
          </a:p>
        </p:txBody>
      </p:sp>
    </p:spTree>
    <p:extLst>
      <p:ext uri="{BB962C8B-B14F-4D97-AF65-F5344CB8AC3E}">
        <p14:creationId xmlns:p14="http://schemas.microsoft.com/office/powerpoint/2010/main" val="3206721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F23DE9-8229-4877-8020-05B116C106E1}" type="slidenum">
              <a:rPr lang="en-ZA" smtClean="0"/>
              <a:t>59</a:t>
            </a:fld>
            <a:endParaRPr lang="en-ZA"/>
          </a:p>
        </p:txBody>
      </p:sp>
    </p:spTree>
    <p:extLst>
      <p:ext uri="{BB962C8B-B14F-4D97-AF65-F5344CB8AC3E}">
        <p14:creationId xmlns:p14="http://schemas.microsoft.com/office/powerpoint/2010/main" val="24333243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0.sv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Main Cover">
    <p:spTree>
      <p:nvGrpSpPr>
        <p:cNvPr id="1" name=""/>
        <p:cNvGrpSpPr/>
        <p:nvPr/>
      </p:nvGrpSpPr>
      <p:grpSpPr>
        <a:xfrm>
          <a:off x="0" y="0"/>
          <a:ext cx="0" cy="0"/>
          <a:chOff x="0" y="0"/>
          <a:chExt cx="0" cy="0"/>
        </a:xfrm>
      </p:grpSpPr>
      <p:pic>
        <p:nvPicPr>
          <p:cNvPr id="358" name="Picture 357">
            <a:extLst>
              <a:ext uri="{FF2B5EF4-FFF2-40B4-BE49-F238E27FC236}">
                <a16:creationId xmlns:a16="http://schemas.microsoft.com/office/drawing/2014/main" id="{3D628FF3-737A-B1DA-863C-EA5511CAEA20}"/>
              </a:ext>
            </a:extLst>
          </p:cNvPr>
          <p:cNvPicPr>
            <a:picLocks noChangeAspect="1"/>
          </p:cNvPicPr>
          <p:nvPr/>
        </p:nvPicPr>
        <p:blipFill>
          <a:blip r:embed="rId2"/>
          <a:srcRect r="10542"/>
          <a:stretch/>
        </p:blipFill>
        <p:spPr>
          <a:xfrm>
            <a:off x="-117779" y="0"/>
            <a:ext cx="12309780" cy="6858000"/>
          </a:xfrm>
          <a:prstGeom prst="rect">
            <a:avLst/>
          </a:prstGeom>
        </p:spPr>
      </p:pic>
      <p:sp>
        <p:nvSpPr>
          <p:cNvPr id="2" name="Title 1">
            <a:extLst>
              <a:ext uri="{FF2B5EF4-FFF2-40B4-BE49-F238E27FC236}">
                <a16:creationId xmlns:a16="http://schemas.microsoft.com/office/drawing/2014/main" id="{36280876-7201-04FB-18D7-54FC3EFAC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2EC0FB6-30C8-977D-37FF-A08A84F6B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5BEE2CF4-22A0-44EA-F601-BE6C24E5CE53}"/>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5" name="Footer Placeholder 4">
            <a:extLst>
              <a:ext uri="{FF2B5EF4-FFF2-40B4-BE49-F238E27FC236}">
                <a16:creationId xmlns:a16="http://schemas.microsoft.com/office/drawing/2014/main" id="{5FEAF3A3-A8F2-4279-0CF5-F5FC958DF16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5EBDBC5-05FF-338C-79A8-DA87D2484B2B}"/>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3649829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ed">
    <p:bg>
      <p:bgPr>
        <a:solidFill>
          <a:srgbClr val="B10000"/>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F0477A8-A693-E286-52B9-F5545E9A4D58}"/>
              </a:ext>
            </a:extLst>
          </p:cNvPr>
          <p:cNvGrpSpPr/>
          <p:nvPr/>
        </p:nvGrpSpPr>
        <p:grpSpPr>
          <a:xfrm>
            <a:off x="0" y="1824015"/>
            <a:ext cx="5595740" cy="5048028"/>
            <a:chOff x="-5639476" y="1855194"/>
            <a:chExt cx="5603003" cy="5048028"/>
          </a:xfrm>
        </p:grpSpPr>
        <p:sp>
          <p:nvSpPr>
            <p:cNvPr id="9" name="Freeform: Shape 8">
              <a:extLst>
                <a:ext uri="{FF2B5EF4-FFF2-40B4-BE49-F238E27FC236}">
                  <a16:creationId xmlns:a16="http://schemas.microsoft.com/office/drawing/2014/main" id="{A1A2C3AB-1E88-A63A-9622-F45137ECD180}"/>
                </a:ext>
              </a:extLst>
            </p:cNvPr>
            <p:cNvSpPr/>
            <p:nvPr/>
          </p:nvSpPr>
          <p:spPr>
            <a:xfrm>
              <a:off x="-5638385" y="1855194"/>
              <a:ext cx="1749072" cy="1682676"/>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B10000"/>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3989773" y="3537870"/>
              <a:ext cx="1682676" cy="1699193"/>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E8233C"/>
            </a:solidFill>
            <a:ln w="8399" cap="flat">
              <a:noFill/>
              <a:prstDash val="solid"/>
              <a:miter/>
            </a:ln>
          </p:spPr>
          <p:txBody>
            <a:bodyPr rtlCol="0" anchor="ctr"/>
            <a:lstStyle/>
            <a:p>
              <a:endParaRPr lang="en-ZA"/>
            </a:p>
          </p:txBody>
        </p:sp>
        <p:grpSp>
          <p:nvGrpSpPr>
            <p:cNvPr id="47" name="Group 46">
              <a:extLst>
                <a:ext uri="{FF2B5EF4-FFF2-40B4-BE49-F238E27FC236}">
                  <a16:creationId xmlns:a16="http://schemas.microsoft.com/office/drawing/2014/main" id="{463D6306-154D-5160-8E94-A3190F0F10A2}"/>
                </a:ext>
              </a:extLst>
            </p:cNvPr>
            <p:cNvGrpSpPr/>
            <p:nvPr/>
          </p:nvGrpSpPr>
          <p:grpSpPr>
            <a:xfrm>
              <a:off x="-2323614" y="4627093"/>
              <a:ext cx="2287141" cy="2276129"/>
              <a:chOff x="3315862" y="4581870"/>
              <a:chExt cx="2287141" cy="2276129"/>
            </a:xfrm>
          </p:grpSpPr>
          <p:sp>
            <p:nvSpPr>
              <p:cNvPr id="15" name="Freeform: Shape 14">
                <a:extLst>
                  <a:ext uri="{FF2B5EF4-FFF2-40B4-BE49-F238E27FC236}">
                    <a16:creationId xmlns:a16="http://schemas.microsoft.com/office/drawing/2014/main" id="{542CEB1B-622C-693B-6F2A-3D381F9A9520}"/>
                  </a:ext>
                </a:extLst>
              </p:cNvPr>
              <p:cNvSpPr/>
              <p:nvPr/>
            </p:nvSpPr>
            <p:spPr>
              <a:xfrm>
                <a:off x="3315862" y="4581870"/>
                <a:ext cx="2287141" cy="2276129"/>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chemeClr val="accent3"/>
                </a:solidFill>
                <a:prstDash val="solid"/>
                <a:miter/>
              </a:ln>
            </p:spPr>
            <p:txBody>
              <a:bodyPr rtlCol="0" anchor="ctr"/>
              <a:lstStyle/>
              <a:p>
                <a:endParaRPr lang="en-ZA" dirty="0"/>
              </a:p>
            </p:txBody>
          </p:sp>
          <p:sp>
            <p:nvSpPr>
              <p:cNvPr id="16" name="Freeform: Shape 15">
                <a:extLst>
                  <a:ext uri="{FF2B5EF4-FFF2-40B4-BE49-F238E27FC236}">
                    <a16:creationId xmlns:a16="http://schemas.microsoft.com/office/drawing/2014/main" id="{C07B092E-D720-D515-5AFC-54D5B546EE05}"/>
                  </a:ext>
                </a:extLst>
              </p:cNvPr>
              <p:cNvSpPr/>
              <p:nvPr/>
            </p:nvSpPr>
            <p:spPr>
              <a:xfrm>
                <a:off x="3316048" y="5142103"/>
                <a:ext cx="1724186" cy="1715896"/>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chemeClr val="accent3"/>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3316048" y="5720028"/>
                <a:ext cx="1143477" cy="113797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chemeClr val="accent3"/>
                </a:solidFill>
                <a:prstDash val="solid"/>
                <a:miter/>
              </a:ln>
            </p:spPr>
            <p:txBody>
              <a:bodyPr rtlCol="0" anchor="ctr"/>
              <a:lstStyle/>
              <a:p>
                <a:endParaRPr lang="en-ZA"/>
              </a:p>
            </p:txBody>
          </p:sp>
        </p:grpSp>
        <p:sp>
          <p:nvSpPr>
            <p:cNvPr id="18" name="Freeform: Shape 17">
              <a:extLst>
                <a:ext uri="{FF2B5EF4-FFF2-40B4-BE49-F238E27FC236}">
                  <a16:creationId xmlns:a16="http://schemas.microsoft.com/office/drawing/2014/main" id="{804E04CC-1B01-AC03-3C86-EA1994CE1083}"/>
                </a:ext>
              </a:extLst>
            </p:cNvPr>
            <p:cNvSpPr/>
            <p:nvPr/>
          </p:nvSpPr>
          <p:spPr>
            <a:xfrm>
              <a:off x="-5639476" y="3537993"/>
              <a:ext cx="1649703" cy="1649579"/>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F17B8A"/>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5639476" y="3537932"/>
              <a:ext cx="824821" cy="824821"/>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B10000"/>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4814594" y="3537870"/>
              <a:ext cx="824821" cy="824821"/>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B10000"/>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5639476" y="4362691"/>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F1EBE8"/>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5623145" y="5187573"/>
              <a:ext cx="1633371" cy="1703585"/>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B10000"/>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5623145" y="5251168"/>
              <a:ext cx="1634175" cy="1639990"/>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F1EBE8"/>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4646883" y="6172805"/>
              <a:ext cx="657914" cy="728067"/>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E8233C"/>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5623145" y="5187573"/>
              <a:ext cx="874434" cy="800693"/>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E8233C"/>
            </a:solidFill>
            <a:ln w="8399" cap="flat">
              <a:noFill/>
              <a:prstDash val="solid"/>
              <a:miter/>
            </a:ln>
          </p:spPr>
          <p:txBody>
            <a:bodyPr rtlCol="0" anchor="ctr"/>
            <a:lstStyle/>
            <a:p>
              <a:endParaRPr lang="en-ZA"/>
            </a:p>
          </p:txBody>
        </p:sp>
      </p:grpSp>
      <p:grpSp>
        <p:nvGrpSpPr>
          <p:cNvPr id="294" name="Group 293">
            <a:extLst>
              <a:ext uri="{FF2B5EF4-FFF2-40B4-BE49-F238E27FC236}">
                <a16:creationId xmlns:a16="http://schemas.microsoft.com/office/drawing/2014/main" id="{A4FB9063-D666-4E30-B438-75F1C93EBD5D}"/>
              </a:ext>
            </a:extLst>
          </p:cNvPr>
          <p:cNvGrpSpPr/>
          <p:nvPr/>
        </p:nvGrpSpPr>
        <p:grpSpPr>
          <a:xfrm>
            <a:off x="0" y="6448584"/>
            <a:ext cx="2440432" cy="409416"/>
            <a:chOff x="6096000" y="0"/>
            <a:chExt cx="4629149" cy="776604"/>
          </a:xfrm>
        </p:grpSpPr>
        <p:sp>
          <p:nvSpPr>
            <p:cNvPr id="379" name="Freeform: Shape 378">
              <a:extLst>
                <a:ext uri="{FF2B5EF4-FFF2-40B4-BE49-F238E27FC236}">
                  <a16:creationId xmlns:a16="http://schemas.microsoft.com/office/drawing/2014/main" id="{8B0FC86E-B505-EA26-8067-AD891041C8F3}"/>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E8233C"/>
            </a:solidFill>
            <a:ln w="6347" cap="flat">
              <a:noFill/>
              <a:prstDash val="solid"/>
              <a:miter/>
            </a:ln>
          </p:spPr>
          <p:txBody>
            <a:bodyPr rtlCol="0" anchor="ctr"/>
            <a:lstStyle/>
            <a:p>
              <a:endParaRPr lang="en-ZA"/>
            </a:p>
          </p:txBody>
        </p:sp>
        <p:sp>
          <p:nvSpPr>
            <p:cNvPr id="380" name="Freeform: Shape 379">
              <a:extLst>
                <a:ext uri="{FF2B5EF4-FFF2-40B4-BE49-F238E27FC236}">
                  <a16:creationId xmlns:a16="http://schemas.microsoft.com/office/drawing/2014/main" id="{653AAF82-3FCD-BDB0-8F53-B28F1ADC0646}"/>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381" name="Freeform: Shape 380">
              <a:extLst>
                <a:ext uri="{FF2B5EF4-FFF2-40B4-BE49-F238E27FC236}">
                  <a16:creationId xmlns:a16="http://schemas.microsoft.com/office/drawing/2014/main" id="{D06D1BE4-C71A-D1AB-D90F-56BBDA8EE754}"/>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382" name="Freeform: Shape 381">
              <a:extLst>
                <a:ext uri="{FF2B5EF4-FFF2-40B4-BE49-F238E27FC236}">
                  <a16:creationId xmlns:a16="http://schemas.microsoft.com/office/drawing/2014/main" id="{282287D7-B649-2715-94E0-743766A5CF4C}"/>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383" name="Freeform: Shape 382">
              <a:extLst>
                <a:ext uri="{FF2B5EF4-FFF2-40B4-BE49-F238E27FC236}">
                  <a16:creationId xmlns:a16="http://schemas.microsoft.com/office/drawing/2014/main" id="{237CCC80-7AF0-4DBB-58B8-6D49DD57324E}"/>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384" name="Freeform: Shape 383">
              <a:extLst>
                <a:ext uri="{FF2B5EF4-FFF2-40B4-BE49-F238E27FC236}">
                  <a16:creationId xmlns:a16="http://schemas.microsoft.com/office/drawing/2014/main" id="{F2DBE011-5456-AAD3-E8B1-F40DC1A6B600}"/>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ED4F63"/>
            </a:solidFill>
            <a:ln w="6347" cap="flat">
              <a:noFill/>
              <a:prstDash val="solid"/>
              <a:miter/>
            </a:ln>
          </p:spPr>
          <p:txBody>
            <a:bodyPr rtlCol="0" anchor="ctr"/>
            <a:lstStyle/>
            <a:p>
              <a:endParaRPr lang="en-ZA"/>
            </a:p>
          </p:txBody>
        </p:sp>
        <p:sp>
          <p:nvSpPr>
            <p:cNvPr id="385" name="Freeform: Shape 384">
              <a:extLst>
                <a:ext uri="{FF2B5EF4-FFF2-40B4-BE49-F238E27FC236}">
                  <a16:creationId xmlns:a16="http://schemas.microsoft.com/office/drawing/2014/main" id="{E8C77A1C-38BC-CF4A-60E4-040E88398931}"/>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B10000"/>
            </a:solidFill>
            <a:ln w="6347" cap="flat">
              <a:noFill/>
              <a:prstDash val="solid"/>
              <a:miter/>
            </a:ln>
          </p:spPr>
          <p:txBody>
            <a:bodyPr rtlCol="0" anchor="ctr"/>
            <a:lstStyle/>
            <a:p>
              <a:endParaRPr lang="en-ZA"/>
            </a:p>
          </p:txBody>
        </p:sp>
        <p:sp>
          <p:nvSpPr>
            <p:cNvPr id="386" name="Freeform: Shape 385">
              <a:extLst>
                <a:ext uri="{FF2B5EF4-FFF2-40B4-BE49-F238E27FC236}">
                  <a16:creationId xmlns:a16="http://schemas.microsoft.com/office/drawing/2014/main" id="{C5881E78-A743-0833-154C-3899B1B3ADFC}"/>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387" name="Freeform: Shape 386">
              <a:extLst>
                <a:ext uri="{FF2B5EF4-FFF2-40B4-BE49-F238E27FC236}">
                  <a16:creationId xmlns:a16="http://schemas.microsoft.com/office/drawing/2014/main" id="{A1BE8F1A-8049-F2AB-B316-9175A013154D}"/>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388" name="Freeform: Shape 387">
              <a:extLst>
                <a:ext uri="{FF2B5EF4-FFF2-40B4-BE49-F238E27FC236}">
                  <a16:creationId xmlns:a16="http://schemas.microsoft.com/office/drawing/2014/main" id="{00D00EC0-AFC5-AB4C-E478-252970FB32D2}"/>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B10000"/>
            </a:solidFill>
            <a:ln w="6347" cap="flat">
              <a:noFill/>
              <a:prstDash val="solid"/>
              <a:miter/>
            </a:ln>
          </p:spPr>
          <p:txBody>
            <a:bodyPr rtlCol="0" anchor="ctr"/>
            <a:lstStyle/>
            <a:p>
              <a:endParaRPr lang="en-ZA"/>
            </a:p>
          </p:txBody>
        </p:sp>
        <p:sp>
          <p:nvSpPr>
            <p:cNvPr id="389" name="Freeform: Shape 388">
              <a:extLst>
                <a:ext uri="{FF2B5EF4-FFF2-40B4-BE49-F238E27FC236}">
                  <a16:creationId xmlns:a16="http://schemas.microsoft.com/office/drawing/2014/main" id="{C99B3525-9405-5300-AC77-05BEB321C577}"/>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390" name="Freeform: Shape 389">
              <a:extLst>
                <a:ext uri="{FF2B5EF4-FFF2-40B4-BE49-F238E27FC236}">
                  <a16:creationId xmlns:a16="http://schemas.microsoft.com/office/drawing/2014/main" id="{9624DB06-C3C4-A026-3C16-E869F3F8F688}"/>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391" name="Freeform: Shape 390">
              <a:extLst>
                <a:ext uri="{FF2B5EF4-FFF2-40B4-BE49-F238E27FC236}">
                  <a16:creationId xmlns:a16="http://schemas.microsoft.com/office/drawing/2014/main" id="{2B2D5221-A9D1-9B31-84B2-F56461B06F70}"/>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E8233C"/>
            </a:solidFill>
            <a:ln w="6347" cap="flat">
              <a:noFill/>
              <a:prstDash val="solid"/>
              <a:miter/>
            </a:ln>
          </p:spPr>
          <p:txBody>
            <a:bodyPr rtlCol="0" anchor="ctr"/>
            <a:lstStyle/>
            <a:p>
              <a:endParaRPr lang="en-ZA"/>
            </a:p>
          </p:txBody>
        </p:sp>
        <p:sp>
          <p:nvSpPr>
            <p:cNvPr id="392" name="Freeform: Shape 391">
              <a:extLst>
                <a:ext uri="{FF2B5EF4-FFF2-40B4-BE49-F238E27FC236}">
                  <a16:creationId xmlns:a16="http://schemas.microsoft.com/office/drawing/2014/main" id="{56323173-97CF-91FE-EAB6-E92C0DD6AE0F}"/>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F17B8A"/>
            </a:solidFill>
            <a:ln w="6347" cap="flat">
              <a:noFill/>
              <a:prstDash val="solid"/>
              <a:miter/>
            </a:ln>
          </p:spPr>
          <p:txBody>
            <a:bodyPr rtlCol="0" anchor="ctr"/>
            <a:lstStyle/>
            <a:p>
              <a:endParaRPr lang="en-ZA"/>
            </a:p>
          </p:txBody>
        </p:sp>
        <p:grpSp>
          <p:nvGrpSpPr>
            <p:cNvPr id="393" name="Graphic 19">
              <a:extLst>
                <a:ext uri="{FF2B5EF4-FFF2-40B4-BE49-F238E27FC236}">
                  <a16:creationId xmlns:a16="http://schemas.microsoft.com/office/drawing/2014/main" id="{983A593E-49A6-6683-C1EC-6C15313CA74B}"/>
                </a:ext>
              </a:extLst>
            </p:cNvPr>
            <p:cNvGrpSpPr/>
            <p:nvPr/>
          </p:nvGrpSpPr>
          <p:grpSpPr>
            <a:xfrm>
              <a:off x="9950577" y="2095"/>
              <a:ext cx="774572" cy="774509"/>
              <a:chOff x="8756777" y="2095"/>
              <a:chExt cx="774572" cy="774509"/>
            </a:xfrm>
          </p:grpSpPr>
          <p:sp>
            <p:nvSpPr>
              <p:cNvPr id="394" name="Freeform: Shape 393">
                <a:extLst>
                  <a:ext uri="{FF2B5EF4-FFF2-40B4-BE49-F238E27FC236}">
                    <a16:creationId xmlns:a16="http://schemas.microsoft.com/office/drawing/2014/main" id="{22CD5D37-0F7B-C138-5BC6-AB1884D4519E}"/>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395" name="Freeform: Shape 394">
                <a:extLst>
                  <a:ext uri="{FF2B5EF4-FFF2-40B4-BE49-F238E27FC236}">
                    <a16:creationId xmlns:a16="http://schemas.microsoft.com/office/drawing/2014/main" id="{5B59C12A-4A5B-5806-8FB5-93E507B46230}"/>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85BF3F"/>
              </a:solidFill>
              <a:ln w="6347" cap="flat">
                <a:noFill/>
                <a:prstDash val="solid"/>
                <a:miter/>
              </a:ln>
            </p:spPr>
            <p:txBody>
              <a:bodyPr rtlCol="0" anchor="ctr"/>
              <a:lstStyle/>
              <a:p>
                <a:endParaRPr lang="en-ZA"/>
              </a:p>
            </p:txBody>
          </p:sp>
          <p:sp>
            <p:nvSpPr>
              <p:cNvPr id="396" name="Freeform: Shape 395">
                <a:extLst>
                  <a:ext uri="{FF2B5EF4-FFF2-40B4-BE49-F238E27FC236}">
                    <a16:creationId xmlns:a16="http://schemas.microsoft.com/office/drawing/2014/main" id="{C7A3C74E-137F-9079-E03B-09DA69D3E4A1}"/>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85BF3F"/>
              </a:solidFill>
              <a:ln w="6347" cap="flat">
                <a:noFill/>
                <a:prstDash val="solid"/>
                <a:miter/>
              </a:ln>
            </p:spPr>
            <p:txBody>
              <a:bodyPr rtlCol="0" anchor="ctr"/>
              <a:lstStyle/>
              <a:p>
                <a:endParaRPr lang="en-ZA"/>
              </a:p>
            </p:txBody>
          </p:sp>
          <p:sp>
            <p:nvSpPr>
              <p:cNvPr id="397" name="Freeform: Shape 396">
                <a:extLst>
                  <a:ext uri="{FF2B5EF4-FFF2-40B4-BE49-F238E27FC236}">
                    <a16:creationId xmlns:a16="http://schemas.microsoft.com/office/drawing/2014/main" id="{5FA06224-1E49-1A26-6F75-192CA557BA19}"/>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85BF3F"/>
              </a:solidFill>
              <a:ln w="6347" cap="flat">
                <a:noFill/>
                <a:prstDash val="solid"/>
                <a:miter/>
              </a:ln>
            </p:spPr>
            <p:txBody>
              <a:bodyPr rtlCol="0" anchor="ctr"/>
              <a:lstStyle/>
              <a:p>
                <a:endParaRPr lang="en-ZA"/>
              </a:p>
            </p:txBody>
          </p:sp>
          <p:sp>
            <p:nvSpPr>
              <p:cNvPr id="398" name="Freeform: Shape 397">
                <a:extLst>
                  <a:ext uri="{FF2B5EF4-FFF2-40B4-BE49-F238E27FC236}">
                    <a16:creationId xmlns:a16="http://schemas.microsoft.com/office/drawing/2014/main" id="{F600FAFA-BA13-7A48-A7B0-5A1CF2D39E6B}"/>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85BF3F"/>
              </a:solidFill>
              <a:ln w="6347" cap="flat">
                <a:noFill/>
                <a:prstDash val="solid"/>
                <a:miter/>
              </a:ln>
            </p:spPr>
            <p:txBody>
              <a:bodyPr rtlCol="0" anchor="ctr"/>
              <a:lstStyle/>
              <a:p>
                <a:endParaRPr lang="en-ZA"/>
              </a:p>
            </p:txBody>
          </p:sp>
        </p:grpSp>
      </p:grpSp>
      <p:grpSp>
        <p:nvGrpSpPr>
          <p:cNvPr id="295" name="Group 294">
            <a:extLst>
              <a:ext uri="{FF2B5EF4-FFF2-40B4-BE49-F238E27FC236}">
                <a16:creationId xmlns:a16="http://schemas.microsoft.com/office/drawing/2014/main" id="{4EB65D20-A7F2-F3CE-FC4C-C3B25308FF6C}"/>
              </a:ext>
            </a:extLst>
          </p:cNvPr>
          <p:cNvGrpSpPr/>
          <p:nvPr/>
        </p:nvGrpSpPr>
        <p:grpSpPr>
          <a:xfrm rot="10800000" flipH="1">
            <a:off x="2430337" y="6448584"/>
            <a:ext cx="2440432" cy="409416"/>
            <a:chOff x="6096000" y="0"/>
            <a:chExt cx="4629149" cy="776604"/>
          </a:xfrm>
        </p:grpSpPr>
        <p:sp>
          <p:nvSpPr>
            <p:cNvPr id="359" name="Freeform: Shape 358">
              <a:extLst>
                <a:ext uri="{FF2B5EF4-FFF2-40B4-BE49-F238E27FC236}">
                  <a16:creationId xmlns:a16="http://schemas.microsoft.com/office/drawing/2014/main" id="{44AD2000-223B-4BD9-01F9-1520E91266C7}"/>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F17B8A"/>
            </a:solidFill>
            <a:ln w="6347" cap="flat">
              <a:noFill/>
              <a:prstDash val="solid"/>
              <a:miter/>
            </a:ln>
          </p:spPr>
          <p:txBody>
            <a:bodyPr rtlCol="0" anchor="ctr"/>
            <a:lstStyle/>
            <a:p>
              <a:endParaRPr lang="en-ZA"/>
            </a:p>
          </p:txBody>
        </p:sp>
        <p:sp>
          <p:nvSpPr>
            <p:cNvPr id="360" name="Freeform: Shape 359">
              <a:extLst>
                <a:ext uri="{FF2B5EF4-FFF2-40B4-BE49-F238E27FC236}">
                  <a16:creationId xmlns:a16="http://schemas.microsoft.com/office/drawing/2014/main" id="{02D0696F-A516-F38D-9FF7-6B72E33799A2}"/>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361" name="Freeform: Shape 360">
              <a:extLst>
                <a:ext uri="{FF2B5EF4-FFF2-40B4-BE49-F238E27FC236}">
                  <a16:creationId xmlns:a16="http://schemas.microsoft.com/office/drawing/2014/main" id="{D06EE2EA-9F95-4F22-9E99-7AAAC20C2CCF}"/>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362" name="Freeform: Shape 361">
              <a:extLst>
                <a:ext uri="{FF2B5EF4-FFF2-40B4-BE49-F238E27FC236}">
                  <a16:creationId xmlns:a16="http://schemas.microsoft.com/office/drawing/2014/main" id="{AE152D93-668E-8C62-86BB-FF85B3F46583}"/>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363" name="Freeform: Shape 362">
              <a:extLst>
                <a:ext uri="{FF2B5EF4-FFF2-40B4-BE49-F238E27FC236}">
                  <a16:creationId xmlns:a16="http://schemas.microsoft.com/office/drawing/2014/main" id="{C4DFF1FC-9E0B-A0E7-8299-3DA9A53F66C7}"/>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364" name="Freeform: Shape 363">
              <a:extLst>
                <a:ext uri="{FF2B5EF4-FFF2-40B4-BE49-F238E27FC236}">
                  <a16:creationId xmlns:a16="http://schemas.microsoft.com/office/drawing/2014/main" id="{818EE606-81BF-D7A2-6B11-FC973D3683EF}"/>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B10000"/>
            </a:solidFill>
            <a:ln w="6347" cap="flat">
              <a:noFill/>
              <a:prstDash val="solid"/>
              <a:miter/>
            </a:ln>
          </p:spPr>
          <p:txBody>
            <a:bodyPr rtlCol="0" anchor="ctr"/>
            <a:lstStyle/>
            <a:p>
              <a:endParaRPr lang="en-ZA"/>
            </a:p>
          </p:txBody>
        </p:sp>
        <p:sp>
          <p:nvSpPr>
            <p:cNvPr id="365" name="Freeform: Shape 364">
              <a:extLst>
                <a:ext uri="{FF2B5EF4-FFF2-40B4-BE49-F238E27FC236}">
                  <a16:creationId xmlns:a16="http://schemas.microsoft.com/office/drawing/2014/main" id="{52A05064-F720-E247-7B51-A1F00AA37511}"/>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E8233C"/>
            </a:solidFill>
            <a:ln w="6347" cap="flat">
              <a:noFill/>
              <a:prstDash val="solid"/>
              <a:miter/>
            </a:ln>
          </p:spPr>
          <p:txBody>
            <a:bodyPr rtlCol="0" anchor="ctr"/>
            <a:lstStyle/>
            <a:p>
              <a:endParaRPr lang="en-ZA"/>
            </a:p>
          </p:txBody>
        </p:sp>
        <p:sp>
          <p:nvSpPr>
            <p:cNvPr id="366" name="Freeform: Shape 365">
              <a:extLst>
                <a:ext uri="{FF2B5EF4-FFF2-40B4-BE49-F238E27FC236}">
                  <a16:creationId xmlns:a16="http://schemas.microsoft.com/office/drawing/2014/main" id="{188DB275-8C0E-CCA9-E947-C21AD61B7E6F}"/>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367" name="Freeform: Shape 366">
              <a:extLst>
                <a:ext uri="{FF2B5EF4-FFF2-40B4-BE49-F238E27FC236}">
                  <a16:creationId xmlns:a16="http://schemas.microsoft.com/office/drawing/2014/main" id="{BF2B2A67-952A-5449-4421-79D2663C6DA0}"/>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368" name="Freeform: Shape 367">
              <a:extLst>
                <a:ext uri="{FF2B5EF4-FFF2-40B4-BE49-F238E27FC236}">
                  <a16:creationId xmlns:a16="http://schemas.microsoft.com/office/drawing/2014/main" id="{AD5EE9AB-468B-CB64-4A07-C9EC699055CE}"/>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B10000"/>
            </a:solidFill>
            <a:ln w="6347" cap="flat">
              <a:noFill/>
              <a:prstDash val="solid"/>
              <a:miter/>
            </a:ln>
          </p:spPr>
          <p:txBody>
            <a:bodyPr rtlCol="0" anchor="ctr"/>
            <a:lstStyle/>
            <a:p>
              <a:endParaRPr lang="en-ZA"/>
            </a:p>
          </p:txBody>
        </p:sp>
        <p:sp>
          <p:nvSpPr>
            <p:cNvPr id="369" name="Freeform: Shape 368">
              <a:extLst>
                <a:ext uri="{FF2B5EF4-FFF2-40B4-BE49-F238E27FC236}">
                  <a16:creationId xmlns:a16="http://schemas.microsoft.com/office/drawing/2014/main" id="{736AC772-9C7D-AFC4-66DC-BC6A368155F1}"/>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370" name="Freeform: Shape 369">
              <a:extLst>
                <a:ext uri="{FF2B5EF4-FFF2-40B4-BE49-F238E27FC236}">
                  <a16:creationId xmlns:a16="http://schemas.microsoft.com/office/drawing/2014/main" id="{5EDDC4BA-909F-37A1-E450-580DAF97CEC8}"/>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371" name="Freeform: Shape 370">
              <a:extLst>
                <a:ext uri="{FF2B5EF4-FFF2-40B4-BE49-F238E27FC236}">
                  <a16:creationId xmlns:a16="http://schemas.microsoft.com/office/drawing/2014/main" id="{E8A671EE-D402-60C6-F677-ADB2E1524FEC}"/>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E8233C"/>
            </a:solidFill>
            <a:ln w="6347" cap="flat">
              <a:noFill/>
              <a:prstDash val="solid"/>
              <a:miter/>
            </a:ln>
          </p:spPr>
          <p:txBody>
            <a:bodyPr rtlCol="0" anchor="ctr"/>
            <a:lstStyle/>
            <a:p>
              <a:endParaRPr lang="en-ZA"/>
            </a:p>
          </p:txBody>
        </p:sp>
        <p:sp>
          <p:nvSpPr>
            <p:cNvPr id="372" name="Freeform: Shape 371">
              <a:extLst>
                <a:ext uri="{FF2B5EF4-FFF2-40B4-BE49-F238E27FC236}">
                  <a16:creationId xmlns:a16="http://schemas.microsoft.com/office/drawing/2014/main" id="{88E4E21C-DA1D-BBE4-8B80-D330D455F70B}"/>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F17B8A"/>
            </a:solidFill>
            <a:ln w="6347" cap="flat">
              <a:noFill/>
              <a:prstDash val="solid"/>
              <a:miter/>
            </a:ln>
          </p:spPr>
          <p:txBody>
            <a:bodyPr rtlCol="0" anchor="ctr"/>
            <a:lstStyle/>
            <a:p>
              <a:endParaRPr lang="en-ZA"/>
            </a:p>
          </p:txBody>
        </p:sp>
        <p:grpSp>
          <p:nvGrpSpPr>
            <p:cNvPr id="373" name="Graphic 19">
              <a:extLst>
                <a:ext uri="{FF2B5EF4-FFF2-40B4-BE49-F238E27FC236}">
                  <a16:creationId xmlns:a16="http://schemas.microsoft.com/office/drawing/2014/main" id="{2AC5816E-931B-B40F-E346-3D659E9D175F}"/>
                </a:ext>
              </a:extLst>
            </p:cNvPr>
            <p:cNvGrpSpPr/>
            <p:nvPr/>
          </p:nvGrpSpPr>
          <p:grpSpPr>
            <a:xfrm>
              <a:off x="9950577" y="2095"/>
              <a:ext cx="774572" cy="774509"/>
              <a:chOff x="8756777" y="2095"/>
              <a:chExt cx="774572" cy="774509"/>
            </a:xfrm>
          </p:grpSpPr>
          <p:sp>
            <p:nvSpPr>
              <p:cNvPr id="374" name="Freeform: Shape 373">
                <a:extLst>
                  <a:ext uri="{FF2B5EF4-FFF2-40B4-BE49-F238E27FC236}">
                    <a16:creationId xmlns:a16="http://schemas.microsoft.com/office/drawing/2014/main" id="{CAD00450-B040-83C9-C638-943970CFE1DE}"/>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375" name="Freeform: Shape 374">
                <a:extLst>
                  <a:ext uri="{FF2B5EF4-FFF2-40B4-BE49-F238E27FC236}">
                    <a16:creationId xmlns:a16="http://schemas.microsoft.com/office/drawing/2014/main" id="{F77664B8-A15A-28F3-D218-9734ACAA54F1}"/>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B10000"/>
              </a:solidFill>
              <a:ln w="6347" cap="flat">
                <a:noFill/>
                <a:prstDash val="solid"/>
                <a:miter/>
              </a:ln>
            </p:spPr>
            <p:txBody>
              <a:bodyPr rtlCol="0" anchor="ctr"/>
              <a:lstStyle/>
              <a:p>
                <a:endParaRPr lang="en-ZA" dirty="0"/>
              </a:p>
            </p:txBody>
          </p:sp>
          <p:sp>
            <p:nvSpPr>
              <p:cNvPr id="376" name="Freeform: Shape 375">
                <a:extLst>
                  <a:ext uri="{FF2B5EF4-FFF2-40B4-BE49-F238E27FC236}">
                    <a16:creationId xmlns:a16="http://schemas.microsoft.com/office/drawing/2014/main" id="{CCDFAAE3-84BB-7351-E639-6120D29E65E6}"/>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B10000"/>
              </a:solidFill>
              <a:ln w="6347" cap="flat">
                <a:noFill/>
                <a:prstDash val="solid"/>
                <a:miter/>
              </a:ln>
            </p:spPr>
            <p:txBody>
              <a:bodyPr rtlCol="0" anchor="ctr"/>
              <a:lstStyle/>
              <a:p>
                <a:endParaRPr lang="en-ZA"/>
              </a:p>
            </p:txBody>
          </p:sp>
          <p:sp>
            <p:nvSpPr>
              <p:cNvPr id="377" name="Freeform: Shape 376">
                <a:extLst>
                  <a:ext uri="{FF2B5EF4-FFF2-40B4-BE49-F238E27FC236}">
                    <a16:creationId xmlns:a16="http://schemas.microsoft.com/office/drawing/2014/main" id="{6EC30A90-AC79-7CF5-1D6F-778F1A2E9B38}"/>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B10000"/>
              </a:solidFill>
              <a:ln w="6347" cap="flat">
                <a:noFill/>
                <a:prstDash val="solid"/>
                <a:miter/>
              </a:ln>
            </p:spPr>
            <p:txBody>
              <a:bodyPr rtlCol="0" anchor="ctr"/>
              <a:lstStyle/>
              <a:p>
                <a:endParaRPr lang="en-ZA"/>
              </a:p>
            </p:txBody>
          </p:sp>
          <p:sp>
            <p:nvSpPr>
              <p:cNvPr id="378" name="Freeform: Shape 377">
                <a:extLst>
                  <a:ext uri="{FF2B5EF4-FFF2-40B4-BE49-F238E27FC236}">
                    <a16:creationId xmlns:a16="http://schemas.microsoft.com/office/drawing/2014/main" id="{6EAF1B8E-1203-E322-A47D-4DD2BBF146B5}"/>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B10000"/>
              </a:solidFill>
              <a:ln w="6347" cap="flat">
                <a:noFill/>
                <a:prstDash val="solid"/>
                <a:miter/>
              </a:ln>
            </p:spPr>
            <p:txBody>
              <a:bodyPr rtlCol="0" anchor="ctr"/>
              <a:lstStyle/>
              <a:p>
                <a:endParaRPr lang="en-ZA"/>
              </a:p>
            </p:txBody>
          </p:sp>
        </p:grpSp>
      </p:grpSp>
    </p:spTree>
    <p:extLst>
      <p:ext uri="{BB962C8B-B14F-4D97-AF65-F5344CB8AC3E}">
        <p14:creationId xmlns:p14="http://schemas.microsoft.com/office/powerpoint/2010/main" val="2414878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ue 2">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6B06188-8442-9309-2C7C-33B89DCFBB3B}"/>
              </a:ext>
            </a:extLst>
          </p:cNvPr>
          <p:cNvSpPr/>
          <p:nvPr/>
        </p:nvSpPr>
        <p:spPr>
          <a:xfrm>
            <a:off x="-21838" y="0"/>
            <a:ext cx="12213838" cy="15479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27" name="Group 26">
            <a:extLst>
              <a:ext uri="{FF2B5EF4-FFF2-40B4-BE49-F238E27FC236}">
                <a16:creationId xmlns:a16="http://schemas.microsoft.com/office/drawing/2014/main" id="{566C639B-5027-B728-A547-A5A67FF7917C}"/>
              </a:ext>
            </a:extLst>
          </p:cNvPr>
          <p:cNvGrpSpPr/>
          <p:nvPr/>
        </p:nvGrpSpPr>
        <p:grpSpPr>
          <a:xfrm>
            <a:off x="0" y="1809971"/>
            <a:ext cx="6697670" cy="5048029"/>
            <a:chOff x="0" y="0"/>
            <a:chExt cx="9099120" cy="6858000"/>
          </a:xfrm>
        </p:grpSpPr>
        <p:sp>
          <p:nvSpPr>
            <p:cNvPr id="7" name="Freeform: Shape 6">
              <a:extLst>
                <a:ext uri="{FF2B5EF4-FFF2-40B4-BE49-F238E27FC236}">
                  <a16:creationId xmlns:a16="http://schemas.microsoft.com/office/drawing/2014/main" id="{305C6822-AE77-F53B-33B7-95EEE310AA4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sp>
        <p:nvSpPr>
          <p:cNvPr id="5" name="Slide Number Placeholder 4">
            <a:extLst>
              <a:ext uri="{FF2B5EF4-FFF2-40B4-BE49-F238E27FC236}">
                <a16:creationId xmlns:a16="http://schemas.microsoft.com/office/drawing/2014/main" id="{10A0D4B6-1B66-A414-108D-EB4ADF22A7BE}"/>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28" name="Picture Placeholder 27">
            <a:extLst>
              <a:ext uri="{FF2B5EF4-FFF2-40B4-BE49-F238E27FC236}">
                <a16:creationId xmlns:a16="http://schemas.microsoft.com/office/drawing/2014/main" id="{0E771DC5-EFED-C526-C8FE-676945FEA200}"/>
              </a:ext>
            </a:extLst>
          </p:cNvPr>
          <p:cNvSpPr>
            <a:spLocks noGrp="1"/>
          </p:cNvSpPr>
          <p:nvPr>
            <p:ph type="pic" sz="quarter" idx="10"/>
          </p:nvPr>
        </p:nvSpPr>
        <p:spPr>
          <a:xfrm>
            <a:off x="561975" y="903923"/>
            <a:ext cx="5029200" cy="5942012"/>
          </a:xfrm>
        </p:spPr>
        <p:txBody>
          <a:bodyPr/>
          <a:lstStyle/>
          <a:p>
            <a:endParaRPr lang="en-ZA"/>
          </a:p>
        </p:txBody>
      </p:sp>
    </p:spTree>
    <p:extLst>
      <p:ext uri="{BB962C8B-B14F-4D97-AF65-F5344CB8AC3E}">
        <p14:creationId xmlns:p14="http://schemas.microsoft.com/office/powerpoint/2010/main" val="2043444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ue 1">
    <p:bg>
      <p:bgPr>
        <a:solidFill>
          <a:schemeClr val="tx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566C639B-5027-B728-A547-A5A67FF7917C}"/>
              </a:ext>
            </a:extLst>
          </p:cNvPr>
          <p:cNvGrpSpPr/>
          <p:nvPr/>
        </p:nvGrpSpPr>
        <p:grpSpPr>
          <a:xfrm>
            <a:off x="0" y="1809971"/>
            <a:ext cx="6697670" cy="5048029"/>
            <a:chOff x="0" y="0"/>
            <a:chExt cx="9099120" cy="6858000"/>
          </a:xfrm>
        </p:grpSpPr>
        <p:sp>
          <p:nvSpPr>
            <p:cNvPr id="7" name="Freeform: Shape 6">
              <a:extLst>
                <a:ext uri="{FF2B5EF4-FFF2-40B4-BE49-F238E27FC236}">
                  <a16:creationId xmlns:a16="http://schemas.microsoft.com/office/drawing/2014/main" id="{305C6822-AE77-F53B-33B7-95EEE310AA4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grpSp>
        <p:nvGrpSpPr>
          <p:cNvPr id="40" name="Group 39">
            <a:extLst>
              <a:ext uri="{FF2B5EF4-FFF2-40B4-BE49-F238E27FC236}">
                <a16:creationId xmlns:a16="http://schemas.microsoft.com/office/drawing/2014/main" id="{CB13F640-4B07-4F3E-3AB9-ABF8EF771E83}"/>
              </a:ext>
            </a:extLst>
          </p:cNvPr>
          <p:cNvGrpSpPr/>
          <p:nvPr/>
        </p:nvGrpSpPr>
        <p:grpSpPr>
          <a:xfrm>
            <a:off x="-21838" y="6600716"/>
            <a:ext cx="12213838" cy="257284"/>
            <a:chOff x="353060" y="6172098"/>
            <a:chExt cx="9485360" cy="199809"/>
          </a:xfrm>
        </p:grpSpPr>
        <p:pic>
          <p:nvPicPr>
            <p:cNvPr id="41" name="Graphic 40">
              <a:extLst>
                <a:ext uri="{FF2B5EF4-FFF2-40B4-BE49-F238E27FC236}">
                  <a16:creationId xmlns:a16="http://schemas.microsoft.com/office/drawing/2014/main" id="{EDDD7F34-FE90-1D15-C1DD-BDDCD5F0D5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60" y="6172100"/>
              <a:ext cx="2371340" cy="199807"/>
            </a:xfrm>
            <a:prstGeom prst="rect">
              <a:avLst/>
            </a:prstGeom>
          </p:spPr>
        </p:pic>
        <p:pic>
          <p:nvPicPr>
            <p:cNvPr id="42" name="Graphic 41">
              <a:extLst>
                <a:ext uri="{FF2B5EF4-FFF2-40B4-BE49-F238E27FC236}">
                  <a16:creationId xmlns:a16="http://schemas.microsoft.com/office/drawing/2014/main" id="{D5BA51D5-863C-1925-FADF-31BDAFB4FF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724400" y="6172100"/>
              <a:ext cx="2371340" cy="199807"/>
            </a:xfrm>
            <a:prstGeom prst="rect">
              <a:avLst/>
            </a:prstGeom>
          </p:spPr>
        </p:pic>
        <p:pic>
          <p:nvPicPr>
            <p:cNvPr id="43" name="Graphic 42">
              <a:extLst>
                <a:ext uri="{FF2B5EF4-FFF2-40B4-BE49-F238E27FC236}">
                  <a16:creationId xmlns:a16="http://schemas.microsoft.com/office/drawing/2014/main" id="{2292990F-0BCB-2B98-E9B3-857EFECA054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740" y="6172099"/>
              <a:ext cx="2371340" cy="199807"/>
            </a:xfrm>
            <a:prstGeom prst="rect">
              <a:avLst/>
            </a:prstGeom>
          </p:spPr>
        </p:pic>
        <p:pic>
          <p:nvPicPr>
            <p:cNvPr id="44" name="Graphic 43">
              <a:extLst>
                <a:ext uri="{FF2B5EF4-FFF2-40B4-BE49-F238E27FC236}">
                  <a16:creationId xmlns:a16="http://schemas.microsoft.com/office/drawing/2014/main" id="{D8E16644-6690-3DAB-17D3-C1B00D709EA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7080" y="6172098"/>
              <a:ext cx="2371340" cy="199807"/>
            </a:xfrm>
            <a:prstGeom prst="rect">
              <a:avLst/>
            </a:prstGeom>
          </p:spPr>
        </p:pic>
      </p:grpSp>
      <p:sp>
        <p:nvSpPr>
          <p:cNvPr id="28" name="Picture Placeholder 27">
            <a:extLst>
              <a:ext uri="{FF2B5EF4-FFF2-40B4-BE49-F238E27FC236}">
                <a16:creationId xmlns:a16="http://schemas.microsoft.com/office/drawing/2014/main" id="{98B8B554-075B-1D22-5FB2-A6EB89AAD310}"/>
              </a:ext>
            </a:extLst>
          </p:cNvPr>
          <p:cNvSpPr>
            <a:spLocks noGrp="1"/>
          </p:cNvSpPr>
          <p:nvPr>
            <p:ph type="pic" sz="quarter" idx="10"/>
          </p:nvPr>
        </p:nvSpPr>
        <p:spPr>
          <a:xfrm>
            <a:off x="561975" y="658813"/>
            <a:ext cx="5029200" cy="5942012"/>
          </a:xfrm>
        </p:spPr>
        <p:txBody>
          <a:bodyPr/>
          <a:lstStyle/>
          <a:p>
            <a:endParaRPr lang="en-ZA"/>
          </a:p>
        </p:txBody>
      </p:sp>
    </p:spTree>
    <p:extLst>
      <p:ext uri="{BB962C8B-B14F-4D97-AF65-F5344CB8AC3E}">
        <p14:creationId xmlns:p14="http://schemas.microsoft.com/office/powerpoint/2010/main" val="362107788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reenvar cover">
    <p:bg>
      <p:bgPr>
        <a:solidFill>
          <a:schemeClr val="accent6"/>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6E0B8482-4B5A-CF45-215B-DF4756EC052C}"/>
              </a:ext>
            </a:extLst>
          </p:cNvPr>
          <p:cNvSpPr/>
          <p:nvPr/>
        </p:nvSpPr>
        <p:spPr>
          <a:xfrm>
            <a:off x="2910840" y="0"/>
            <a:ext cx="9281160" cy="6858000"/>
          </a:xfrm>
          <a:custGeom>
            <a:avLst/>
            <a:gdLst>
              <a:gd name="connsiteX0" fmla="*/ 0 w 4616450"/>
              <a:gd name="connsiteY0" fmla="*/ 0 h 6858000"/>
              <a:gd name="connsiteX1" fmla="*/ 4616450 w 4616450"/>
              <a:gd name="connsiteY1" fmla="*/ 0 h 6858000"/>
              <a:gd name="connsiteX2" fmla="*/ 4616450 w 4616450"/>
              <a:gd name="connsiteY2" fmla="*/ 6858000 h 6858000"/>
              <a:gd name="connsiteX3" fmla="*/ 0 w 461645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616450" h="6858000">
                <a:moveTo>
                  <a:pt x="0" y="0"/>
                </a:moveTo>
                <a:lnTo>
                  <a:pt x="4616450" y="0"/>
                </a:lnTo>
                <a:lnTo>
                  <a:pt x="4616450" y="6858000"/>
                </a:lnTo>
                <a:lnTo>
                  <a:pt x="0" y="6858000"/>
                </a:lnTo>
                <a:close/>
              </a:path>
            </a:pathLst>
          </a:custGeom>
          <a:solidFill>
            <a:srgbClr val="003818"/>
          </a:solidFill>
          <a:ln w="6347" cap="flat">
            <a:noFill/>
            <a:prstDash val="solid"/>
            <a:miter/>
          </a:ln>
        </p:spPr>
        <p:txBody>
          <a:bodyPr rtlCol="0" anchor="ctr"/>
          <a:lstStyle/>
          <a:p>
            <a:endParaRPr lang="en-ZA"/>
          </a:p>
        </p:txBody>
      </p:sp>
      <p:pic>
        <p:nvPicPr>
          <p:cNvPr id="47" name="Graphic 46">
            <a:extLst>
              <a:ext uri="{FF2B5EF4-FFF2-40B4-BE49-F238E27FC236}">
                <a16:creationId xmlns:a16="http://schemas.microsoft.com/office/drawing/2014/main" id="{5A3DFF44-398D-F067-6ADA-0BD630AB3C9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48152" y="2453640"/>
            <a:ext cx="4043848" cy="4043848"/>
          </a:xfrm>
          <a:prstGeom prst="rect">
            <a:avLst/>
          </a:prstGeom>
        </p:spPr>
      </p:pic>
      <p:grpSp>
        <p:nvGrpSpPr>
          <p:cNvPr id="59" name="Group 58">
            <a:extLst>
              <a:ext uri="{FF2B5EF4-FFF2-40B4-BE49-F238E27FC236}">
                <a16:creationId xmlns:a16="http://schemas.microsoft.com/office/drawing/2014/main" id="{7C323EFF-7049-AF0F-AD5C-E53EB9566D3A}"/>
              </a:ext>
            </a:extLst>
          </p:cNvPr>
          <p:cNvGrpSpPr/>
          <p:nvPr/>
        </p:nvGrpSpPr>
        <p:grpSpPr>
          <a:xfrm>
            <a:off x="2910840" y="-1"/>
            <a:ext cx="9281160" cy="1557044"/>
            <a:chOff x="6096000" y="0"/>
            <a:chExt cx="4629149" cy="776604"/>
          </a:xfrm>
        </p:grpSpPr>
        <p:sp>
          <p:nvSpPr>
            <p:cNvPr id="60" name="Freeform: Shape 59">
              <a:extLst>
                <a:ext uri="{FF2B5EF4-FFF2-40B4-BE49-F238E27FC236}">
                  <a16:creationId xmlns:a16="http://schemas.microsoft.com/office/drawing/2014/main" id="{4B2FFD59-A88B-0F14-6B38-2C3DB0C6C48D}"/>
                </a:ext>
              </a:extLst>
            </p:cNvPr>
            <p:cNvSpPr/>
            <p:nvPr/>
          </p:nvSpPr>
          <p:spPr>
            <a:xfrm>
              <a:off x="6096000" y="1270"/>
              <a:ext cx="772096" cy="772160"/>
            </a:xfrm>
            <a:custGeom>
              <a:avLst/>
              <a:gdLst>
                <a:gd name="connsiteX0" fmla="*/ 0 w 772096"/>
                <a:gd name="connsiteY0" fmla="*/ 772160 h 772160"/>
                <a:gd name="connsiteX1" fmla="*/ 772097 w 772096"/>
                <a:gd name="connsiteY1" fmla="*/ 772160 h 772160"/>
                <a:gd name="connsiteX2" fmla="*/ 772097 w 772096"/>
                <a:gd name="connsiteY2" fmla="*/ 0 h 772160"/>
                <a:gd name="connsiteX3" fmla="*/ 0 w 772096"/>
                <a:gd name="connsiteY3" fmla="*/ 0 h 772160"/>
                <a:gd name="connsiteX4" fmla="*/ 0 w 772096"/>
                <a:gd name="connsiteY4" fmla="*/ 772097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160">
                  <a:moveTo>
                    <a:pt x="0" y="772160"/>
                  </a:moveTo>
                  <a:lnTo>
                    <a:pt x="772097" y="772160"/>
                  </a:lnTo>
                  <a:lnTo>
                    <a:pt x="772097" y="0"/>
                  </a:lnTo>
                  <a:lnTo>
                    <a:pt x="0" y="0"/>
                  </a:lnTo>
                  <a:lnTo>
                    <a:pt x="0" y="772097"/>
                  </a:lnTo>
                  <a:close/>
                </a:path>
              </a:pathLst>
            </a:custGeom>
            <a:solidFill>
              <a:srgbClr val="008545"/>
            </a:solidFill>
            <a:ln w="6347" cap="flat">
              <a:noFill/>
              <a:prstDash val="solid"/>
              <a:miter/>
            </a:ln>
          </p:spPr>
          <p:txBody>
            <a:bodyPr rtlCol="0" anchor="ctr"/>
            <a:lstStyle/>
            <a:p>
              <a:endParaRPr lang="en-ZA"/>
            </a:p>
          </p:txBody>
        </p:sp>
        <p:sp>
          <p:nvSpPr>
            <p:cNvPr id="61" name="Freeform: Shape 60">
              <a:extLst>
                <a:ext uri="{FF2B5EF4-FFF2-40B4-BE49-F238E27FC236}">
                  <a16:creationId xmlns:a16="http://schemas.microsoft.com/office/drawing/2014/main" id="{67B71AE4-F75D-AF19-8031-A2512EBAC9DB}"/>
                </a:ext>
              </a:extLst>
            </p:cNvPr>
            <p:cNvSpPr/>
            <p:nvPr/>
          </p:nvSpPr>
          <p:spPr>
            <a:xfrm>
              <a:off x="6096063" y="386841"/>
              <a:ext cx="772096" cy="128841"/>
            </a:xfrm>
            <a:custGeom>
              <a:avLst/>
              <a:gdLst>
                <a:gd name="connsiteX0" fmla="*/ 772097 w 772096"/>
                <a:gd name="connsiteY0" fmla="*/ 0 h 128841"/>
                <a:gd name="connsiteX1" fmla="*/ 0 w 772096"/>
                <a:gd name="connsiteY1" fmla="*/ 0 h 128841"/>
                <a:gd name="connsiteX2" fmla="*/ 0 w 772096"/>
                <a:gd name="connsiteY2" fmla="*/ 128842 h 128841"/>
                <a:gd name="connsiteX3" fmla="*/ 772097 w 772096"/>
                <a:gd name="connsiteY3" fmla="*/ 128842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2"/>
                  </a:lnTo>
                  <a:lnTo>
                    <a:pt x="772097" y="128842"/>
                  </a:lnTo>
                  <a:lnTo>
                    <a:pt x="772097" y="0"/>
                  </a:lnTo>
                  <a:close/>
                </a:path>
              </a:pathLst>
            </a:custGeom>
            <a:solidFill>
              <a:srgbClr val="CFAD80"/>
            </a:solidFill>
            <a:ln w="6347" cap="flat">
              <a:noFill/>
              <a:prstDash val="solid"/>
              <a:miter/>
            </a:ln>
          </p:spPr>
          <p:txBody>
            <a:bodyPr rtlCol="0" anchor="ctr"/>
            <a:lstStyle/>
            <a:p>
              <a:endParaRPr lang="en-ZA"/>
            </a:p>
          </p:txBody>
        </p:sp>
        <p:sp>
          <p:nvSpPr>
            <p:cNvPr id="62" name="Freeform: Shape 61">
              <a:extLst>
                <a:ext uri="{FF2B5EF4-FFF2-40B4-BE49-F238E27FC236}">
                  <a16:creationId xmlns:a16="http://schemas.microsoft.com/office/drawing/2014/main" id="{0B25F81C-171D-B231-C8F1-B48F675A92B2}"/>
                </a:ext>
              </a:extLst>
            </p:cNvPr>
            <p:cNvSpPr/>
            <p:nvPr/>
          </p:nvSpPr>
          <p:spPr>
            <a:xfrm>
              <a:off x="6096063" y="129095"/>
              <a:ext cx="772096" cy="128841"/>
            </a:xfrm>
            <a:custGeom>
              <a:avLst/>
              <a:gdLst>
                <a:gd name="connsiteX0" fmla="*/ 772097 w 772096"/>
                <a:gd name="connsiteY0" fmla="*/ 0 h 128841"/>
                <a:gd name="connsiteX1" fmla="*/ 0 w 772096"/>
                <a:gd name="connsiteY1" fmla="*/ 0 h 128841"/>
                <a:gd name="connsiteX2" fmla="*/ 0 w 772096"/>
                <a:gd name="connsiteY2" fmla="*/ 128841 h 128841"/>
                <a:gd name="connsiteX3" fmla="*/ 772097 w 772096"/>
                <a:gd name="connsiteY3" fmla="*/ 128841 h 128841"/>
                <a:gd name="connsiteX4" fmla="*/ 772097 w 772096"/>
                <a:gd name="connsiteY4" fmla="*/ 0 h 128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128841">
                  <a:moveTo>
                    <a:pt x="772097" y="0"/>
                  </a:moveTo>
                  <a:lnTo>
                    <a:pt x="0" y="0"/>
                  </a:lnTo>
                  <a:lnTo>
                    <a:pt x="0" y="128841"/>
                  </a:lnTo>
                  <a:lnTo>
                    <a:pt x="772097" y="128841"/>
                  </a:lnTo>
                  <a:lnTo>
                    <a:pt x="772097" y="0"/>
                  </a:lnTo>
                  <a:close/>
                </a:path>
              </a:pathLst>
            </a:custGeom>
            <a:solidFill>
              <a:srgbClr val="CFAD80"/>
            </a:solidFill>
            <a:ln w="6347" cap="flat">
              <a:noFill/>
              <a:prstDash val="solid"/>
              <a:miter/>
            </a:ln>
          </p:spPr>
          <p:txBody>
            <a:bodyPr rtlCol="0" anchor="ctr"/>
            <a:lstStyle/>
            <a:p>
              <a:endParaRPr lang="en-ZA"/>
            </a:p>
          </p:txBody>
        </p:sp>
        <p:sp>
          <p:nvSpPr>
            <p:cNvPr id="63" name="Freeform: Shape 62">
              <a:extLst>
                <a:ext uri="{FF2B5EF4-FFF2-40B4-BE49-F238E27FC236}">
                  <a16:creationId xmlns:a16="http://schemas.microsoft.com/office/drawing/2014/main" id="{03358206-8C08-9E93-66A5-D17D5787363F}"/>
                </a:ext>
              </a:extLst>
            </p:cNvPr>
            <p:cNvSpPr/>
            <p:nvPr/>
          </p:nvSpPr>
          <p:spPr>
            <a:xfrm>
              <a:off x="6868096" y="3175"/>
              <a:ext cx="774700" cy="768350"/>
            </a:xfrm>
            <a:custGeom>
              <a:avLst/>
              <a:gdLst>
                <a:gd name="connsiteX0" fmla="*/ 774700 w 774700"/>
                <a:gd name="connsiteY0" fmla="*/ 0 h 768350"/>
                <a:gd name="connsiteX1" fmla="*/ 0 w 774700"/>
                <a:gd name="connsiteY1" fmla="*/ 0 h 768350"/>
                <a:gd name="connsiteX2" fmla="*/ 0 w 774700"/>
                <a:gd name="connsiteY2" fmla="*/ 768350 h 768350"/>
                <a:gd name="connsiteX3" fmla="*/ 774700 w 774700"/>
                <a:gd name="connsiteY3" fmla="*/ 768350 h 768350"/>
                <a:gd name="connsiteX4" fmla="*/ 774700 w 774700"/>
                <a:gd name="connsiteY4" fmla="*/ 0 h 768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700" h="768350">
                  <a:moveTo>
                    <a:pt x="774700" y="0"/>
                  </a:moveTo>
                  <a:lnTo>
                    <a:pt x="0" y="0"/>
                  </a:lnTo>
                  <a:lnTo>
                    <a:pt x="0" y="768350"/>
                  </a:lnTo>
                  <a:lnTo>
                    <a:pt x="774700" y="768350"/>
                  </a:lnTo>
                  <a:lnTo>
                    <a:pt x="774700" y="0"/>
                  </a:lnTo>
                  <a:close/>
                </a:path>
              </a:pathLst>
            </a:custGeom>
            <a:solidFill>
              <a:srgbClr val="9C805D"/>
            </a:solidFill>
            <a:ln w="6347" cap="flat">
              <a:noFill/>
              <a:prstDash val="solid"/>
              <a:miter/>
            </a:ln>
          </p:spPr>
          <p:txBody>
            <a:bodyPr rtlCol="0" anchor="ctr"/>
            <a:lstStyle/>
            <a:p>
              <a:endParaRPr lang="en-ZA"/>
            </a:p>
          </p:txBody>
        </p:sp>
        <p:sp>
          <p:nvSpPr>
            <p:cNvPr id="64" name="Freeform: Shape 63">
              <a:extLst>
                <a:ext uri="{FF2B5EF4-FFF2-40B4-BE49-F238E27FC236}">
                  <a16:creationId xmlns:a16="http://schemas.microsoft.com/office/drawing/2014/main" id="{B77F0185-E283-FAD9-0364-A6A6722C49B2}"/>
                </a:ext>
              </a:extLst>
            </p:cNvPr>
            <p:cNvSpPr/>
            <p:nvPr/>
          </p:nvSpPr>
          <p:spPr>
            <a:xfrm>
              <a:off x="6868160" y="3175"/>
              <a:ext cx="774699" cy="768350"/>
            </a:xfrm>
            <a:custGeom>
              <a:avLst/>
              <a:gdLst>
                <a:gd name="connsiteX0" fmla="*/ 0 w 774699"/>
                <a:gd name="connsiteY0" fmla="*/ 0 h 768350"/>
                <a:gd name="connsiteX1" fmla="*/ 774700 w 774699"/>
                <a:gd name="connsiteY1" fmla="*/ 0 h 768350"/>
                <a:gd name="connsiteX2" fmla="*/ 774700 w 774699"/>
                <a:gd name="connsiteY2" fmla="*/ 384175 h 768350"/>
                <a:gd name="connsiteX3" fmla="*/ 387350 w 774699"/>
                <a:gd name="connsiteY3" fmla="*/ 768350 h 768350"/>
                <a:gd name="connsiteX4" fmla="*/ 0 w 774699"/>
                <a:gd name="connsiteY4" fmla="*/ 384175 h 768350"/>
                <a:gd name="connsiteX5" fmla="*/ 0 w 774699"/>
                <a:gd name="connsiteY5" fmla="*/ 0 h 76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4699" h="768350">
                  <a:moveTo>
                    <a:pt x="0" y="0"/>
                  </a:moveTo>
                  <a:lnTo>
                    <a:pt x="774700" y="0"/>
                  </a:lnTo>
                  <a:cubicBezTo>
                    <a:pt x="774700" y="0"/>
                    <a:pt x="774700" y="384175"/>
                    <a:pt x="774700" y="384175"/>
                  </a:cubicBezTo>
                  <a:cubicBezTo>
                    <a:pt x="774700" y="596202"/>
                    <a:pt x="601091" y="768350"/>
                    <a:pt x="387350" y="768350"/>
                  </a:cubicBezTo>
                  <a:cubicBezTo>
                    <a:pt x="173609" y="768350"/>
                    <a:pt x="0" y="596202"/>
                    <a:pt x="0" y="384175"/>
                  </a:cubicBezTo>
                  <a:lnTo>
                    <a:pt x="0" y="0"/>
                  </a:lnTo>
                  <a:close/>
                </a:path>
              </a:pathLst>
            </a:custGeom>
            <a:solidFill>
              <a:srgbClr val="F4F4F4"/>
            </a:solidFill>
            <a:ln w="6347" cap="flat">
              <a:noFill/>
              <a:prstDash val="solid"/>
              <a:miter/>
            </a:ln>
          </p:spPr>
          <p:txBody>
            <a:bodyPr rtlCol="0" anchor="ctr"/>
            <a:lstStyle/>
            <a:p>
              <a:endParaRPr lang="en-ZA"/>
            </a:p>
          </p:txBody>
        </p:sp>
        <p:sp>
          <p:nvSpPr>
            <p:cNvPr id="65" name="Freeform: Shape 64">
              <a:extLst>
                <a:ext uri="{FF2B5EF4-FFF2-40B4-BE49-F238E27FC236}">
                  <a16:creationId xmlns:a16="http://schemas.microsoft.com/office/drawing/2014/main" id="{F07DF5C6-28DC-33CA-5776-847830EBC34B}"/>
                </a:ext>
              </a:extLst>
            </p:cNvPr>
            <p:cNvSpPr/>
            <p:nvPr/>
          </p:nvSpPr>
          <p:spPr>
            <a:xfrm>
              <a:off x="7642796" y="1270"/>
              <a:ext cx="772096" cy="772096"/>
            </a:xfrm>
            <a:custGeom>
              <a:avLst/>
              <a:gdLst>
                <a:gd name="connsiteX0" fmla="*/ 772096 w 772096"/>
                <a:gd name="connsiteY0" fmla="*/ 0 h 772096"/>
                <a:gd name="connsiteX1" fmla="*/ 0 w 772096"/>
                <a:gd name="connsiteY1" fmla="*/ 0 h 772096"/>
                <a:gd name="connsiteX2" fmla="*/ 0 w 772096"/>
                <a:gd name="connsiteY2" fmla="*/ 772097 h 772096"/>
                <a:gd name="connsiteX3" fmla="*/ 772096 w 772096"/>
                <a:gd name="connsiteY3" fmla="*/ 772097 h 772096"/>
                <a:gd name="connsiteX4" fmla="*/ 772096 w 772096"/>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96" h="772096">
                  <a:moveTo>
                    <a:pt x="772096" y="0"/>
                  </a:moveTo>
                  <a:lnTo>
                    <a:pt x="0" y="0"/>
                  </a:lnTo>
                  <a:lnTo>
                    <a:pt x="0" y="772097"/>
                  </a:lnTo>
                  <a:lnTo>
                    <a:pt x="772096" y="772097"/>
                  </a:lnTo>
                  <a:lnTo>
                    <a:pt x="772096" y="0"/>
                  </a:lnTo>
                  <a:close/>
                </a:path>
              </a:pathLst>
            </a:custGeom>
            <a:solidFill>
              <a:srgbClr val="008545"/>
            </a:solidFill>
            <a:ln w="6347" cap="flat">
              <a:noFill/>
              <a:prstDash val="solid"/>
              <a:miter/>
            </a:ln>
          </p:spPr>
          <p:txBody>
            <a:bodyPr rtlCol="0" anchor="ctr"/>
            <a:lstStyle/>
            <a:p>
              <a:endParaRPr lang="en-ZA"/>
            </a:p>
          </p:txBody>
        </p:sp>
        <p:sp>
          <p:nvSpPr>
            <p:cNvPr id="66" name="Freeform: Shape 65">
              <a:extLst>
                <a:ext uri="{FF2B5EF4-FFF2-40B4-BE49-F238E27FC236}">
                  <a16:creationId xmlns:a16="http://schemas.microsoft.com/office/drawing/2014/main" id="{8D3F0B74-99D0-F1D9-4707-DC35545978F9}"/>
                </a:ext>
              </a:extLst>
            </p:cNvPr>
            <p:cNvSpPr/>
            <p:nvPr/>
          </p:nvSpPr>
          <p:spPr>
            <a:xfrm>
              <a:off x="7642859" y="387350"/>
              <a:ext cx="772096" cy="386080"/>
            </a:xfrm>
            <a:custGeom>
              <a:avLst/>
              <a:gdLst>
                <a:gd name="connsiteX0" fmla="*/ 772097 w 772096"/>
                <a:gd name="connsiteY0" fmla="*/ 386080 h 386080"/>
                <a:gd name="connsiteX1" fmla="*/ 0 w 772096"/>
                <a:gd name="connsiteY1" fmla="*/ 386080 h 386080"/>
                <a:gd name="connsiteX2" fmla="*/ 386080 w 772096"/>
                <a:gd name="connsiteY2" fmla="*/ 0 h 386080"/>
                <a:gd name="connsiteX3" fmla="*/ 772097 w 772096"/>
                <a:gd name="connsiteY3" fmla="*/ 386080 h 386080"/>
              </a:gdLst>
              <a:ahLst/>
              <a:cxnLst>
                <a:cxn ang="0">
                  <a:pos x="connsiteX0" y="connsiteY0"/>
                </a:cxn>
                <a:cxn ang="0">
                  <a:pos x="connsiteX1" y="connsiteY1"/>
                </a:cxn>
                <a:cxn ang="0">
                  <a:pos x="connsiteX2" y="connsiteY2"/>
                </a:cxn>
                <a:cxn ang="0">
                  <a:pos x="connsiteX3" y="connsiteY3"/>
                </a:cxn>
              </a:cxnLst>
              <a:rect l="l" t="t" r="r" b="b"/>
              <a:pathLst>
                <a:path w="772096" h="386080">
                  <a:moveTo>
                    <a:pt x="772097" y="386080"/>
                  </a:moveTo>
                  <a:lnTo>
                    <a:pt x="0" y="386080"/>
                  </a:lnTo>
                  <a:lnTo>
                    <a:pt x="386080" y="0"/>
                  </a:lnTo>
                  <a:lnTo>
                    <a:pt x="772097" y="386080"/>
                  </a:lnTo>
                  <a:close/>
                </a:path>
              </a:pathLst>
            </a:custGeom>
            <a:solidFill>
              <a:srgbClr val="003818"/>
            </a:solidFill>
            <a:ln w="6347" cap="flat">
              <a:noFill/>
              <a:prstDash val="solid"/>
              <a:miter/>
            </a:ln>
          </p:spPr>
          <p:txBody>
            <a:bodyPr rtlCol="0" anchor="ctr"/>
            <a:lstStyle/>
            <a:p>
              <a:endParaRPr lang="en-ZA"/>
            </a:p>
          </p:txBody>
        </p:sp>
        <p:sp>
          <p:nvSpPr>
            <p:cNvPr id="67" name="Freeform: Shape 66">
              <a:extLst>
                <a:ext uri="{FF2B5EF4-FFF2-40B4-BE49-F238E27FC236}">
                  <a16:creationId xmlns:a16="http://schemas.microsoft.com/office/drawing/2014/main" id="{B1A99486-8C7B-29B9-48E8-5766D9071403}"/>
                </a:ext>
              </a:extLst>
            </p:cNvPr>
            <p:cNvSpPr/>
            <p:nvPr/>
          </p:nvSpPr>
          <p:spPr>
            <a:xfrm>
              <a:off x="8028940" y="387350"/>
              <a:ext cx="386016" cy="386080"/>
            </a:xfrm>
            <a:custGeom>
              <a:avLst/>
              <a:gdLst>
                <a:gd name="connsiteX0" fmla="*/ 0 w 386016"/>
                <a:gd name="connsiteY0" fmla="*/ 0 h 386080"/>
                <a:gd name="connsiteX1" fmla="*/ 386016 w 386016"/>
                <a:gd name="connsiteY1" fmla="*/ 386080 h 386080"/>
                <a:gd name="connsiteX2" fmla="*/ 0 w 386016"/>
                <a:gd name="connsiteY2" fmla="*/ 386080 h 386080"/>
                <a:gd name="connsiteX3" fmla="*/ 0 w 386016"/>
                <a:gd name="connsiteY3" fmla="*/ 0 h 386080"/>
              </a:gdLst>
              <a:ahLst/>
              <a:cxnLst>
                <a:cxn ang="0">
                  <a:pos x="connsiteX0" y="connsiteY0"/>
                </a:cxn>
                <a:cxn ang="0">
                  <a:pos x="connsiteX1" y="connsiteY1"/>
                </a:cxn>
                <a:cxn ang="0">
                  <a:pos x="connsiteX2" y="connsiteY2"/>
                </a:cxn>
                <a:cxn ang="0">
                  <a:pos x="connsiteX3" y="connsiteY3"/>
                </a:cxn>
              </a:cxnLst>
              <a:rect l="l" t="t" r="r" b="b"/>
              <a:pathLst>
                <a:path w="386016" h="386080">
                  <a:moveTo>
                    <a:pt x="0" y="0"/>
                  </a:moveTo>
                  <a:lnTo>
                    <a:pt x="386016" y="386080"/>
                  </a:lnTo>
                  <a:lnTo>
                    <a:pt x="0" y="386080"/>
                  </a:lnTo>
                  <a:lnTo>
                    <a:pt x="0" y="0"/>
                  </a:lnTo>
                  <a:close/>
                </a:path>
              </a:pathLst>
            </a:custGeom>
            <a:solidFill>
              <a:srgbClr val="CFAD80"/>
            </a:solidFill>
            <a:ln w="6347" cap="flat">
              <a:noFill/>
              <a:prstDash val="solid"/>
              <a:miter/>
            </a:ln>
          </p:spPr>
          <p:txBody>
            <a:bodyPr rtlCol="0" anchor="ctr"/>
            <a:lstStyle/>
            <a:p>
              <a:endParaRPr lang="en-ZA"/>
            </a:p>
          </p:txBody>
        </p:sp>
        <p:sp>
          <p:nvSpPr>
            <p:cNvPr id="68" name="Freeform: Shape 67">
              <a:extLst>
                <a:ext uri="{FF2B5EF4-FFF2-40B4-BE49-F238E27FC236}">
                  <a16:creationId xmlns:a16="http://schemas.microsoft.com/office/drawing/2014/main" id="{50B4A1EC-A051-AA6E-5500-2C53171AEC5B}"/>
                </a:ext>
              </a:extLst>
            </p:cNvPr>
            <p:cNvSpPr/>
            <p:nvPr/>
          </p:nvSpPr>
          <p:spPr>
            <a:xfrm>
              <a:off x="8414956" y="1270"/>
              <a:ext cx="760793" cy="772160"/>
            </a:xfrm>
            <a:custGeom>
              <a:avLst/>
              <a:gdLst>
                <a:gd name="connsiteX0" fmla="*/ 0 w 760793"/>
                <a:gd name="connsiteY0" fmla="*/ 0 h 772160"/>
                <a:gd name="connsiteX1" fmla="*/ 760794 w 760793"/>
                <a:gd name="connsiteY1" fmla="*/ 0 h 772160"/>
                <a:gd name="connsiteX2" fmla="*/ 760794 w 760793"/>
                <a:gd name="connsiteY2" fmla="*/ 772160 h 772160"/>
                <a:gd name="connsiteX3" fmla="*/ 0 w 760793"/>
                <a:gd name="connsiteY3" fmla="*/ 772160 h 772160"/>
              </a:gdLst>
              <a:ahLst/>
              <a:cxnLst>
                <a:cxn ang="0">
                  <a:pos x="connsiteX0" y="connsiteY0"/>
                </a:cxn>
                <a:cxn ang="0">
                  <a:pos x="connsiteX1" y="connsiteY1"/>
                </a:cxn>
                <a:cxn ang="0">
                  <a:pos x="connsiteX2" y="connsiteY2"/>
                </a:cxn>
                <a:cxn ang="0">
                  <a:pos x="connsiteX3" y="connsiteY3"/>
                </a:cxn>
              </a:cxnLst>
              <a:rect l="l" t="t" r="r" b="b"/>
              <a:pathLst>
                <a:path w="760793" h="772160">
                  <a:moveTo>
                    <a:pt x="0" y="0"/>
                  </a:moveTo>
                  <a:lnTo>
                    <a:pt x="760794" y="0"/>
                  </a:lnTo>
                  <a:lnTo>
                    <a:pt x="760794" y="772160"/>
                  </a:lnTo>
                  <a:lnTo>
                    <a:pt x="0" y="772160"/>
                  </a:lnTo>
                  <a:close/>
                </a:path>
              </a:pathLst>
            </a:custGeom>
            <a:solidFill>
              <a:srgbClr val="85BF3F"/>
            </a:solidFill>
            <a:ln w="6347" cap="flat">
              <a:noFill/>
              <a:prstDash val="solid"/>
              <a:miter/>
            </a:ln>
          </p:spPr>
          <p:txBody>
            <a:bodyPr rtlCol="0" anchor="ctr"/>
            <a:lstStyle/>
            <a:p>
              <a:endParaRPr lang="en-ZA"/>
            </a:p>
          </p:txBody>
        </p:sp>
        <p:sp>
          <p:nvSpPr>
            <p:cNvPr id="69" name="Freeform: Shape 68">
              <a:extLst>
                <a:ext uri="{FF2B5EF4-FFF2-40B4-BE49-F238E27FC236}">
                  <a16:creationId xmlns:a16="http://schemas.microsoft.com/office/drawing/2014/main" id="{AC81EA82-42D7-2D07-5C76-83F95993A673}"/>
                </a:ext>
              </a:extLst>
            </p:cNvPr>
            <p:cNvSpPr/>
            <p:nvPr/>
          </p:nvSpPr>
          <p:spPr>
            <a:xfrm>
              <a:off x="8414956" y="1270"/>
              <a:ext cx="760793" cy="772096"/>
            </a:xfrm>
            <a:custGeom>
              <a:avLst/>
              <a:gdLst>
                <a:gd name="connsiteX0" fmla="*/ 760794 w 760793"/>
                <a:gd name="connsiteY0" fmla="*/ 0 h 772096"/>
                <a:gd name="connsiteX1" fmla="*/ 0 w 760793"/>
                <a:gd name="connsiteY1" fmla="*/ 0 h 772096"/>
                <a:gd name="connsiteX2" fmla="*/ 0 w 760793"/>
                <a:gd name="connsiteY2" fmla="*/ 772097 h 772096"/>
                <a:gd name="connsiteX3" fmla="*/ 760794 w 760793"/>
                <a:gd name="connsiteY3" fmla="*/ 772097 h 772096"/>
                <a:gd name="connsiteX4" fmla="*/ 760794 w 760793"/>
                <a:gd name="connsiteY4" fmla="*/ 0 h 77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793" h="772096">
                  <a:moveTo>
                    <a:pt x="760794" y="0"/>
                  </a:moveTo>
                  <a:lnTo>
                    <a:pt x="0" y="0"/>
                  </a:lnTo>
                  <a:lnTo>
                    <a:pt x="0" y="772097"/>
                  </a:lnTo>
                  <a:lnTo>
                    <a:pt x="760794" y="772097"/>
                  </a:lnTo>
                  <a:lnTo>
                    <a:pt x="760794" y="0"/>
                  </a:lnTo>
                  <a:close/>
                </a:path>
              </a:pathLst>
            </a:custGeom>
            <a:solidFill>
              <a:srgbClr val="004F29"/>
            </a:solidFill>
            <a:ln w="6347" cap="flat">
              <a:noFill/>
              <a:prstDash val="solid"/>
              <a:miter/>
            </a:ln>
          </p:spPr>
          <p:txBody>
            <a:bodyPr rtlCol="0" anchor="ctr"/>
            <a:lstStyle/>
            <a:p>
              <a:endParaRPr lang="en-ZA"/>
            </a:p>
          </p:txBody>
        </p:sp>
        <p:sp>
          <p:nvSpPr>
            <p:cNvPr id="70" name="Freeform: Shape 69">
              <a:extLst>
                <a:ext uri="{FF2B5EF4-FFF2-40B4-BE49-F238E27FC236}">
                  <a16:creationId xmlns:a16="http://schemas.microsoft.com/office/drawing/2014/main" id="{8D7F0192-552A-0FE7-B3D2-7F15776BDA69}"/>
                </a:ext>
              </a:extLst>
            </p:cNvPr>
            <p:cNvSpPr/>
            <p:nvPr/>
          </p:nvSpPr>
          <p:spPr>
            <a:xfrm>
              <a:off x="8795321" y="1270"/>
              <a:ext cx="380364" cy="772160"/>
            </a:xfrm>
            <a:custGeom>
              <a:avLst/>
              <a:gdLst>
                <a:gd name="connsiteX0" fmla="*/ 0 w 380364"/>
                <a:gd name="connsiteY0" fmla="*/ 772160 h 772160"/>
                <a:gd name="connsiteX1" fmla="*/ 0 w 380364"/>
                <a:gd name="connsiteY1" fmla="*/ 0 h 772160"/>
                <a:gd name="connsiteX2" fmla="*/ 380365 w 380364"/>
                <a:gd name="connsiteY2" fmla="*/ 0 h 772160"/>
                <a:gd name="connsiteX3" fmla="*/ 380365 w 380364"/>
                <a:gd name="connsiteY3" fmla="*/ 386080 h 772160"/>
                <a:gd name="connsiteX4" fmla="*/ 0 w 380364"/>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4" h="772160">
                  <a:moveTo>
                    <a:pt x="0" y="772160"/>
                  </a:moveTo>
                  <a:lnTo>
                    <a:pt x="0" y="0"/>
                  </a:lnTo>
                  <a:lnTo>
                    <a:pt x="380365" y="0"/>
                  </a:lnTo>
                  <a:lnTo>
                    <a:pt x="380365" y="386080"/>
                  </a:lnTo>
                  <a:cubicBezTo>
                    <a:pt x="380365" y="599313"/>
                    <a:pt x="210058" y="772160"/>
                    <a:pt x="0" y="772160"/>
                  </a:cubicBezTo>
                  <a:close/>
                </a:path>
              </a:pathLst>
            </a:custGeom>
            <a:solidFill>
              <a:srgbClr val="9C805D"/>
            </a:solidFill>
            <a:ln w="6347" cap="flat">
              <a:noFill/>
              <a:prstDash val="solid"/>
              <a:miter/>
            </a:ln>
          </p:spPr>
          <p:txBody>
            <a:bodyPr rtlCol="0" anchor="ctr"/>
            <a:lstStyle/>
            <a:p>
              <a:endParaRPr lang="en-ZA"/>
            </a:p>
          </p:txBody>
        </p:sp>
        <p:sp>
          <p:nvSpPr>
            <p:cNvPr id="71" name="Freeform: Shape 70">
              <a:extLst>
                <a:ext uri="{FF2B5EF4-FFF2-40B4-BE49-F238E27FC236}">
                  <a16:creationId xmlns:a16="http://schemas.microsoft.com/office/drawing/2014/main" id="{D8039174-C53F-311F-8267-C9DD3DB06826}"/>
                </a:ext>
              </a:extLst>
            </p:cNvPr>
            <p:cNvSpPr/>
            <p:nvPr/>
          </p:nvSpPr>
          <p:spPr>
            <a:xfrm>
              <a:off x="8414956" y="1270"/>
              <a:ext cx="380365" cy="772160"/>
            </a:xfrm>
            <a:custGeom>
              <a:avLst/>
              <a:gdLst>
                <a:gd name="connsiteX0" fmla="*/ 0 w 380365"/>
                <a:gd name="connsiteY0" fmla="*/ 772160 h 772160"/>
                <a:gd name="connsiteX1" fmla="*/ 0 w 380365"/>
                <a:gd name="connsiteY1" fmla="*/ 0 h 772160"/>
                <a:gd name="connsiteX2" fmla="*/ 380365 w 380365"/>
                <a:gd name="connsiteY2" fmla="*/ 0 h 772160"/>
                <a:gd name="connsiteX3" fmla="*/ 380365 w 380365"/>
                <a:gd name="connsiteY3" fmla="*/ 386080 h 772160"/>
                <a:gd name="connsiteX4" fmla="*/ 0 w 380365"/>
                <a:gd name="connsiteY4" fmla="*/ 772160 h 772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365" h="772160">
                  <a:moveTo>
                    <a:pt x="0" y="772160"/>
                  </a:moveTo>
                  <a:lnTo>
                    <a:pt x="0" y="0"/>
                  </a:lnTo>
                  <a:lnTo>
                    <a:pt x="380365" y="0"/>
                  </a:lnTo>
                  <a:lnTo>
                    <a:pt x="380365" y="386080"/>
                  </a:lnTo>
                  <a:cubicBezTo>
                    <a:pt x="380365" y="599313"/>
                    <a:pt x="210058" y="772160"/>
                    <a:pt x="0" y="772160"/>
                  </a:cubicBezTo>
                  <a:close/>
                </a:path>
              </a:pathLst>
            </a:custGeom>
            <a:solidFill>
              <a:srgbClr val="F4F4F4"/>
            </a:solidFill>
            <a:ln w="6347" cap="flat">
              <a:noFill/>
              <a:prstDash val="solid"/>
              <a:miter/>
            </a:ln>
          </p:spPr>
          <p:txBody>
            <a:bodyPr rtlCol="0" anchor="ctr"/>
            <a:lstStyle/>
            <a:p>
              <a:endParaRPr lang="en-ZA"/>
            </a:p>
          </p:txBody>
        </p:sp>
        <p:sp>
          <p:nvSpPr>
            <p:cNvPr id="72" name="Freeform: Shape 71">
              <a:extLst>
                <a:ext uri="{FF2B5EF4-FFF2-40B4-BE49-F238E27FC236}">
                  <a16:creationId xmlns:a16="http://schemas.microsoft.com/office/drawing/2014/main" id="{FE7093CE-D7B5-56BE-AE8F-A62D9411CD5C}"/>
                </a:ext>
              </a:extLst>
            </p:cNvPr>
            <p:cNvSpPr/>
            <p:nvPr/>
          </p:nvSpPr>
          <p:spPr>
            <a:xfrm>
              <a:off x="9175750" y="0"/>
              <a:ext cx="774700" cy="774700"/>
            </a:xfrm>
            <a:custGeom>
              <a:avLst/>
              <a:gdLst>
                <a:gd name="connsiteX0" fmla="*/ 774700 w 774700"/>
                <a:gd name="connsiteY0" fmla="*/ 0 h 774700"/>
                <a:gd name="connsiteX1" fmla="*/ 0 w 774700"/>
                <a:gd name="connsiteY1" fmla="*/ 774700 h 774700"/>
                <a:gd name="connsiteX2" fmla="*/ 774700 w 774700"/>
                <a:gd name="connsiteY2" fmla="*/ 774700 h 774700"/>
                <a:gd name="connsiteX3" fmla="*/ 774700 w 774700"/>
                <a:gd name="connsiteY3" fmla="*/ 0 h 774700"/>
              </a:gdLst>
              <a:ahLst/>
              <a:cxnLst>
                <a:cxn ang="0">
                  <a:pos x="connsiteX0" y="connsiteY0"/>
                </a:cxn>
                <a:cxn ang="0">
                  <a:pos x="connsiteX1" y="connsiteY1"/>
                </a:cxn>
                <a:cxn ang="0">
                  <a:pos x="connsiteX2" y="connsiteY2"/>
                </a:cxn>
                <a:cxn ang="0">
                  <a:pos x="connsiteX3" y="connsiteY3"/>
                </a:cxn>
              </a:cxnLst>
              <a:rect l="l" t="t" r="r" b="b"/>
              <a:pathLst>
                <a:path w="774700" h="774700">
                  <a:moveTo>
                    <a:pt x="774700" y="0"/>
                  </a:moveTo>
                  <a:lnTo>
                    <a:pt x="0" y="774700"/>
                  </a:lnTo>
                  <a:lnTo>
                    <a:pt x="774700" y="774700"/>
                  </a:lnTo>
                  <a:lnTo>
                    <a:pt x="774700" y="0"/>
                  </a:lnTo>
                  <a:close/>
                </a:path>
              </a:pathLst>
            </a:custGeom>
            <a:solidFill>
              <a:srgbClr val="008545"/>
            </a:solidFill>
            <a:ln w="6347" cap="flat">
              <a:noFill/>
              <a:prstDash val="solid"/>
              <a:miter/>
            </a:ln>
          </p:spPr>
          <p:txBody>
            <a:bodyPr rtlCol="0" anchor="ctr"/>
            <a:lstStyle/>
            <a:p>
              <a:endParaRPr lang="en-ZA"/>
            </a:p>
          </p:txBody>
        </p:sp>
        <p:sp>
          <p:nvSpPr>
            <p:cNvPr id="73" name="Freeform: Shape 72">
              <a:extLst>
                <a:ext uri="{FF2B5EF4-FFF2-40B4-BE49-F238E27FC236}">
                  <a16:creationId xmlns:a16="http://schemas.microsoft.com/office/drawing/2014/main" id="{94A64A9B-E23F-AC24-D8DC-5010E4A22893}"/>
                </a:ext>
              </a:extLst>
            </p:cNvPr>
            <p:cNvSpPr/>
            <p:nvPr/>
          </p:nvSpPr>
          <p:spPr>
            <a:xfrm>
              <a:off x="9638410" y="462661"/>
              <a:ext cx="312039" cy="312038"/>
            </a:xfrm>
            <a:custGeom>
              <a:avLst/>
              <a:gdLst>
                <a:gd name="connsiteX0" fmla="*/ 312039 w 312039"/>
                <a:gd name="connsiteY0" fmla="*/ 0 h 312038"/>
                <a:gd name="connsiteX1" fmla="*/ 0 w 312039"/>
                <a:gd name="connsiteY1" fmla="*/ 312039 h 312038"/>
                <a:gd name="connsiteX2" fmla="*/ 312039 w 312039"/>
                <a:gd name="connsiteY2" fmla="*/ 312039 h 312038"/>
                <a:gd name="connsiteX3" fmla="*/ 312039 w 312039"/>
                <a:gd name="connsiteY3" fmla="*/ 0 h 312038"/>
              </a:gdLst>
              <a:ahLst/>
              <a:cxnLst>
                <a:cxn ang="0">
                  <a:pos x="connsiteX0" y="connsiteY0"/>
                </a:cxn>
                <a:cxn ang="0">
                  <a:pos x="connsiteX1" y="connsiteY1"/>
                </a:cxn>
                <a:cxn ang="0">
                  <a:pos x="connsiteX2" y="connsiteY2"/>
                </a:cxn>
                <a:cxn ang="0">
                  <a:pos x="connsiteX3" y="connsiteY3"/>
                </a:cxn>
              </a:cxnLst>
              <a:rect l="l" t="t" r="r" b="b"/>
              <a:pathLst>
                <a:path w="312039" h="312038">
                  <a:moveTo>
                    <a:pt x="312039" y="0"/>
                  </a:moveTo>
                  <a:lnTo>
                    <a:pt x="0" y="312039"/>
                  </a:lnTo>
                  <a:lnTo>
                    <a:pt x="312039" y="312039"/>
                  </a:lnTo>
                  <a:lnTo>
                    <a:pt x="312039" y="0"/>
                  </a:lnTo>
                  <a:close/>
                </a:path>
              </a:pathLst>
            </a:custGeom>
            <a:solidFill>
              <a:srgbClr val="ADD86F"/>
            </a:solidFill>
            <a:ln w="6347" cap="flat">
              <a:noFill/>
              <a:prstDash val="solid"/>
              <a:miter/>
            </a:ln>
          </p:spPr>
          <p:txBody>
            <a:bodyPr rtlCol="0" anchor="ctr"/>
            <a:lstStyle/>
            <a:p>
              <a:endParaRPr lang="en-ZA"/>
            </a:p>
          </p:txBody>
        </p:sp>
        <p:grpSp>
          <p:nvGrpSpPr>
            <p:cNvPr id="74" name="Graphic 19">
              <a:extLst>
                <a:ext uri="{FF2B5EF4-FFF2-40B4-BE49-F238E27FC236}">
                  <a16:creationId xmlns:a16="http://schemas.microsoft.com/office/drawing/2014/main" id="{D8B478F0-6342-7C70-F9F2-269708D93B8C}"/>
                </a:ext>
              </a:extLst>
            </p:cNvPr>
            <p:cNvGrpSpPr/>
            <p:nvPr/>
          </p:nvGrpSpPr>
          <p:grpSpPr>
            <a:xfrm>
              <a:off x="9950577" y="2095"/>
              <a:ext cx="774572" cy="774509"/>
              <a:chOff x="8756777" y="2095"/>
              <a:chExt cx="774572" cy="774509"/>
            </a:xfrm>
          </p:grpSpPr>
          <p:sp>
            <p:nvSpPr>
              <p:cNvPr id="75" name="Freeform: Shape 74">
                <a:extLst>
                  <a:ext uri="{FF2B5EF4-FFF2-40B4-BE49-F238E27FC236}">
                    <a16:creationId xmlns:a16="http://schemas.microsoft.com/office/drawing/2014/main" id="{0D29C1E3-9A83-827C-9539-C908CB0017CA}"/>
                  </a:ext>
                </a:extLst>
              </p:cNvPr>
              <p:cNvSpPr/>
              <p:nvPr/>
            </p:nvSpPr>
            <p:spPr>
              <a:xfrm>
                <a:off x="8756777" y="2095"/>
                <a:ext cx="774572" cy="774509"/>
              </a:xfrm>
              <a:custGeom>
                <a:avLst/>
                <a:gdLst>
                  <a:gd name="connsiteX0" fmla="*/ 774573 w 774572"/>
                  <a:gd name="connsiteY0" fmla="*/ 774510 h 774509"/>
                  <a:gd name="connsiteX1" fmla="*/ 774573 w 774572"/>
                  <a:gd name="connsiteY1" fmla="*/ 0 h 774509"/>
                  <a:gd name="connsiteX2" fmla="*/ 0 w 774572"/>
                  <a:gd name="connsiteY2" fmla="*/ 0 h 774509"/>
                  <a:gd name="connsiteX3" fmla="*/ 0 w 774572"/>
                  <a:gd name="connsiteY3" fmla="*/ 774510 h 774509"/>
                  <a:gd name="connsiteX4" fmla="*/ 774573 w 774572"/>
                  <a:gd name="connsiteY4" fmla="*/ 774510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774573" y="774510"/>
                    </a:moveTo>
                    <a:lnTo>
                      <a:pt x="774573" y="0"/>
                    </a:lnTo>
                    <a:lnTo>
                      <a:pt x="0" y="0"/>
                    </a:lnTo>
                    <a:lnTo>
                      <a:pt x="0" y="774510"/>
                    </a:lnTo>
                    <a:lnTo>
                      <a:pt x="774573" y="774510"/>
                    </a:lnTo>
                    <a:close/>
                  </a:path>
                </a:pathLst>
              </a:custGeom>
              <a:solidFill>
                <a:srgbClr val="F4F4F4"/>
              </a:solidFill>
              <a:ln w="6347" cap="flat">
                <a:noFill/>
                <a:prstDash val="solid"/>
                <a:miter/>
              </a:ln>
            </p:spPr>
            <p:txBody>
              <a:bodyPr rtlCol="0" anchor="ctr"/>
              <a:lstStyle/>
              <a:p>
                <a:endParaRPr lang="en-ZA"/>
              </a:p>
            </p:txBody>
          </p:sp>
          <p:sp>
            <p:nvSpPr>
              <p:cNvPr id="76" name="Freeform: Shape 75">
                <a:extLst>
                  <a:ext uri="{FF2B5EF4-FFF2-40B4-BE49-F238E27FC236}">
                    <a16:creationId xmlns:a16="http://schemas.microsoft.com/office/drawing/2014/main" id="{DAE8E622-891A-0E7E-75F2-48828519B408}"/>
                  </a:ext>
                </a:extLst>
              </p:cNvPr>
              <p:cNvSpPr/>
              <p:nvPr/>
            </p:nvSpPr>
            <p:spPr>
              <a:xfrm>
                <a:off x="8756777" y="2095"/>
                <a:ext cx="774572" cy="774509"/>
              </a:xfrm>
              <a:custGeom>
                <a:avLst/>
                <a:gdLst>
                  <a:gd name="connsiteX0" fmla="*/ 0 w 774572"/>
                  <a:gd name="connsiteY0" fmla="*/ 753555 h 774509"/>
                  <a:gd name="connsiteX1" fmla="*/ 0 w 774572"/>
                  <a:gd name="connsiteY1" fmla="*/ 774510 h 774509"/>
                  <a:gd name="connsiteX2" fmla="*/ 774573 w 774572"/>
                  <a:gd name="connsiteY2" fmla="*/ 0 h 774509"/>
                  <a:gd name="connsiteX3" fmla="*/ 753618 w 774572"/>
                  <a:gd name="connsiteY3" fmla="*/ 0 h 774509"/>
                  <a:gd name="connsiteX4" fmla="*/ 0 w 774572"/>
                  <a:gd name="connsiteY4" fmla="*/ 753618 h 774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4572" h="774509">
                    <a:moveTo>
                      <a:pt x="0" y="753555"/>
                    </a:moveTo>
                    <a:lnTo>
                      <a:pt x="0" y="774510"/>
                    </a:lnTo>
                    <a:cubicBezTo>
                      <a:pt x="427101" y="774510"/>
                      <a:pt x="774573" y="427038"/>
                      <a:pt x="774573" y="0"/>
                    </a:cubicBezTo>
                    <a:lnTo>
                      <a:pt x="753618" y="0"/>
                    </a:lnTo>
                    <a:cubicBezTo>
                      <a:pt x="753618" y="415544"/>
                      <a:pt x="415544" y="753618"/>
                      <a:pt x="0" y="753618"/>
                    </a:cubicBezTo>
                    <a:close/>
                  </a:path>
                </a:pathLst>
              </a:custGeom>
              <a:solidFill>
                <a:srgbClr val="85BF3F"/>
              </a:solidFill>
              <a:ln w="6347" cap="flat">
                <a:noFill/>
                <a:prstDash val="solid"/>
                <a:miter/>
              </a:ln>
            </p:spPr>
            <p:txBody>
              <a:bodyPr rtlCol="0" anchor="ctr"/>
              <a:lstStyle/>
              <a:p>
                <a:endParaRPr lang="en-ZA"/>
              </a:p>
            </p:txBody>
          </p:sp>
          <p:sp>
            <p:nvSpPr>
              <p:cNvPr id="77" name="Freeform: Shape 76">
                <a:extLst>
                  <a:ext uri="{FF2B5EF4-FFF2-40B4-BE49-F238E27FC236}">
                    <a16:creationId xmlns:a16="http://schemas.microsoft.com/office/drawing/2014/main" id="{0DF1CA49-B5C3-E87E-E996-57096D066071}"/>
                  </a:ext>
                </a:extLst>
              </p:cNvPr>
              <p:cNvSpPr/>
              <p:nvPr/>
            </p:nvSpPr>
            <p:spPr>
              <a:xfrm>
                <a:off x="8756777" y="2095"/>
                <a:ext cx="584517" cy="584517"/>
              </a:xfrm>
              <a:custGeom>
                <a:avLst/>
                <a:gdLst>
                  <a:gd name="connsiteX0" fmla="*/ 0 w 584517"/>
                  <a:gd name="connsiteY0" fmla="*/ 563563 h 584517"/>
                  <a:gd name="connsiteX1" fmla="*/ 0 w 584517"/>
                  <a:gd name="connsiteY1" fmla="*/ 584518 h 584517"/>
                  <a:gd name="connsiteX2" fmla="*/ 584517 w 584517"/>
                  <a:gd name="connsiteY2" fmla="*/ 0 h 584517"/>
                  <a:gd name="connsiteX3" fmla="*/ 563563 w 584517"/>
                  <a:gd name="connsiteY3" fmla="*/ 0 h 584517"/>
                  <a:gd name="connsiteX4" fmla="*/ 0 w 584517"/>
                  <a:gd name="connsiteY4" fmla="*/ 563563 h 58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517" h="584517">
                    <a:moveTo>
                      <a:pt x="0" y="563563"/>
                    </a:moveTo>
                    <a:lnTo>
                      <a:pt x="0" y="584518"/>
                    </a:lnTo>
                    <a:cubicBezTo>
                      <a:pt x="322326" y="584518"/>
                      <a:pt x="584517" y="322263"/>
                      <a:pt x="584517" y="0"/>
                    </a:cubicBezTo>
                    <a:lnTo>
                      <a:pt x="563563" y="0"/>
                    </a:lnTo>
                    <a:cubicBezTo>
                      <a:pt x="563563" y="310769"/>
                      <a:pt x="310769" y="563563"/>
                      <a:pt x="0" y="563563"/>
                    </a:cubicBezTo>
                    <a:close/>
                  </a:path>
                </a:pathLst>
              </a:custGeom>
              <a:solidFill>
                <a:srgbClr val="85BF3F"/>
              </a:solidFill>
              <a:ln w="6347" cap="flat">
                <a:noFill/>
                <a:prstDash val="solid"/>
                <a:miter/>
              </a:ln>
            </p:spPr>
            <p:txBody>
              <a:bodyPr rtlCol="0" anchor="ctr"/>
              <a:lstStyle/>
              <a:p>
                <a:endParaRPr lang="en-ZA"/>
              </a:p>
            </p:txBody>
          </p:sp>
          <p:sp>
            <p:nvSpPr>
              <p:cNvPr id="78" name="Freeform: Shape 77">
                <a:extLst>
                  <a:ext uri="{FF2B5EF4-FFF2-40B4-BE49-F238E27FC236}">
                    <a16:creationId xmlns:a16="http://schemas.microsoft.com/office/drawing/2014/main" id="{9550BAED-4651-5A05-D934-7A21539562A6}"/>
                  </a:ext>
                </a:extLst>
              </p:cNvPr>
              <p:cNvSpPr/>
              <p:nvPr/>
            </p:nvSpPr>
            <p:spPr>
              <a:xfrm>
                <a:off x="8756777" y="2095"/>
                <a:ext cx="392493" cy="392493"/>
              </a:xfrm>
              <a:custGeom>
                <a:avLst/>
                <a:gdLst>
                  <a:gd name="connsiteX0" fmla="*/ 0 w 392493"/>
                  <a:gd name="connsiteY0" fmla="*/ 371539 h 392493"/>
                  <a:gd name="connsiteX1" fmla="*/ 0 w 392493"/>
                  <a:gd name="connsiteY1" fmla="*/ 392494 h 392493"/>
                  <a:gd name="connsiteX2" fmla="*/ 392494 w 392493"/>
                  <a:gd name="connsiteY2" fmla="*/ 0 h 392493"/>
                  <a:gd name="connsiteX3" fmla="*/ 371539 w 392493"/>
                  <a:gd name="connsiteY3" fmla="*/ 0 h 392493"/>
                  <a:gd name="connsiteX4" fmla="*/ 0 w 392493"/>
                  <a:gd name="connsiteY4" fmla="*/ 371539 h 392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493" h="392493">
                    <a:moveTo>
                      <a:pt x="0" y="371539"/>
                    </a:moveTo>
                    <a:lnTo>
                      <a:pt x="0" y="392494"/>
                    </a:lnTo>
                    <a:cubicBezTo>
                      <a:pt x="216408" y="392494"/>
                      <a:pt x="392494" y="216408"/>
                      <a:pt x="392494" y="0"/>
                    </a:cubicBezTo>
                    <a:lnTo>
                      <a:pt x="371539" y="0"/>
                    </a:lnTo>
                    <a:cubicBezTo>
                      <a:pt x="371539" y="204914"/>
                      <a:pt x="204851" y="371539"/>
                      <a:pt x="0" y="371539"/>
                    </a:cubicBezTo>
                    <a:close/>
                  </a:path>
                </a:pathLst>
              </a:custGeom>
              <a:solidFill>
                <a:srgbClr val="85BF3F"/>
              </a:solidFill>
              <a:ln w="6347" cap="flat">
                <a:noFill/>
                <a:prstDash val="solid"/>
                <a:miter/>
              </a:ln>
            </p:spPr>
            <p:txBody>
              <a:bodyPr rtlCol="0" anchor="ctr"/>
              <a:lstStyle/>
              <a:p>
                <a:endParaRPr lang="en-ZA"/>
              </a:p>
            </p:txBody>
          </p:sp>
          <p:sp>
            <p:nvSpPr>
              <p:cNvPr id="79" name="Freeform: Shape 78">
                <a:extLst>
                  <a:ext uri="{FF2B5EF4-FFF2-40B4-BE49-F238E27FC236}">
                    <a16:creationId xmlns:a16="http://schemas.microsoft.com/office/drawing/2014/main" id="{28B2191F-9E12-C8C7-E241-F68FB5407603}"/>
                  </a:ext>
                </a:extLst>
              </p:cNvPr>
              <p:cNvSpPr/>
              <p:nvPr/>
            </p:nvSpPr>
            <p:spPr>
              <a:xfrm>
                <a:off x="8756777" y="2095"/>
                <a:ext cx="226313" cy="226314"/>
              </a:xfrm>
              <a:custGeom>
                <a:avLst/>
                <a:gdLst>
                  <a:gd name="connsiteX0" fmla="*/ 0 w 226313"/>
                  <a:gd name="connsiteY0" fmla="*/ 205359 h 226314"/>
                  <a:gd name="connsiteX1" fmla="*/ 0 w 226313"/>
                  <a:gd name="connsiteY1" fmla="*/ 226314 h 226314"/>
                  <a:gd name="connsiteX2" fmla="*/ 226314 w 226313"/>
                  <a:gd name="connsiteY2" fmla="*/ 0 h 226314"/>
                  <a:gd name="connsiteX3" fmla="*/ 205359 w 226313"/>
                  <a:gd name="connsiteY3" fmla="*/ 0 h 226314"/>
                  <a:gd name="connsiteX4" fmla="*/ 0 w 226313"/>
                  <a:gd name="connsiteY4" fmla="*/ 205359 h 2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13" h="226314">
                    <a:moveTo>
                      <a:pt x="0" y="205359"/>
                    </a:moveTo>
                    <a:lnTo>
                      <a:pt x="0" y="226314"/>
                    </a:lnTo>
                    <a:cubicBezTo>
                      <a:pt x="124777" y="226314"/>
                      <a:pt x="226314" y="124778"/>
                      <a:pt x="226314" y="0"/>
                    </a:cubicBezTo>
                    <a:lnTo>
                      <a:pt x="205359" y="0"/>
                    </a:lnTo>
                    <a:cubicBezTo>
                      <a:pt x="205359" y="113284"/>
                      <a:pt x="113220" y="205359"/>
                      <a:pt x="0" y="205359"/>
                    </a:cubicBezTo>
                    <a:close/>
                  </a:path>
                </a:pathLst>
              </a:custGeom>
              <a:solidFill>
                <a:srgbClr val="85BF3F"/>
              </a:solidFill>
              <a:ln w="6347" cap="flat">
                <a:noFill/>
                <a:prstDash val="solid"/>
                <a:miter/>
              </a:ln>
            </p:spPr>
            <p:txBody>
              <a:bodyPr rtlCol="0" anchor="ctr"/>
              <a:lstStyle/>
              <a:p>
                <a:endParaRPr lang="en-ZA"/>
              </a:p>
            </p:txBody>
          </p:sp>
        </p:grpSp>
      </p:grpSp>
      <p:sp>
        <p:nvSpPr>
          <p:cNvPr id="197" name="Rectangle 196">
            <a:extLst>
              <a:ext uri="{FF2B5EF4-FFF2-40B4-BE49-F238E27FC236}">
                <a16:creationId xmlns:a16="http://schemas.microsoft.com/office/drawing/2014/main" id="{B83B58E1-4E7C-23AC-E8AB-A6BC36987D93}"/>
              </a:ext>
            </a:extLst>
          </p:cNvPr>
          <p:cNvSpPr/>
          <p:nvPr/>
        </p:nvSpPr>
        <p:spPr>
          <a:xfrm>
            <a:off x="0" y="6444619"/>
            <a:ext cx="12192000" cy="43099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2141689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reen Var Cover">
    <p:bg>
      <p:bgPr>
        <a:solidFill>
          <a:srgbClr val="003818"/>
        </a:solidFill>
        <a:effectLst/>
      </p:bgPr>
    </p:bg>
    <p:spTree>
      <p:nvGrpSpPr>
        <p:cNvPr id="1" name=""/>
        <p:cNvGrpSpPr/>
        <p:nvPr/>
      </p:nvGrpSpPr>
      <p:grpSpPr>
        <a:xfrm>
          <a:off x="0" y="0"/>
          <a:ext cx="0" cy="0"/>
          <a:chOff x="0" y="0"/>
          <a:chExt cx="0" cy="0"/>
        </a:xfrm>
      </p:grpSpPr>
      <p:grpSp>
        <p:nvGrpSpPr>
          <p:cNvPr id="223" name="Group 222">
            <a:extLst>
              <a:ext uri="{FF2B5EF4-FFF2-40B4-BE49-F238E27FC236}">
                <a16:creationId xmlns:a16="http://schemas.microsoft.com/office/drawing/2014/main" id="{0CA4C240-562A-E38E-FB3B-0DE65FF370AF}"/>
              </a:ext>
            </a:extLst>
          </p:cNvPr>
          <p:cNvGrpSpPr/>
          <p:nvPr/>
        </p:nvGrpSpPr>
        <p:grpSpPr>
          <a:xfrm>
            <a:off x="-23160" y="1547770"/>
            <a:ext cx="6697670" cy="5048029"/>
            <a:chOff x="-6692923" y="-3207222"/>
            <a:chExt cx="6697670" cy="5048029"/>
          </a:xfrm>
        </p:grpSpPr>
        <p:sp>
          <p:nvSpPr>
            <p:cNvPr id="7" name="Freeform: Shape 6">
              <a:extLst>
                <a:ext uri="{FF2B5EF4-FFF2-40B4-BE49-F238E27FC236}">
                  <a16:creationId xmlns:a16="http://schemas.microsoft.com/office/drawing/2014/main" id="{305C6822-AE77-F53B-33B7-95EEE310AA42}"/>
                </a:ext>
              </a:extLst>
            </p:cNvPr>
            <p:cNvSpPr/>
            <p:nvPr/>
          </p:nvSpPr>
          <p:spPr>
            <a:xfrm>
              <a:off x="-6676592" y="-3207222"/>
              <a:ext cx="1632320" cy="1682676"/>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008545"/>
            </a:solidFill>
            <a:ln w="8399" cap="flat">
              <a:noFill/>
              <a:prstDash val="solid"/>
              <a:miter/>
            </a:ln>
          </p:spPr>
          <p:txBody>
            <a:bodyPr rtlCol="0" anchor="ctr"/>
            <a:lstStyle/>
            <a:p>
              <a:endParaRPr lang="en-ZA"/>
            </a:p>
          </p:txBody>
        </p:sp>
        <p:sp>
          <p:nvSpPr>
            <p:cNvPr id="8" name="Freeform: Shape 7">
              <a:extLst>
                <a:ext uri="{FF2B5EF4-FFF2-40B4-BE49-F238E27FC236}">
                  <a16:creationId xmlns:a16="http://schemas.microsoft.com/office/drawing/2014/main" id="{FEE0FE2F-C9C0-1F0A-C173-6FE7F607FCAD}"/>
                </a:ext>
              </a:extLst>
            </p:cNvPr>
            <p:cNvSpPr/>
            <p:nvPr/>
          </p:nvSpPr>
          <p:spPr>
            <a:xfrm>
              <a:off x="-6676592" y="-3207222"/>
              <a:ext cx="1632320" cy="1682676"/>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chemeClr val="accent5"/>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A1A2C3AB-1E88-A63A-9622-F45137ECD180}"/>
                </a:ext>
              </a:extLst>
            </p:cNvPr>
            <p:cNvSpPr/>
            <p:nvPr/>
          </p:nvSpPr>
          <p:spPr>
            <a:xfrm>
              <a:off x="-6676592" y="-3207222"/>
              <a:ext cx="1632320" cy="1682676"/>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003818"/>
            </a:solidFill>
            <a:ln w="8399" cap="flat">
              <a:noFill/>
              <a:prstDash val="solid"/>
              <a:miter/>
            </a:ln>
          </p:spPr>
          <p:txBody>
            <a:bodyPr rtlCol="0" anchor="ctr"/>
            <a:lstStyle/>
            <a:p>
              <a:endParaRPr lang="en-ZA"/>
            </a:p>
          </p:txBody>
        </p:sp>
        <p:sp>
          <p:nvSpPr>
            <p:cNvPr id="10" name="Freeform: Shape 9">
              <a:extLst>
                <a:ext uri="{FF2B5EF4-FFF2-40B4-BE49-F238E27FC236}">
                  <a16:creationId xmlns:a16="http://schemas.microsoft.com/office/drawing/2014/main" id="{28CF1FE1-E80B-E4AF-A3E3-B97C724317DC}"/>
                </a:ext>
              </a:extLst>
            </p:cNvPr>
            <p:cNvSpPr/>
            <p:nvPr/>
          </p:nvSpPr>
          <p:spPr>
            <a:xfrm>
              <a:off x="-5043220" y="-1524546"/>
              <a:ext cx="1682676" cy="1699193"/>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chemeClr val="accent5"/>
            </a:solidFill>
            <a:ln w="8399" cap="flat">
              <a:noFill/>
              <a:prstDash val="solid"/>
              <a:miter/>
            </a:ln>
          </p:spPr>
          <p:txBody>
            <a:bodyPr rtlCol="0" anchor="ctr"/>
            <a:lstStyle/>
            <a:p>
              <a:endParaRPr lang="en-ZA"/>
            </a:p>
          </p:txBody>
        </p:sp>
        <p:sp>
          <p:nvSpPr>
            <p:cNvPr id="11" name="Freeform: Shape 10">
              <a:extLst>
                <a:ext uri="{FF2B5EF4-FFF2-40B4-BE49-F238E27FC236}">
                  <a16:creationId xmlns:a16="http://schemas.microsoft.com/office/drawing/2014/main" id="{57E661E9-5A92-CBD9-3171-41C8BAFEBB5C}"/>
                </a:ext>
              </a:extLst>
            </p:cNvPr>
            <p:cNvSpPr/>
            <p:nvPr/>
          </p:nvSpPr>
          <p:spPr>
            <a:xfrm>
              <a:off x="-5043220" y="-1524484"/>
              <a:ext cx="1682676" cy="1699193"/>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003818"/>
            </a:solidFill>
            <a:ln w="83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A8307B28-B3B4-B465-ACCA-140400B8B7A2}"/>
                </a:ext>
              </a:extLst>
            </p:cNvPr>
            <p:cNvSpPr/>
            <p:nvPr/>
          </p:nvSpPr>
          <p:spPr>
            <a:xfrm>
              <a:off x="-3376875" y="-1524546"/>
              <a:ext cx="3381622" cy="3365353"/>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003818"/>
            </a:solidFill>
            <a:ln w="83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751242F7-D5CB-983D-82A7-1D105C8AEE5B}"/>
                </a:ext>
              </a:extLst>
            </p:cNvPr>
            <p:cNvSpPr/>
            <p:nvPr/>
          </p:nvSpPr>
          <p:spPr>
            <a:xfrm>
              <a:off x="-3376875" y="-1524546"/>
              <a:ext cx="3381622" cy="3365353"/>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006434"/>
            </a:solidFill>
            <a:ln w="83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87344BC9-150F-3C26-8F36-43EC1E7925F9}"/>
                </a:ext>
              </a:extLst>
            </p:cNvPr>
            <p:cNvSpPr/>
            <p:nvPr/>
          </p:nvSpPr>
          <p:spPr>
            <a:xfrm>
              <a:off x="-3376875" y="-975882"/>
              <a:ext cx="2830360" cy="2816688"/>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chemeClr val="accent5"/>
              </a:solid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542CEB1B-622C-693B-6F2A-3D381F9A9520}"/>
                </a:ext>
              </a:extLst>
            </p:cNvPr>
            <p:cNvSpPr/>
            <p:nvPr/>
          </p:nvSpPr>
          <p:spPr>
            <a:xfrm>
              <a:off x="-3377061" y="-435323"/>
              <a:ext cx="2287141" cy="2276129"/>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chemeClr val="accent5"/>
              </a:solid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C07B092E-D720-D515-5AFC-54D5B546EE05}"/>
                </a:ext>
              </a:extLst>
            </p:cNvPr>
            <p:cNvSpPr/>
            <p:nvPr/>
          </p:nvSpPr>
          <p:spPr>
            <a:xfrm>
              <a:off x="-3376875" y="124910"/>
              <a:ext cx="1724186" cy="1715896"/>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chemeClr val="accent5"/>
              </a:solid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520D0B7D-17B1-4846-08FF-7C88CA5DB5E3}"/>
                </a:ext>
              </a:extLst>
            </p:cNvPr>
            <p:cNvSpPr/>
            <p:nvPr/>
          </p:nvSpPr>
          <p:spPr>
            <a:xfrm>
              <a:off x="-3376875" y="702835"/>
              <a:ext cx="1143477" cy="113797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chemeClr val="accent5"/>
              </a:solid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804E04CC-1B01-AC03-3C86-EA1994CE1083}"/>
                </a:ext>
              </a:extLst>
            </p:cNvPr>
            <p:cNvSpPr/>
            <p:nvPr/>
          </p:nvSpPr>
          <p:spPr>
            <a:xfrm>
              <a:off x="-6692923" y="-1524423"/>
              <a:ext cx="1649703" cy="1649579"/>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008545"/>
            </a:solidFill>
            <a:ln w="8399"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00D68886-EBDC-D0F8-B516-E541E8E836C8}"/>
                </a:ext>
              </a:extLst>
            </p:cNvPr>
            <p:cNvSpPr/>
            <p:nvPr/>
          </p:nvSpPr>
          <p:spPr>
            <a:xfrm>
              <a:off x="-6692923" y="-1524484"/>
              <a:ext cx="824821" cy="824821"/>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003818"/>
            </a:solidFill>
            <a:ln w="83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442D47E3-0591-7003-AEC7-5AB8D214F97D}"/>
                </a:ext>
              </a:extLst>
            </p:cNvPr>
            <p:cNvSpPr/>
            <p:nvPr/>
          </p:nvSpPr>
          <p:spPr>
            <a:xfrm>
              <a:off x="-5868041" y="-1524546"/>
              <a:ext cx="824821" cy="824821"/>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003818"/>
            </a:solidFill>
            <a:ln w="8399" cap="flat">
              <a:noFill/>
              <a:prstDash val="solid"/>
              <a:miter/>
            </a:ln>
          </p:spPr>
          <p:txBody>
            <a:bodyPr rtlCol="0" anchor="ctr"/>
            <a:lstStyle/>
            <a:p>
              <a:endParaRPr lang="en-ZA"/>
            </a:p>
          </p:txBody>
        </p:sp>
        <p:sp>
          <p:nvSpPr>
            <p:cNvPr id="21" name="Freeform: Shape 20">
              <a:extLst>
                <a:ext uri="{FF2B5EF4-FFF2-40B4-BE49-F238E27FC236}">
                  <a16:creationId xmlns:a16="http://schemas.microsoft.com/office/drawing/2014/main" id="{B2F402DA-6D81-20C7-50D6-46D67C0DCC51}"/>
                </a:ext>
              </a:extLst>
            </p:cNvPr>
            <p:cNvSpPr/>
            <p:nvPr/>
          </p:nvSpPr>
          <p:spPr>
            <a:xfrm>
              <a:off x="-6692923" y="-699725"/>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003818"/>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5470FE27-3443-C56D-0B57-90B00F88944B}"/>
                </a:ext>
              </a:extLst>
            </p:cNvPr>
            <p:cNvSpPr/>
            <p:nvPr/>
          </p:nvSpPr>
          <p:spPr>
            <a:xfrm>
              <a:off x="-5868041" y="-699725"/>
              <a:ext cx="824821" cy="824882"/>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003818"/>
            </a:solidFill>
            <a:ln w="83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1972DE29-121A-811A-3113-0415D5F176ED}"/>
                </a:ext>
              </a:extLst>
            </p:cNvPr>
            <p:cNvSpPr/>
            <p:nvPr/>
          </p:nvSpPr>
          <p:spPr>
            <a:xfrm>
              <a:off x="-6676592" y="125157"/>
              <a:ext cx="1633371" cy="1703585"/>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006434"/>
            </a:solidFill>
            <a:ln w="8399"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A0765627-7940-B86A-9041-AAB94171BBF1}"/>
                </a:ext>
              </a:extLst>
            </p:cNvPr>
            <p:cNvSpPr/>
            <p:nvPr/>
          </p:nvSpPr>
          <p:spPr>
            <a:xfrm>
              <a:off x="-6676592" y="188752"/>
              <a:ext cx="1634175" cy="1639990"/>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008545"/>
            </a:solidFill>
            <a:ln w="8399"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F549C931-FDCC-B214-BEE1-A1B503824AB8}"/>
                </a:ext>
              </a:extLst>
            </p:cNvPr>
            <p:cNvSpPr/>
            <p:nvPr/>
          </p:nvSpPr>
          <p:spPr>
            <a:xfrm>
              <a:off x="-5700330" y="1110389"/>
              <a:ext cx="657914" cy="728067"/>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chemeClr val="accent5"/>
            </a:solidFill>
            <a:ln w="8399" cap="flat">
              <a:no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DCCD9CB4-D09A-6FFE-21A8-50B953125B36}"/>
                </a:ext>
              </a:extLst>
            </p:cNvPr>
            <p:cNvSpPr/>
            <p:nvPr/>
          </p:nvSpPr>
          <p:spPr>
            <a:xfrm>
              <a:off x="-6676592" y="125157"/>
              <a:ext cx="874434" cy="800693"/>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9C805D"/>
            </a:solidFill>
            <a:ln w="8399" cap="flat">
              <a:noFill/>
              <a:prstDash val="solid"/>
              <a:miter/>
            </a:ln>
          </p:spPr>
          <p:txBody>
            <a:bodyPr rtlCol="0" anchor="ctr"/>
            <a:lstStyle/>
            <a:p>
              <a:endParaRPr lang="en-ZA"/>
            </a:p>
          </p:txBody>
        </p:sp>
      </p:grpSp>
      <p:sp>
        <p:nvSpPr>
          <p:cNvPr id="222" name="Rectangle 221">
            <a:extLst>
              <a:ext uri="{FF2B5EF4-FFF2-40B4-BE49-F238E27FC236}">
                <a16:creationId xmlns:a16="http://schemas.microsoft.com/office/drawing/2014/main" id="{59E4994D-68D0-A472-3417-80CB53FD8BDE}"/>
              </a:ext>
            </a:extLst>
          </p:cNvPr>
          <p:cNvSpPr/>
          <p:nvPr/>
        </p:nvSpPr>
        <p:spPr>
          <a:xfrm>
            <a:off x="0" y="6444619"/>
            <a:ext cx="12192000" cy="430998"/>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083095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2EF3529-39E0-8463-443F-C5C636898D8D}"/>
              </a:ext>
            </a:extLst>
          </p:cNvPr>
          <p:cNvSpPr/>
          <p:nvPr/>
        </p:nvSpPr>
        <p:spPr>
          <a:xfrm>
            <a:off x="0" y="0"/>
            <a:ext cx="12192000" cy="68808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7" name="Graphic 6">
            <a:extLst>
              <a:ext uri="{FF2B5EF4-FFF2-40B4-BE49-F238E27FC236}">
                <a16:creationId xmlns:a16="http://schemas.microsoft.com/office/drawing/2014/main" id="{50A8A194-8C25-A2F8-D8E4-809D2DC46F7F}"/>
              </a:ext>
            </a:extLst>
          </p:cNvPr>
          <p:cNvPicPr>
            <a:picLocks noChangeAspect="1"/>
          </p:cNvPicPr>
          <p:nvPr/>
        </p:nvPicPr>
        <p:blipFill>
          <a:blip>
            <a:extLst>
              <a:ext uri="{96DAC541-7B7A-43D3-8B79-37D633B846F1}">
                <asvg:svgBlip xmlns:asvg="http://schemas.microsoft.com/office/drawing/2016/SVG/main" r:embed="rId2"/>
              </a:ext>
            </a:extLst>
          </a:blip>
          <a:srcRect r="25556"/>
          <a:stretch/>
        </p:blipFill>
        <p:spPr>
          <a:xfrm>
            <a:off x="5352690" y="15240"/>
            <a:ext cx="6829864" cy="6880860"/>
          </a:xfrm>
          <a:prstGeom prst="rect">
            <a:avLst/>
          </a:prstGeom>
        </p:spPr>
      </p:pic>
      <p:sp>
        <p:nvSpPr>
          <p:cNvPr id="5" name="Slide Number Placeholder 4">
            <a:extLst>
              <a:ext uri="{FF2B5EF4-FFF2-40B4-BE49-F238E27FC236}">
                <a16:creationId xmlns:a16="http://schemas.microsoft.com/office/drawing/2014/main" id="{B4AA8C9C-E4CA-A0C2-BF84-CC7596B5502C}"/>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1734104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438491CB-0E59-0580-2119-5498C9A20FBA}"/>
              </a:ext>
            </a:extLst>
          </p:cNvPr>
          <p:cNvSpPr>
            <a:spLocks noGrp="1"/>
          </p:cNvSpPr>
          <p:nvPr>
            <p:ph type="pic" sz="quarter" idx="13"/>
          </p:nvPr>
        </p:nvSpPr>
        <p:spPr>
          <a:xfrm>
            <a:off x="5114926" y="0"/>
            <a:ext cx="4787846" cy="6858000"/>
          </a:xfrm>
        </p:spPr>
        <p:txBody>
          <a:bodyPr/>
          <a:lstStyle/>
          <a:p>
            <a:endParaRPr lang="en-ZA"/>
          </a:p>
        </p:txBody>
      </p:sp>
      <p:sp>
        <p:nvSpPr>
          <p:cNvPr id="7" name="Rectangle 6">
            <a:extLst>
              <a:ext uri="{FF2B5EF4-FFF2-40B4-BE49-F238E27FC236}">
                <a16:creationId xmlns:a16="http://schemas.microsoft.com/office/drawing/2014/main" id="{1A9B5637-C73F-A33C-69D9-80BB032709D2}"/>
              </a:ext>
            </a:extLst>
          </p:cNvPr>
          <p:cNvSpPr/>
          <p:nvPr/>
        </p:nvSpPr>
        <p:spPr>
          <a:xfrm>
            <a:off x="-1" y="0"/>
            <a:ext cx="511426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13" name="Graphic 10">
            <a:extLst>
              <a:ext uri="{FF2B5EF4-FFF2-40B4-BE49-F238E27FC236}">
                <a16:creationId xmlns:a16="http://schemas.microsoft.com/office/drawing/2014/main" id="{107C579C-5ED4-B0F7-EB5B-B307FC432A38}"/>
              </a:ext>
            </a:extLst>
          </p:cNvPr>
          <p:cNvGrpSpPr/>
          <p:nvPr/>
        </p:nvGrpSpPr>
        <p:grpSpPr>
          <a:xfrm>
            <a:off x="9903436" y="4571149"/>
            <a:ext cx="2288564" cy="2288564"/>
            <a:chOff x="9659449" y="4405026"/>
            <a:chExt cx="2454687" cy="2454687"/>
          </a:xfrm>
        </p:grpSpPr>
        <p:sp>
          <p:nvSpPr>
            <p:cNvPr id="14" name="Freeform: Shape 13">
              <a:extLst>
                <a:ext uri="{FF2B5EF4-FFF2-40B4-BE49-F238E27FC236}">
                  <a16:creationId xmlns:a16="http://schemas.microsoft.com/office/drawing/2014/main" id="{4AFB27C5-9EDE-AE39-272F-0572C15BE9DC}"/>
                </a:ext>
              </a:extLst>
            </p:cNvPr>
            <p:cNvSpPr/>
            <p:nvPr/>
          </p:nvSpPr>
          <p:spPr>
            <a:xfrm rot="10800000">
              <a:off x="9659449" y="4405121"/>
              <a:ext cx="2454592" cy="2454592"/>
            </a:xfrm>
            <a:custGeom>
              <a:avLst/>
              <a:gdLst>
                <a:gd name="connsiteX0" fmla="*/ 0 w 2454592"/>
                <a:gd name="connsiteY0" fmla="*/ 0 h 2454592"/>
                <a:gd name="connsiteX1" fmla="*/ 2454593 w 2454592"/>
                <a:gd name="connsiteY1" fmla="*/ 0 h 2454592"/>
                <a:gd name="connsiteX2" fmla="*/ 2454593 w 2454592"/>
                <a:gd name="connsiteY2" fmla="*/ 2454593 h 2454592"/>
                <a:gd name="connsiteX3" fmla="*/ 0 w 2454592"/>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2454592" h="2454592">
                  <a:moveTo>
                    <a:pt x="0" y="0"/>
                  </a:moveTo>
                  <a:lnTo>
                    <a:pt x="2454593" y="0"/>
                  </a:lnTo>
                  <a:lnTo>
                    <a:pt x="2454593" y="2454593"/>
                  </a:lnTo>
                  <a:lnTo>
                    <a:pt x="0" y="2454593"/>
                  </a:lnTo>
                  <a:close/>
                </a:path>
              </a:pathLst>
            </a:custGeom>
            <a:solidFill>
              <a:srgbClr val="F4F4F4"/>
            </a:solidFill>
            <a:ln w="9525" cap="flat">
              <a:noFill/>
              <a:prstDash val="solid"/>
              <a:miter/>
            </a:ln>
          </p:spPr>
          <p:txBody>
            <a:bodyPr rtlCol="0" anchor="ctr"/>
            <a:lstStyle/>
            <a:p>
              <a:endParaRPr lang="en-ZA"/>
            </a:p>
          </p:txBody>
        </p:sp>
        <p:grpSp>
          <p:nvGrpSpPr>
            <p:cNvPr id="15" name="Graphic 10">
              <a:extLst>
                <a:ext uri="{FF2B5EF4-FFF2-40B4-BE49-F238E27FC236}">
                  <a16:creationId xmlns:a16="http://schemas.microsoft.com/office/drawing/2014/main" id="{472DE2D7-1AAC-739C-2D8F-DC8581E99D4C}"/>
                </a:ext>
              </a:extLst>
            </p:cNvPr>
            <p:cNvGrpSpPr/>
            <p:nvPr/>
          </p:nvGrpSpPr>
          <p:grpSpPr>
            <a:xfrm>
              <a:off x="9659449" y="4405026"/>
              <a:ext cx="2454687" cy="2454687"/>
              <a:chOff x="9659449" y="4405026"/>
              <a:chExt cx="2454687" cy="2454687"/>
            </a:xfrm>
            <a:solidFill>
              <a:srgbClr val="008545"/>
            </a:solidFill>
          </p:grpSpPr>
          <p:sp>
            <p:nvSpPr>
              <p:cNvPr id="16" name="Freeform: Shape 15">
                <a:extLst>
                  <a:ext uri="{FF2B5EF4-FFF2-40B4-BE49-F238E27FC236}">
                    <a16:creationId xmlns:a16="http://schemas.microsoft.com/office/drawing/2014/main" id="{54B07176-7E9D-16F1-2B8D-CC1DF8A28C9B}"/>
                  </a:ext>
                </a:extLst>
              </p:cNvPr>
              <p:cNvSpPr/>
              <p:nvPr/>
            </p:nvSpPr>
            <p:spPr>
              <a:xfrm>
                <a:off x="9659449" y="4405122"/>
                <a:ext cx="2454592" cy="2454592"/>
              </a:xfrm>
              <a:custGeom>
                <a:avLst/>
                <a:gdLst>
                  <a:gd name="connsiteX0" fmla="*/ 66389 w 2454592"/>
                  <a:gd name="connsiteY0" fmla="*/ 0 h 2454592"/>
                  <a:gd name="connsiteX1" fmla="*/ 0 w 2454592"/>
                  <a:gd name="connsiteY1" fmla="*/ 0 h 2454592"/>
                  <a:gd name="connsiteX2" fmla="*/ 2454593 w 2454592"/>
                  <a:gd name="connsiteY2" fmla="*/ 2454592 h 2454592"/>
                  <a:gd name="connsiteX3" fmla="*/ 2454593 w 2454592"/>
                  <a:gd name="connsiteY3" fmla="*/ 2388203 h 2454592"/>
                  <a:gd name="connsiteX4" fmla="*/ 66389 w 2454592"/>
                  <a:gd name="connsiteY4" fmla="*/ 0 h 2454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54592" h="2454592">
                    <a:moveTo>
                      <a:pt x="66389" y="0"/>
                    </a:moveTo>
                    <a:lnTo>
                      <a:pt x="0" y="0"/>
                    </a:lnTo>
                    <a:cubicBezTo>
                      <a:pt x="0" y="1353502"/>
                      <a:pt x="1101185" y="2454592"/>
                      <a:pt x="2454593" y="2454592"/>
                    </a:cubicBezTo>
                    <a:lnTo>
                      <a:pt x="2454593" y="2388203"/>
                    </a:lnTo>
                    <a:cubicBezTo>
                      <a:pt x="1137761" y="2388203"/>
                      <a:pt x="66389" y="1316831"/>
                      <a:pt x="66389" y="0"/>
                    </a:cubicBezTo>
                    <a:close/>
                  </a:path>
                </a:pathLst>
              </a:custGeom>
              <a:solidFill>
                <a:schemeClr val="tx2"/>
              </a:solidFill>
              <a:ln w="9525"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23F01FCE-1B24-DE78-33CA-92B1C62B7B36}"/>
                  </a:ext>
                </a:extLst>
              </p:cNvPr>
              <p:cNvSpPr/>
              <p:nvPr/>
            </p:nvSpPr>
            <p:spPr>
              <a:xfrm>
                <a:off x="10261619" y="4405122"/>
                <a:ext cx="1852517" cy="1852517"/>
              </a:xfrm>
              <a:custGeom>
                <a:avLst/>
                <a:gdLst>
                  <a:gd name="connsiteX0" fmla="*/ 66389 w 1852517"/>
                  <a:gd name="connsiteY0" fmla="*/ 0 h 1852517"/>
                  <a:gd name="connsiteX1" fmla="*/ 0 w 1852517"/>
                  <a:gd name="connsiteY1" fmla="*/ 0 h 1852517"/>
                  <a:gd name="connsiteX2" fmla="*/ 1852517 w 1852517"/>
                  <a:gd name="connsiteY2" fmla="*/ 1852517 h 1852517"/>
                  <a:gd name="connsiteX3" fmla="*/ 1852517 w 1852517"/>
                  <a:gd name="connsiteY3" fmla="*/ 1786128 h 1852517"/>
                  <a:gd name="connsiteX4" fmla="*/ 66389 w 1852517"/>
                  <a:gd name="connsiteY4" fmla="*/ 0 h 1852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2517" h="1852517">
                    <a:moveTo>
                      <a:pt x="66389" y="0"/>
                    </a:moveTo>
                    <a:lnTo>
                      <a:pt x="0" y="0"/>
                    </a:lnTo>
                    <a:cubicBezTo>
                      <a:pt x="0" y="1021461"/>
                      <a:pt x="831056" y="1852517"/>
                      <a:pt x="1852517" y="1852517"/>
                    </a:cubicBezTo>
                    <a:lnTo>
                      <a:pt x="1852517" y="1786128"/>
                    </a:lnTo>
                    <a:cubicBezTo>
                      <a:pt x="867632" y="1786128"/>
                      <a:pt x="66389" y="984885"/>
                      <a:pt x="66389" y="0"/>
                    </a:cubicBezTo>
                    <a:close/>
                  </a:path>
                </a:pathLst>
              </a:custGeom>
              <a:solidFill>
                <a:schemeClr val="tx2"/>
              </a:solidFill>
              <a:ln w="9525" cap="flat">
                <a:noFill/>
                <a:prstDash val="solid"/>
                <a:miter/>
              </a:ln>
            </p:spPr>
            <p:txBody>
              <a:bodyPr rtlCol="0" anchor="ctr"/>
              <a:lstStyle/>
              <a:p>
                <a:endParaRPr lang="en-ZA"/>
              </a:p>
            </p:txBody>
          </p:sp>
          <p:sp>
            <p:nvSpPr>
              <p:cNvPr id="18" name="Freeform: Shape 17">
                <a:extLst>
                  <a:ext uri="{FF2B5EF4-FFF2-40B4-BE49-F238E27FC236}">
                    <a16:creationId xmlns:a16="http://schemas.microsoft.com/office/drawing/2014/main" id="{72AD930C-3F2A-8255-86D8-B91438571957}"/>
                  </a:ext>
                </a:extLst>
              </p:cNvPr>
              <p:cNvSpPr/>
              <p:nvPr/>
            </p:nvSpPr>
            <p:spPr>
              <a:xfrm>
                <a:off x="10870171" y="4405026"/>
                <a:ext cx="1243869" cy="1243965"/>
              </a:xfrm>
              <a:custGeom>
                <a:avLst/>
                <a:gdLst>
                  <a:gd name="connsiteX0" fmla="*/ 66389 w 1243869"/>
                  <a:gd name="connsiteY0" fmla="*/ 95 h 1243965"/>
                  <a:gd name="connsiteX1" fmla="*/ 0 w 1243869"/>
                  <a:gd name="connsiteY1" fmla="*/ 95 h 1243965"/>
                  <a:gd name="connsiteX2" fmla="*/ 1243870 w 1243869"/>
                  <a:gd name="connsiteY2" fmla="*/ 1243965 h 1243965"/>
                  <a:gd name="connsiteX3" fmla="*/ 1243870 w 1243869"/>
                  <a:gd name="connsiteY3" fmla="*/ 1177576 h 1243965"/>
                  <a:gd name="connsiteX4" fmla="*/ 66389 w 1243869"/>
                  <a:gd name="connsiteY4" fmla="*/ 0 h 1243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869" h="1243965">
                    <a:moveTo>
                      <a:pt x="66389" y="95"/>
                    </a:moveTo>
                    <a:lnTo>
                      <a:pt x="0" y="95"/>
                    </a:lnTo>
                    <a:cubicBezTo>
                      <a:pt x="0" y="685990"/>
                      <a:pt x="557975" y="1243965"/>
                      <a:pt x="1243870" y="1243965"/>
                    </a:cubicBezTo>
                    <a:lnTo>
                      <a:pt x="1243870" y="1177576"/>
                    </a:lnTo>
                    <a:cubicBezTo>
                      <a:pt x="594551" y="1177576"/>
                      <a:pt x="66389" y="649319"/>
                      <a:pt x="66389" y="0"/>
                    </a:cubicBezTo>
                    <a:close/>
                  </a:path>
                </a:pathLst>
              </a:custGeom>
              <a:solidFill>
                <a:schemeClr val="tx2"/>
              </a:solidFill>
              <a:ln w="9525" cap="flat">
                <a:noFill/>
                <a:prstDash val="solid"/>
                <a:miter/>
              </a:ln>
            </p:spPr>
            <p:txBody>
              <a:bodyPr rtlCol="0" anchor="ctr"/>
              <a:lstStyle/>
              <a:p>
                <a:endParaRPr lang="en-ZA"/>
              </a:p>
            </p:txBody>
          </p:sp>
          <p:sp>
            <p:nvSpPr>
              <p:cNvPr id="19" name="Freeform: Shape 18">
                <a:extLst>
                  <a:ext uri="{FF2B5EF4-FFF2-40B4-BE49-F238E27FC236}">
                    <a16:creationId xmlns:a16="http://schemas.microsoft.com/office/drawing/2014/main" id="{FB8F766C-F083-3050-72BA-01090E1F8187}"/>
                  </a:ext>
                </a:extLst>
              </p:cNvPr>
              <p:cNvSpPr/>
              <p:nvPr/>
            </p:nvSpPr>
            <p:spPr>
              <a:xfrm>
                <a:off x="11396808" y="4405122"/>
                <a:ext cx="717232" cy="717232"/>
              </a:xfrm>
              <a:custGeom>
                <a:avLst/>
                <a:gdLst>
                  <a:gd name="connsiteX0" fmla="*/ 66389 w 717232"/>
                  <a:gd name="connsiteY0" fmla="*/ 0 h 717232"/>
                  <a:gd name="connsiteX1" fmla="*/ 0 w 717232"/>
                  <a:gd name="connsiteY1" fmla="*/ 0 h 717232"/>
                  <a:gd name="connsiteX2" fmla="*/ 717233 w 717232"/>
                  <a:gd name="connsiteY2" fmla="*/ 717232 h 717232"/>
                  <a:gd name="connsiteX3" fmla="*/ 717233 w 717232"/>
                  <a:gd name="connsiteY3" fmla="*/ 650843 h 717232"/>
                  <a:gd name="connsiteX4" fmla="*/ 66389 w 717232"/>
                  <a:gd name="connsiteY4" fmla="*/ 0 h 717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232" h="717232">
                    <a:moveTo>
                      <a:pt x="66389" y="0"/>
                    </a:moveTo>
                    <a:lnTo>
                      <a:pt x="0" y="0"/>
                    </a:lnTo>
                    <a:cubicBezTo>
                      <a:pt x="0" y="395478"/>
                      <a:pt x="321755" y="717232"/>
                      <a:pt x="717233" y="717232"/>
                    </a:cubicBezTo>
                    <a:lnTo>
                      <a:pt x="717233" y="650843"/>
                    </a:lnTo>
                    <a:cubicBezTo>
                      <a:pt x="358331" y="650843"/>
                      <a:pt x="66389" y="358902"/>
                      <a:pt x="66389" y="0"/>
                    </a:cubicBezTo>
                    <a:close/>
                  </a:path>
                </a:pathLst>
              </a:custGeom>
              <a:solidFill>
                <a:schemeClr val="tx2"/>
              </a:solidFill>
              <a:ln w="9525" cap="flat">
                <a:noFill/>
                <a:prstDash val="solid"/>
                <a:miter/>
              </a:ln>
            </p:spPr>
            <p:txBody>
              <a:bodyPr rtlCol="0" anchor="ctr"/>
              <a:lstStyle/>
              <a:p>
                <a:endParaRPr lang="en-ZA"/>
              </a:p>
            </p:txBody>
          </p:sp>
        </p:grpSp>
      </p:grpSp>
      <p:grpSp>
        <p:nvGrpSpPr>
          <p:cNvPr id="20" name="Graphic 10">
            <a:extLst>
              <a:ext uri="{FF2B5EF4-FFF2-40B4-BE49-F238E27FC236}">
                <a16:creationId xmlns:a16="http://schemas.microsoft.com/office/drawing/2014/main" id="{5E98ADCC-7CF7-B0AB-A1BE-895F56745DAF}"/>
              </a:ext>
            </a:extLst>
          </p:cNvPr>
          <p:cNvGrpSpPr/>
          <p:nvPr/>
        </p:nvGrpSpPr>
        <p:grpSpPr>
          <a:xfrm>
            <a:off x="9903525" y="2284716"/>
            <a:ext cx="2288475" cy="2288476"/>
            <a:chOff x="9659449" y="1952625"/>
            <a:chExt cx="2454592" cy="2454592"/>
          </a:xfrm>
        </p:grpSpPr>
        <p:sp>
          <p:nvSpPr>
            <p:cNvPr id="21" name="Freeform: Shape 20">
              <a:extLst>
                <a:ext uri="{FF2B5EF4-FFF2-40B4-BE49-F238E27FC236}">
                  <a16:creationId xmlns:a16="http://schemas.microsoft.com/office/drawing/2014/main" id="{3F5C3639-5873-CC2E-198E-73AF45ED827B}"/>
                </a:ext>
              </a:extLst>
            </p:cNvPr>
            <p:cNvSpPr/>
            <p:nvPr/>
          </p:nvSpPr>
          <p:spPr>
            <a:xfrm>
              <a:off x="9659449" y="1952625"/>
              <a:ext cx="2454592" cy="2454592"/>
            </a:xfrm>
            <a:custGeom>
              <a:avLst/>
              <a:gdLst>
                <a:gd name="connsiteX0" fmla="*/ 0 w 2454592"/>
                <a:gd name="connsiteY0" fmla="*/ 0 h 2454592"/>
                <a:gd name="connsiteX1" fmla="*/ 2454593 w 2454592"/>
                <a:gd name="connsiteY1" fmla="*/ 0 h 2454592"/>
                <a:gd name="connsiteX2" fmla="*/ 2454593 w 2454592"/>
                <a:gd name="connsiteY2" fmla="*/ 2454593 h 2454592"/>
                <a:gd name="connsiteX3" fmla="*/ 0 w 2454592"/>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2454592" h="2454592">
                  <a:moveTo>
                    <a:pt x="0" y="0"/>
                  </a:moveTo>
                  <a:lnTo>
                    <a:pt x="2454593" y="0"/>
                  </a:lnTo>
                  <a:lnTo>
                    <a:pt x="2454593" y="2454593"/>
                  </a:lnTo>
                  <a:lnTo>
                    <a:pt x="0" y="2454593"/>
                  </a:lnTo>
                  <a:close/>
                </a:path>
              </a:pathLst>
            </a:custGeom>
            <a:solidFill>
              <a:schemeClr val="accent4"/>
            </a:solidFill>
            <a:ln w="9525"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37439517-A531-5FE9-147E-6FB0B5568723}"/>
                </a:ext>
              </a:extLst>
            </p:cNvPr>
            <p:cNvSpPr/>
            <p:nvPr/>
          </p:nvSpPr>
          <p:spPr>
            <a:xfrm rot="10800000">
              <a:off x="11396809"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90E94773-89CB-7DDB-AD73-B3EA63C0364F}"/>
                </a:ext>
              </a:extLst>
            </p:cNvPr>
            <p:cNvSpPr/>
            <p:nvPr/>
          </p:nvSpPr>
          <p:spPr>
            <a:xfrm rot="10800000">
              <a:off x="10870171"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C81607AB-084A-B478-2A58-73C2A9863386}"/>
                </a:ext>
              </a:extLst>
            </p:cNvPr>
            <p:cNvSpPr/>
            <p:nvPr/>
          </p:nvSpPr>
          <p:spPr>
            <a:xfrm rot="10800000">
              <a:off x="10264858"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0BB75D5F-BDAB-8B8A-EB3B-DDB4A1634A17}"/>
                </a:ext>
              </a:extLst>
            </p:cNvPr>
            <p:cNvSpPr/>
            <p:nvPr/>
          </p:nvSpPr>
          <p:spPr>
            <a:xfrm rot="10800000">
              <a:off x="9659449" y="1952625"/>
              <a:ext cx="66389" cy="2454592"/>
            </a:xfrm>
            <a:custGeom>
              <a:avLst/>
              <a:gdLst>
                <a:gd name="connsiteX0" fmla="*/ 0 w 66389"/>
                <a:gd name="connsiteY0" fmla="*/ 0 h 2454592"/>
                <a:gd name="connsiteX1" fmla="*/ 66389 w 66389"/>
                <a:gd name="connsiteY1" fmla="*/ 0 h 2454592"/>
                <a:gd name="connsiteX2" fmla="*/ 66389 w 66389"/>
                <a:gd name="connsiteY2" fmla="*/ 2454593 h 2454592"/>
                <a:gd name="connsiteX3" fmla="*/ 0 w 66389"/>
                <a:gd name="connsiteY3" fmla="*/ 2454593 h 2454592"/>
              </a:gdLst>
              <a:ahLst/>
              <a:cxnLst>
                <a:cxn ang="0">
                  <a:pos x="connsiteX0" y="connsiteY0"/>
                </a:cxn>
                <a:cxn ang="0">
                  <a:pos x="connsiteX1" y="connsiteY1"/>
                </a:cxn>
                <a:cxn ang="0">
                  <a:pos x="connsiteX2" y="connsiteY2"/>
                </a:cxn>
                <a:cxn ang="0">
                  <a:pos x="connsiteX3" y="connsiteY3"/>
                </a:cxn>
              </a:cxnLst>
              <a:rect l="l" t="t" r="r" b="b"/>
              <a:pathLst>
                <a:path w="66389" h="2454592">
                  <a:moveTo>
                    <a:pt x="0" y="0"/>
                  </a:moveTo>
                  <a:lnTo>
                    <a:pt x="66389" y="0"/>
                  </a:lnTo>
                  <a:lnTo>
                    <a:pt x="66389" y="2454593"/>
                  </a:lnTo>
                  <a:lnTo>
                    <a:pt x="0" y="2454593"/>
                  </a:lnTo>
                  <a:close/>
                </a:path>
              </a:pathLst>
            </a:custGeom>
            <a:solidFill>
              <a:srgbClr val="FFFFFF"/>
            </a:solidFill>
            <a:ln w="9525" cap="flat">
              <a:noFill/>
              <a:prstDash val="solid"/>
              <a:miter/>
            </a:ln>
          </p:spPr>
          <p:txBody>
            <a:bodyPr rtlCol="0" anchor="ctr"/>
            <a:lstStyle/>
            <a:p>
              <a:endParaRPr lang="en-ZA"/>
            </a:p>
          </p:txBody>
        </p:sp>
      </p:grpSp>
      <p:sp>
        <p:nvSpPr>
          <p:cNvPr id="27" name="Freeform: Shape 26">
            <a:extLst>
              <a:ext uri="{FF2B5EF4-FFF2-40B4-BE49-F238E27FC236}">
                <a16:creationId xmlns:a16="http://schemas.microsoft.com/office/drawing/2014/main" id="{FCAFC1E3-8044-9EC8-17BA-0F7D843A0355}"/>
              </a:ext>
            </a:extLst>
          </p:cNvPr>
          <p:cNvSpPr/>
          <p:nvPr/>
        </p:nvSpPr>
        <p:spPr>
          <a:xfrm rot="10800000">
            <a:off x="9903524" y="0"/>
            <a:ext cx="2288476" cy="2288477"/>
          </a:xfrm>
          <a:custGeom>
            <a:avLst/>
            <a:gdLst>
              <a:gd name="connsiteX0" fmla="*/ 0 w 4907089"/>
              <a:gd name="connsiteY0" fmla="*/ 0 h 4907089"/>
              <a:gd name="connsiteX1" fmla="*/ 4907090 w 4907089"/>
              <a:gd name="connsiteY1" fmla="*/ 0 h 4907089"/>
              <a:gd name="connsiteX2" fmla="*/ 4907090 w 4907089"/>
              <a:gd name="connsiteY2" fmla="*/ 4907090 h 4907089"/>
              <a:gd name="connsiteX3" fmla="*/ 0 w 4907089"/>
              <a:gd name="connsiteY3" fmla="*/ 4907090 h 4907089"/>
            </a:gdLst>
            <a:ahLst/>
            <a:cxnLst>
              <a:cxn ang="0">
                <a:pos x="connsiteX0" y="connsiteY0"/>
              </a:cxn>
              <a:cxn ang="0">
                <a:pos x="connsiteX1" y="connsiteY1"/>
              </a:cxn>
              <a:cxn ang="0">
                <a:pos x="connsiteX2" y="connsiteY2"/>
              </a:cxn>
              <a:cxn ang="0">
                <a:pos x="connsiteX3" y="connsiteY3"/>
              </a:cxn>
            </a:cxnLst>
            <a:rect l="l" t="t" r="r" b="b"/>
            <a:pathLst>
              <a:path w="4907089" h="4907089">
                <a:moveTo>
                  <a:pt x="0" y="0"/>
                </a:moveTo>
                <a:lnTo>
                  <a:pt x="4907090" y="0"/>
                </a:lnTo>
                <a:lnTo>
                  <a:pt x="4907090" y="4907090"/>
                </a:lnTo>
                <a:lnTo>
                  <a:pt x="0" y="4907090"/>
                </a:lnTo>
                <a:close/>
              </a:path>
            </a:pathLst>
          </a:custGeom>
          <a:solidFill>
            <a:schemeClr val="accent1"/>
          </a:solidFill>
          <a:ln w="9525" cap="flat">
            <a:noFill/>
            <a:prstDash val="solid"/>
            <a:miter/>
          </a:ln>
        </p:spPr>
        <p:txBody>
          <a:bodyPr rtlCol="0" anchor="ctr"/>
          <a:lstStyle/>
          <a:p>
            <a:endParaRPr lang="en-ZA"/>
          </a:p>
        </p:txBody>
      </p:sp>
      <p:grpSp>
        <p:nvGrpSpPr>
          <p:cNvPr id="28" name="Graphic 10">
            <a:extLst>
              <a:ext uri="{FF2B5EF4-FFF2-40B4-BE49-F238E27FC236}">
                <a16:creationId xmlns:a16="http://schemas.microsoft.com/office/drawing/2014/main" id="{A3D50B3D-C2D8-A3BE-5782-71DE5FF954C3}"/>
              </a:ext>
            </a:extLst>
          </p:cNvPr>
          <p:cNvGrpSpPr/>
          <p:nvPr/>
        </p:nvGrpSpPr>
        <p:grpSpPr>
          <a:xfrm>
            <a:off x="9903480" y="0"/>
            <a:ext cx="2288476" cy="2288477"/>
            <a:chOff x="12114041" y="1952625"/>
            <a:chExt cx="4907089" cy="4907089"/>
          </a:xfrm>
          <a:solidFill>
            <a:schemeClr val="accent2"/>
          </a:solidFill>
        </p:grpSpPr>
        <p:sp>
          <p:nvSpPr>
            <p:cNvPr id="29" name="Freeform: Shape 28">
              <a:extLst>
                <a:ext uri="{FF2B5EF4-FFF2-40B4-BE49-F238E27FC236}">
                  <a16:creationId xmlns:a16="http://schemas.microsoft.com/office/drawing/2014/main" id="{1B5AAC01-B805-E7EB-D79E-55BF28E215A7}"/>
                </a:ext>
              </a:extLst>
            </p:cNvPr>
            <p:cNvSpPr/>
            <p:nvPr/>
          </p:nvSpPr>
          <p:spPr>
            <a:xfrm>
              <a:off x="15949377" y="5787008"/>
              <a:ext cx="1071753" cy="1072705"/>
            </a:xfrm>
            <a:custGeom>
              <a:avLst/>
              <a:gdLst>
                <a:gd name="connsiteX0" fmla="*/ 953 w 1071753"/>
                <a:gd name="connsiteY0" fmla="*/ 1072706 h 1072705"/>
                <a:gd name="connsiteX1" fmla="*/ 503777 w 1071753"/>
                <a:gd name="connsiteY1" fmla="*/ 1072706 h 1072705"/>
                <a:gd name="connsiteX2" fmla="*/ 1071753 w 1071753"/>
                <a:gd name="connsiteY2" fmla="*/ 504730 h 1072705"/>
                <a:gd name="connsiteX3" fmla="*/ 1071753 w 1071753"/>
                <a:gd name="connsiteY3" fmla="*/ 0 h 1072705"/>
                <a:gd name="connsiteX4" fmla="*/ 0 w 1071753"/>
                <a:gd name="connsiteY4" fmla="*/ 1071849 h 1072705"/>
                <a:gd name="connsiteX5" fmla="*/ 953 w 1071753"/>
                <a:gd name="connsiteY5" fmla="*/ 1072706 h 107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1753" h="1072705">
                  <a:moveTo>
                    <a:pt x="953" y="1072706"/>
                  </a:moveTo>
                  <a:lnTo>
                    <a:pt x="503777" y="1072706"/>
                  </a:lnTo>
                  <a:lnTo>
                    <a:pt x="1071753" y="504730"/>
                  </a:lnTo>
                  <a:lnTo>
                    <a:pt x="1071753" y="0"/>
                  </a:lnTo>
                  <a:lnTo>
                    <a:pt x="0" y="1071849"/>
                  </a:lnTo>
                  <a:lnTo>
                    <a:pt x="953" y="1072706"/>
                  </a:lnTo>
                  <a:close/>
                </a:path>
              </a:pathLst>
            </a:custGeom>
            <a:grpFill/>
            <a:ln w="9525" cap="flat">
              <a:noFill/>
              <a:prstDash val="solid"/>
              <a:miter/>
            </a:ln>
          </p:spPr>
          <p:txBody>
            <a:bodyPr rtlCol="0" anchor="ctr"/>
            <a:lstStyle/>
            <a:p>
              <a:endParaRPr lang="en-ZA"/>
            </a:p>
          </p:txBody>
        </p:sp>
        <p:sp>
          <p:nvSpPr>
            <p:cNvPr id="30" name="Freeform: Shape 29">
              <a:extLst>
                <a:ext uri="{FF2B5EF4-FFF2-40B4-BE49-F238E27FC236}">
                  <a16:creationId xmlns:a16="http://schemas.microsoft.com/office/drawing/2014/main" id="{30345E4E-E6D6-4873-20AF-D610926F3A2E}"/>
                </a:ext>
              </a:extLst>
            </p:cNvPr>
            <p:cNvSpPr/>
            <p:nvPr/>
          </p:nvSpPr>
          <p:spPr>
            <a:xfrm>
              <a:off x="14579587" y="4417218"/>
              <a:ext cx="2441543" cy="2442495"/>
            </a:xfrm>
            <a:custGeom>
              <a:avLst/>
              <a:gdLst>
                <a:gd name="connsiteX0" fmla="*/ 858 w 2441543"/>
                <a:gd name="connsiteY0" fmla="*/ 2442496 h 2442495"/>
                <a:gd name="connsiteX1" fmla="*/ 503777 w 2441543"/>
                <a:gd name="connsiteY1" fmla="*/ 2442496 h 2442495"/>
                <a:gd name="connsiteX2" fmla="*/ 2441544 w 2441543"/>
                <a:gd name="connsiteY2" fmla="*/ 504635 h 2442495"/>
                <a:gd name="connsiteX3" fmla="*/ 2441544 w 2441543"/>
                <a:gd name="connsiteY3" fmla="*/ 0 h 2442495"/>
                <a:gd name="connsiteX4" fmla="*/ 0 w 2441543"/>
                <a:gd name="connsiteY4" fmla="*/ 2441639 h 2442495"/>
                <a:gd name="connsiteX5" fmla="*/ 858 w 2441543"/>
                <a:gd name="connsiteY5" fmla="*/ 2442496 h 244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41543" h="2442495">
                  <a:moveTo>
                    <a:pt x="858" y="2442496"/>
                  </a:moveTo>
                  <a:lnTo>
                    <a:pt x="503777" y="2442496"/>
                  </a:lnTo>
                  <a:lnTo>
                    <a:pt x="2441544" y="504635"/>
                  </a:lnTo>
                  <a:lnTo>
                    <a:pt x="2441544" y="0"/>
                  </a:lnTo>
                  <a:lnTo>
                    <a:pt x="0" y="2441639"/>
                  </a:lnTo>
                  <a:lnTo>
                    <a:pt x="858" y="2442496"/>
                  </a:lnTo>
                  <a:close/>
                </a:path>
              </a:pathLst>
            </a:custGeom>
            <a:grpFill/>
            <a:ln w="9525" cap="flat">
              <a:noFill/>
              <a:prstDash val="solid"/>
              <a:miter/>
            </a:ln>
          </p:spPr>
          <p:txBody>
            <a:bodyPr rtlCol="0" anchor="ctr"/>
            <a:lstStyle/>
            <a:p>
              <a:endParaRPr lang="en-ZA"/>
            </a:p>
          </p:txBody>
        </p:sp>
        <p:sp>
          <p:nvSpPr>
            <p:cNvPr id="31" name="Freeform: Shape 30">
              <a:extLst>
                <a:ext uri="{FF2B5EF4-FFF2-40B4-BE49-F238E27FC236}">
                  <a16:creationId xmlns:a16="http://schemas.microsoft.com/office/drawing/2014/main" id="{59E30E0A-2925-D13B-C17D-3852DCD7305F}"/>
                </a:ext>
              </a:extLst>
            </p:cNvPr>
            <p:cNvSpPr/>
            <p:nvPr/>
          </p:nvSpPr>
          <p:spPr>
            <a:xfrm>
              <a:off x="13209702" y="3047333"/>
              <a:ext cx="3811428" cy="3812381"/>
            </a:xfrm>
            <a:custGeom>
              <a:avLst/>
              <a:gdLst>
                <a:gd name="connsiteX0" fmla="*/ 952 w 3811428"/>
                <a:gd name="connsiteY0" fmla="*/ 3812381 h 3812381"/>
                <a:gd name="connsiteX1" fmla="*/ 503777 w 3811428"/>
                <a:gd name="connsiteY1" fmla="*/ 3812381 h 3812381"/>
                <a:gd name="connsiteX2" fmla="*/ 3811429 w 3811428"/>
                <a:gd name="connsiteY2" fmla="*/ 504730 h 3812381"/>
                <a:gd name="connsiteX3" fmla="*/ 3811429 w 3811428"/>
                <a:gd name="connsiteY3" fmla="*/ 0 h 3812381"/>
                <a:gd name="connsiteX4" fmla="*/ 0 w 3811428"/>
                <a:gd name="connsiteY4" fmla="*/ 3811524 h 3812381"/>
                <a:gd name="connsiteX5" fmla="*/ 952 w 3811428"/>
                <a:gd name="connsiteY5" fmla="*/ 3812381 h 381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1428" h="3812381">
                  <a:moveTo>
                    <a:pt x="952" y="3812381"/>
                  </a:moveTo>
                  <a:lnTo>
                    <a:pt x="503777" y="3812381"/>
                  </a:lnTo>
                  <a:lnTo>
                    <a:pt x="3811429" y="504730"/>
                  </a:lnTo>
                  <a:lnTo>
                    <a:pt x="3811429" y="0"/>
                  </a:lnTo>
                  <a:lnTo>
                    <a:pt x="0" y="3811524"/>
                  </a:lnTo>
                  <a:lnTo>
                    <a:pt x="952" y="3812381"/>
                  </a:lnTo>
                  <a:close/>
                </a:path>
              </a:pathLst>
            </a:custGeom>
            <a:grpFill/>
            <a:ln w="9525" cap="flat">
              <a:noFill/>
              <a:prstDash val="solid"/>
              <a:miter/>
            </a:ln>
          </p:spPr>
          <p:txBody>
            <a:bodyPr rtlCol="0" anchor="ctr"/>
            <a:lstStyle/>
            <a:p>
              <a:endParaRPr lang="en-ZA"/>
            </a:p>
          </p:txBody>
        </p:sp>
        <p:sp>
          <p:nvSpPr>
            <p:cNvPr id="32" name="Freeform: Shape 31">
              <a:extLst>
                <a:ext uri="{FF2B5EF4-FFF2-40B4-BE49-F238E27FC236}">
                  <a16:creationId xmlns:a16="http://schemas.microsoft.com/office/drawing/2014/main" id="{34D90E7C-0467-5452-FF89-38C193884973}"/>
                </a:ext>
              </a:extLst>
            </p:cNvPr>
            <p:cNvSpPr/>
            <p:nvPr/>
          </p:nvSpPr>
          <p:spPr>
            <a:xfrm>
              <a:off x="12114041" y="1952625"/>
              <a:ext cx="4907089" cy="4907089"/>
            </a:xfrm>
            <a:custGeom>
              <a:avLst/>
              <a:gdLst>
                <a:gd name="connsiteX0" fmla="*/ 0 w 4907089"/>
                <a:gd name="connsiteY0" fmla="*/ 4907090 h 4907089"/>
                <a:gd name="connsiteX1" fmla="*/ 229648 w 4907089"/>
                <a:gd name="connsiteY1" fmla="*/ 4907090 h 4907089"/>
                <a:gd name="connsiteX2" fmla="*/ 4907090 w 4907089"/>
                <a:gd name="connsiteY2" fmla="*/ 229553 h 4907089"/>
                <a:gd name="connsiteX3" fmla="*/ 4907090 w 4907089"/>
                <a:gd name="connsiteY3" fmla="*/ 0 h 4907089"/>
                <a:gd name="connsiteX4" fmla="*/ 4632008 w 4907089"/>
                <a:gd name="connsiteY4" fmla="*/ 0 h 4907089"/>
                <a:gd name="connsiteX5" fmla="*/ 0 w 4907089"/>
                <a:gd name="connsiteY5" fmla="*/ 4632008 h 4907089"/>
                <a:gd name="connsiteX6" fmla="*/ 0 w 4907089"/>
                <a:gd name="connsiteY6" fmla="*/ 4907090 h 4907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7089" h="4907089">
                  <a:moveTo>
                    <a:pt x="0" y="4907090"/>
                  </a:moveTo>
                  <a:lnTo>
                    <a:pt x="229648" y="4907090"/>
                  </a:lnTo>
                  <a:lnTo>
                    <a:pt x="4907090" y="229553"/>
                  </a:lnTo>
                  <a:lnTo>
                    <a:pt x="4907090" y="0"/>
                  </a:lnTo>
                  <a:lnTo>
                    <a:pt x="4632008" y="0"/>
                  </a:lnTo>
                  <a:lnTo>
                    <a:pt x="0" y="4632008"/>
                  </a:lnTo>
                  <a:lnTo>
                    <a:pt x="0" y="4907090"/>
                  </a:lnTo>
                  <a:close/>
                </a:path>
              </a:pathLst>
            </a:custGeom>
            <a:grpFill/>
            <a:ln w="9525" cap="flat">
              <a:no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12403D84-03CA-0631-5A53-1C82A599FE7B}"/>
                </a:ext>
              </a:extLst>
            </p:cNvPr>
            <p:cNvSpPr/>
            <p:nvPr/>
          </p:nvSpPr>
          <p:spPr>
            <a:xfrm>
              <a:off x="12114041" y="1952625"/>
              <a:ext cx="3766851" cy="3766851"/>
            </a:xfrm>
            <a:custGeom>
              <a:avLst/>
              <a:gdLst>
                <a:gd name="connsiteX0" fmla="*/ 0 w 3766851"/>
                <a:gd name="connsiteY0" fmla="*/ 3766852 h 3766851"/>
                <a:gd name="connsiteX1" fmla="*/ 3766852 w 3766851"/>
                <a:gd name="connsiteY1" fmla="*/ 0 h 3766851"/>
                <a:gd name="connsiteX2" fmla="*/ 3262217 w 3766851"/>
                <a:gd name="connsiteY2" fmla="*/ 0 h 3766851"/>
                <a:gd name="connsiteX3" fmla="*/ 0 w 3766851"/>
                <a:gd name="connsiteY3" fmla="*/ 3262122 h 3766851"/>
                <a:gd name="connsiteX4" fmla="*/ 0 w 3766851"/>
                <a:gd name="connsiteY4" fmla="*/ 3766852 h 3766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6851" h="3766851">
                  <a:moveTo>
                    <a:pt x="0" y="3766852"/>
                  </a:moveTo>
                  <a:lnTo>
                    <a:pt x="3766852" y="0"/>
                  </a:lnTo>
                  <a:lnTo>
                    <a:pt x="3262217" y="0"/>
                  </a:lnTo>
                  <a:lnTo>
                    <a:pt x="0" y="3262122"/>
                  </a:lnTo>
                  <a:lnTo>
                    <a:pt x="0" y="3766852"/>
                  </a:lnTo>
                  <a:close/>
                </a:path>
              </a:pathLst>
            </a:custGeom>
            <a:grpFill/>
            <a:ln w="9525" cap="flat">
              <a:no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0B0A6EB0-8B07-CFE8-47B8-0164AEDAEC94}"/>
                </a:ext>
              </a:extLst>
            </p:cNvPr>
            <p:cNvSpPr/>
            <p:nvPr/>
          </p:nvSpPr>
          <p:spPr>
            <a:xfrm>
              <a:off x="12114041" y="1952625"/>
              <a:ext cx="2397061" cy="2396966"/>
            </a:xfrm>
            <a:custGeom>
              <a:avLst/>
              <a:gdLst>
                <a:gd name="connsiteX0" fmla="*/ 0 w 2397061"/>
                <a:gd name="connsiteY0" fmla="*/ 2396966 h 2396966"/>
                <a:gd name="connsiteX1" fmla="*/ 2397061 w 2397061"/>
                <a:gd name="connsiteY1" fmla="*/ 0 h 2396966"/>
                <a:gd name="connsiteX2" fmla="*/ 1892332 w 2397061"/>
                <a:gd name="connsiteY2" fmla="*/ 0 h 2396966"/>
                <a:gd name="connsiteX3" fmla="*/ 0 w 2397061"/>
                <a:gd name="connsiteY3" fmla="*/ 1892332 h 2396966"/>
                <a:gd name="connsiteX4" fmla="*/ 0 w 2397061"/>
                <a:gd name="connsiteY4" fmla="*/ 2396966 h 2396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7061" h="2396966">
                  <a:moveTo>
                    <a:pt x="0" y="2396966"/>
                  </a:moveTo>
                  <a:lnTo>
                    <a:pt x="2397061" y="0"/>
                  </a:lnTo>
                  <a:lnTo>
                    <a:pt x="1892332" y="0"/>
                  </a:lnTo>
                  <a:lnTo>
                    <a:pt x="0" y="1892332"/>
                  </a:lnTo>
                  <a:lnTo>
                    <a:pt x="0" y="2396966"/>
                  </a:lnTo>
                  <a:close/>
                </a:path>
              </a:pathLst>
            </a:custGeom>
            <a:grpFill/>
            <a:ln w="9525" cap="flat">
              <a:no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46A35C73-ACA6-519B-4F11-C3C11B75F98B}"/>
                </a:ext>
              </a:extLst>
            </p:cNvPr>
            <p:cNvSpPr/>
            <p:nvPr/>
          </p:nvSpPr>
          <p:spPr>
            <a:xfrm>
              <a:off x="12114041" y="1952625"/>
              <a:ext cx="1027175" cy="1027175"/>
            </a:xfrm>
            <a:custGeom>
              <a:avLst/>
              <a:gdLst>
                <a:gd name="connsiteX0" fmla="*/ 0 w 1027175"/>
                <a:gd name="connsiteY0" fmla="*/ 1027176 h 1027175"/>
                <a:gd name="connsiteX1" fmla="*/ 1027176 w 1027175"/>
                <a:gd name="connsiteY1" fmla="*/ 0 h 1027175"/>
                <a:gd name="connsiteX2" fmla="*/ 522541 w 1027175"/>
                <a:gd name="connsiteY2" fmla="*/ 0 h 1027175"/>
                <a:gd name="connsiteX3" fmla="*/ 0 w 1027175"/>
                <a:gd name="connsiteY3" fmla="*/ 522446 h 1027175"/>
                <a:gd name="connsiteX4" fmla="*/ 0 w 1027175"/>
                <a:gd name="connsiteY4" fmla="*/ 1027176 h 1027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7175" h="1027175">
                  <a:moveTo>
                    <a:pt x="0" y="1027176"/>
                  </a:moveTo>
                  <a:lnTo>
                    <a:pt x="1027176" y="0"/>
                  </a:lnTo>
                  <a:lnTo>
                    <a:pt x="522541" y="0"/>
                  </a:lnTo>
                  <a:lnTo>
                    <a:pt x="0" y="522446"/>
                  </a:lnTo>
                  <a:lnTo>
                    <a:pt x="0" y="1027176"/>
                  </a:lnTo>
                  <a:close/>
                </a:path>
              </a:pathLst>
            </a:custGeom>
            <a:grpFill/>
            <a:ln w="9525" cap="flat">
              <a:noFill/>
              <a:prstDash val="solid"/>
              <a:miter/>
            </a:ln>
          </p:spPr>
          <p:txBody>
            <a:bodyPr rtlCol="0" anchor="ctr"/>
            <a:lstStyle/>
            <a:p>
              <a:endParaRPr lang="en-ZA"/>
            </a:p>
          </p:txBody>
        </p:sp>
      </p:grpSp>
      <p:sp>
        <p:nvSpPr>
          <p:cNvPr id="3" name="Date Placeholder 2">
            <a:extLst>
              <a:ext uri="{FF2B5EF4-FFF2-40B4-BE49-F238E27FC236}">
                <a16:creationId xmlns:a16="http://schemas.microsoft.com/office/drawing/2014/main" id="{59C82C10-7969-39FF-17B0-7B74DDD4780F}"/>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4" name="Footer Placeholder 3">
            <a:extLst>
              <a:ext uri="{FF2B5EF4-FFF2-40B4-BE49-F238E27FC236}">
                <a16:creationId xmlns:a16="http://schemas.microsoft.com/office/drawing/2014/main" id="{CDE9C9E4-A35C-D1E9-AC21-04B325BE067A}"/>
              </a:ext>
            </a:extLst>
          </p:cNvPr>
          <p:cNvSpPr>
            <a:spLocks noGrp="1"/>
          </p:cNvSpPr>
          <p:nvPr>
            <p:ph type="ftr" sz="quarter" idx="11"/>
          </p:nvPr>
        </p:nvSpPr>
        <p:spPr/>
        <p:txBody>
          <a:bodyPr/>
          <a:lstStyle/>
          <a:p>
            <a:endParaRPr lang="en-ZA" dirty="0"/>
          </a:p>
        </p:txBody>
      </p:sp>
      <p:sp>
        <p:nvSpPr>
          <p:cNvPr id="5" name="Slide Number Placeholder 4">
            <a:extLst>
              <a:ext uri="{FF2B5EF4-FFF2-40B4-BE49-F238E27FC236}">
                <a16:creationId xmlns:a16="http://schemas.microsoft.com/office/drawing/2014/main" id="{3A198D65-4AF5-EFDF-8A93-97F2F01F6829}"/>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3130054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v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A9B5637-C73F-A33C-69D9-80BB032709D2}"/>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Date Placeholder 1">
            <a:extLst>
              <a:ext uri="{FF2B5EF4-FFF2-40B4-BE49-F238E27FC236}">
                <a16:creationId xmlns:a16="http://schemas.microsoft.com/office/drawing/2014/main" id="{AA2FCCC7-D92E-BD1B-A17B-B60875C5435B}"/>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3" name="Footer Placeholder 2">
            <a:extLst>
              <a:ext uri="{FF2B5EF4-FFF2-40B4-BE49-F238E27FC236}">
                <a16:creationId xmlns:a16="http://schemas.microsoft.com/office/drawing/2014/main" id="{D97871E1-BF0C-5D87-2007-97BD0AFE3F2C}"/>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B55CA06-5EB3-AA9B-BFE3-D6BC91BE0951}"/>
              </a:ext>
            </a:extLst>
          </p:cNvPr>
          <p:cNvSpPr>
            <a:spLocks noGrp="1"/>
          </p:cNvSpPr>
          <p:nvPr>
            <p:ph type="sldNum" sz="quarter" idx="12"/>
          </p:nvPr>
        </p:nvSpPr>
        <p:spPr/>
        <p:txBody>
          <a:bodyPr/>
          <a:lstStyle/>
          <a:p>
            <a:fld id="{1364E149-6B8E-4F8F-B4E5-14C644F62B3E}" type="slidenum">
              <a:rPr lang="en-ZA" smtClean="0"/>
              <a:t>‹#›</a:t>
            </a:fld>
            <a:endParaRPr lang="en-ZA"/>
          </a:p>
        </p:txBody>
      </p:sp>
    </p:spTree>
    <p:extLst>
      <p:ext uri="{BB962C8B-B14F-4D97-AF65-F5344CB8AC3E}">
        <p14:creationId xmlns:p14="http://schemas.microsoft.com/office/powerpoint/2010/main" val="1166310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genda Basic">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hasCustomPrompt="1"/>
          </p:nvPr>
        </p:nvSpPr>
        <p:spPr>
          <a:xfrm>
            <a:off x="550863" y="2629922"/>
            <a:ext cx="5026977" cy="905758"/>
          </a:xfrm>
        </p:spPr>
        <p:txBody>
          <a:bodyPr lIns="0" tIns="0" rIns="0" bIns="0" anchor="ctr">
            <a:noAutofit/>
          </a:bodyPr>
          <a:lstStyle>
            <a:lvl1pPr>
              <a:defRPr sz="7200">
                <a:solidFill>
                  <a:schemeClr val="bg1"/>
                </a:solidFill>
              </a:defRPr>
            </a:lvl1pPr>
          </a:lstStyle>
          <a:p>
            <a:r>
              <a:rPr lang="en-US" dirty="0"/>
              <a:t>Agenda</a:t>
            </a:r>
            <a:endParaRPr lang="en-ZA" dirty="0"/>
          </a:p>
        </p:txBody>
      </p:sp>
      <p:sp>
        <p:nvSpPr>
          <p:cNvPr id="4" name="Footer Placeholder 3">
            <a:extLst>
              <a:ext uri="{FF2B5EF4-FFF2-40B4-BE49-F238E27FC236}">
                <a16:creationId xmlns:a16="http://schemas.microsoft.com/office/drawing/2014/main" id="{A9EF2336-C959-D507-B90C-3F52FF76325C}"/>
              </a:ext>
            </a:extLst>
          </p:cNvPr>
          <p:cNvSpPr>
            <a:spLocks noGrp="1"/>
          </p:cNvSpPr>
          <p:nvPr>
            <p:ph type="ftr" sz="quarter" idx="11"/>
          </p:nvPr>
        </p:nvSpPr>
        <p:spPr>
          <a:xfrm>
            <a:off x="550863" y="6165602"/>
            <a:ext cx="4114800" cy="402838"/>
          </a:xfrm>
        </p:spPr>
        <p:txBody>
          <a:bodyPr lIns="0"/>
          <a:lstStyle>
            <a:lvl1pPr algn="l">
              <a:defRPr/>
            </a:lvl1pPr>
          </a:lstStyle>
          <a:p>
            <a:r>
              <a:rPr lang="en-ZA" dirty="0"/>
              <a:t>eduvos.com</a:t>
            </a:r>
          </a:p>
        </p:txBody>
      </p:sp>
      <p:sp>
        <p:nvSpPr>
          <p:cNvPr id="5" name="Slide Number Placeholder 4">
            <a:extLst>
              <a:ext uri="{FF2B5EF4-FFF2-40B4-BE49-F238E27FC236}">
                <a16:creationId xmlns:a16="http://schemas.microsoft.com/office/drawing/2014/main" id="{A35B01D9-91B7-552D-C0F6-D7A6B04F7914}"/>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550863" y="236440"/>
            <a:ext cx="494424" cy="636685"/>
          </a:xfrm>
          <a:prstGeom prst="rect">
            <a:avLst/>
          </a:prstGeom>
        </p:spPr>
      </p:pic>
    </p:spTree>
    <p:extLst>
      <p:ext uri="{BB962C8B-B14F-4D97-AF65-F5344CB8AC3E}">
        <p14:creationId xmlns:p14="http://schemas.microsoft.com/office/powerpoint/2010/main" val="339068757"/>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guide id="10"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big top">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BEFBCE-AE9C-0579-C125-DE391C74414F}"/>
              </a:ext>
            </a:extLst>
          </p:cNvPr>
          <p:cNvSpPr/>
          <p:nvPr/>
        </p:nvSpPr>
        <p:spPr>
          <a:xfrm>
            <a:off x="0" y="0"/>
            <a:ext cx="2106592"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Graphic 4">
            <a:extLst>
              <a:ext uri="{FF2B5EF4-FFF2-40B4-BE49-F238E27FC236}">
                <a16:creationId xmlns:a16="http://schemas.microsoft.com/office/drawing/2014/main" id="{B20D89BC-F490-FA0D-AFE1-5D8773783A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38" y="0"/>
            <a:ext cx="2097353" cy="1398235"/>
          </a:xfrm>
          <a:prstGeom prst="rect">
            <a:avLst/>
          </a:prstGeom>
        </p:spPr>
      </p:pic>
      <p:pic>
        <p:nvPicPr>
          <p:cNvPr id="25" name="Graphic 24">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3"/>
              </a:ext>
            </a:extLst>
          </a:blip>
          <a:srcRect r="70186"/>
          <a:stretch/>
        </p:blipFill>
        <p:spPr>
          <a:xfrm>
            <a:off x="11174683" y="334768"/>
            <a:ext cx="611910" cy="787976"/>
          </a:xfrm>
          <a:prstGeom prst="rect">
            <a:avLst/>
          </a:prstGeom>
        </p:spPr>
      </p:pic>
      <p:grpSp>
        <p:nvGrpSpPr>
          <p:cNvPr id="31" name="Group 30">
            <a:extLst>
              <a:ext uri="{FF2B5EF4-FFF2-40B4-BE49-F238E27FC236}">
                <a16:creationId xmlns:a16="http://schemas.microsoft.com/office/drawing/2014/main" id="{B95CB992-7942-FE05-0F32-FAC294737D30}"/>
              </a:ext>
            </a:extLst>
          </p:cNvPr>
          <p:cNvGrpSpPr/>
          <p:nvPr/>
        </p:nvGrpSpPr>
        <p:grpSpPr>
          <a:xfrm>
            <a:off x="-21838" y="6600716"/>
            <a:ext cx="12213838" cy="257284"/>
            <a:chOff x="353060" y="6172098"/>
            <a:chExt cx="9485360" cy="199809"/>
          </a:xfrm>
        </p:grpSpPr>
        <p:pic>
          <p:nvPicPr>
            <p:cNvPr id="32" name="Graphic 31">
              <a:extLst>
                <a:ext uri="{FF2B5EF4-FFF2-40B4-BE49-F238E27FC236}">
                  <a16:creationId xmlns:a16="http://schemas.microsoft.com/office/drawing/2014/main" id="{054059EC-C5A0-626C-FFF8-893A83478DE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3060" y="6172100"/>
              <a:ext cx="2371340" cy="199807"/>
            </a:xfrm>
            <a:prstGeom prst="rect">
              <a:avLst/>
            </a:prstGeom>
          </p:spPr>
        </p:pic>
        <p:pic>
          <p:nvPicPr>
            <p:cNvPr id="33" name="Graphic 32">
              <a:extLst>
                <a:ext uri="{FF2B5EF4-FFF2-40B4-BE49-F238E27FC236}">
                  <a16:creationId xmlns:a16="http://schemas.microsoft.com/office/drawing/2014/main" id="{8553B9C1-67F8-E062-1EEE-A9BBECAF75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724400" y="6172100"/>
              <a:ext cx="2371340" cy="199807"/>
            </a:xfrm>
            <a:prstGeom prst="rect">
              <a:avLst/>
            </a:prstGeom>
          </p:spPr>
        </p:pic>
        <p:pic>
          <p:nvPicPr>
            <p:cNvPr id="34" name="Graphic 33">
              <a:extLst>
                <a:ext uri="{FF2B5EF4-FFF2-40B4-BE49-F238E27FC236}">
                  <a16:creationId xmlns:a16="http://schemas.microsoft.com/office/drawing/2014/main" id="{BA801583-41B2-A44A-4062-63B4A6A1298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95740" y="6172099"/>
              <a:ext cx="2371340" cy="199807"/>
            </a:xfrm>
            <a:prstGeom prst="rect">
              <a:avLst/>
            </a:prstGeom>
          </p:spPr>
        </p:pic>
        <p:pic>
          <p:nvPicPr>
            <p:cNvPr id="35" name="Graphic 34">
              <a:extLst>
                <a:ext uri="{FF2B5EF4-FFF2-40B4-BE49-F238E27FC236}">
                  <a16:creationId xmlns:a16="http://schemas.microsoft.com/office/drawing/2014/main" id="{8DB8A90C-0D4A-E581-5FA6-7B8B6E96C4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67080" y="6172098"/>
              <a:ext cx="2371340" cy="199807"/>
            </a:xfrm>
            <a:prstGeom prst="rect">
              <a:avLst/>
            </a:prstGeom>
          </p:spPr>
        </p:pic>
      </p:grpSp>
      <p:pic>
        <p:nvPicPr>
          <p:cNvPr id="6" name="Graphic 5">
            <a:extLst>
              <a:ext uri="{FF2B5EF4-FFF2-40B4-BE49-F238E27FC236}">
                <a16:creationId xmlns:a16="http://schemas.microsoft.com/office/drawing/2014/main" id="{FA934E28-D5F2-1A0D-03B7-7C2C9B3307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33544" y="1470519"/>
            <a:ext cx="5556170" cy="125848"/>
          </a:xfrm>
          <a:prstGeom prst="rect">
            <a:avLst/>
          </a:prstGeom>
        </p:spPr>
      </p:pic>
      <p:sp>
        <p:nvSpPr>
          <p:cNvPr id="7" name="Footer Placeholder 3">
            <a:extLst>
              <a:ext uri="{FF2B5EF4-FFF2-40B4-BE49-F238E27FC236}">
                <a16:creationId xmlns:a16="http://schemas.microsoft.com/office/drawing/2014/main" id="{3D94CF0D-D477-BD43-11D6-F949A61D0C26}"/>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8" name="Slide Number Placeholder 4">
            <a:extLst>
              <a:ext uri="{FF2B5EF4-FFF2-40B4-BE49-F238E27FC236}">
                <a16:creationId xmlns:a16="http://schemas.microsoft.com/office/drawing/2014/main" id="{1B29EC75-C091-8E82-5B3B-7FB6BFA5E291}"/>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sp>
        <p:nvSpPr>
          <p:cNvPr id="9" name="Media Placeholder 8">
            <a:extLst>
              <a:ext uri="{FF2B5EF4-FFF2-40B4-BE49-F238E27FC236}">
                <a16:creationId xmlns:a16="http://schemas.microsoft.com/office/drawing/2014/main" id="{2A2F79EB-CD8F-3C2C-8516-11E1B2210E11}"/>
              </a:ext>
            </a:extLst>
          </p:cNvPr>
          <p:cNvSpPr>
            <a:spLocks noGrp="1"/>
          </p:cNvSpPr>
          <p:nvPr>
            <p:ph type="media" sz="quarter" idx="13"/>
          </p:nvPr>
        </p:nvSpPr>
        <p:spPr>
          <a:xfrm>
            <a:off x="7883208" y="1881277"/>
            <a:ext cx="3054350" cy="1743234"/>
          </a:xfrm>
        </p:spPr>
        <p:txBody>
          <a:bodyPr/>
          <a:lstStyle/>
          <a:p>
            <a:endParaRPr lang="en-ZA"/>
          </a:p>
        </p:txBody>
      </p:sp>
      <p:sp>
        <p:nvSpPr>
          <p:cNvPr id="11" name="Picture Placeholder 10">
            <a:extLst>
              <a:ext uri="{FF2B5EF4-FFF2-40B4-BE49-F238E27FC236}">
                <a16:creationId xmlns:a16="http://schemas.microsoft.com/office/drawing/2014/main" id="{B2DADA37-9CCC-F846-E08F-05011ED2076D}"/>
              </a:ext>
            </a:extLst>
          </p:cNvPr>
          <p:cNvSpPr>
            <a:spLocks noGrp="1"/>
          </p:cNvSpPr>
          <p:nvPr>
            <p:ph type="pic" sz="quarter" idx="14"/>
          </p:nvPr>
        </p:nvSpPr>
        <p:spPr>
          <a:xfrm>
            <a:off x="7858125" y="3967005"/>
            <a:ext cx="3079433" cy="1743234"/>
          </a:xfrm>
        </p:spPr>
        <p:txBody>
          <a:bodyPr/>
          <a:lstStyle/>
          <a:p>
            <a:endParaRPr lang="en-ZA"/>
          </a:p>
        </p:txBody>
      </p:sp>
    </p:spTree>
    <p:extLst>
      <p:ext uri="{BB962C8B-B14F-4D97-AF65-F5344CB8AC3E}">
        <p14:creationId xmlns:p14="http://schemas.microsoft.com/office/powerpoint/2010/main" val="705867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Agenda small top">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3BEFBCE-AE9C-0579-C125-DE391C74414F}"/>
              </a:ext>
            </a:extLst>
          </p:cNvPr>
          <p:cNvSpPr/>
          <p:nvPr/>
        </p:nvSpPr>
        <p:spPr>
          <a:xfrm>
            <a:off x="0" y="0"/>
            <a:ext cx="1858298"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1" name="Group 30">
            <a:extLst>
              <a:ext uri="{FF2B5EF4-FFF2-40B4-BE49-F238E27FC236}">
                <a16:creationId xmlns:a16="http://schemas.microsoft.com/office/drawing/2014/main" id="{B95CB992-7942-FE05-0F32-FAC294737D30}"/>
              </a:ext>
            </a:extLst>
          </p:cNvPr>
          <p:cNvGrpSpPr/>
          <p:nvPr/>
        </p:nvGrpSpPr>
        <p:grpSpPr>
          <a:xfrm>
            <a:off x="-21838" y="6600716"/>
            <a:ext cx="12213838" cy="257284"/>
            <a:chOff x="353060" y="6172098"/>
            <a:chExt cx="9485360" cy="199809"/>
          </a:xfrm>
        </p:grpSpPr>
        <p:pic>
          <p:nvPicPr>
            <p:cNvPr id="32" name="Graphic 31">
              <a:extLst>
                <a:ext uri="{FF2B5EF4-FFF2-40B4-BE49-F238E27FC236}">
                  <a16:creationId xmlns:a16="http://schemas.microsoft.com/office/drawing/2014/main" id="{054059EC-C5A0-626C-FFF8-893A83478DE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53060" y="6172100"/>
              <a:ext cx="2371340" cy="199807"/>
            </a:xfrm>
            <a:prstGeom prst="rect">
              <a:avLst/>
            </a:prstGeom>
          </p:spPr>
        </p:pic>
        <p:pic>
          <p:nvPicPr>
            <p:cNvPr id="33" name="Graphic 32">
              <a:extLst>
                <a:ext uri="{FF2B5EF4-FFF2-40B4-BE49-F238E27FC236}">
                  <a16:creationId xmlns:a16="http://schemas.microsoft.com/office/drawing/2014/main" id="{8553B9C1-67F8-E062-1EEE-A9BBECAF75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724400" y="6172100"/>
              <a:ext cx="2371340" cy="199807"/>
            </a:xfrm>
            <a:prstGeom prst="rect">
              <a:avLst/>
            </a:prstGeom>
          </p:spPr>
        </p:pic>
        <p:pic>
          <p:nvPicPr>
            <p:cNvPr id="34" name="Graphic 33">
              <a:extLst>
                <a:ext uri="{FF2B5EF4-FFF2-40B4-BE49-F238E27FC236}">
                  <a16:creationId xmlns:a16="http://schemas.microsoft.com/office/drawing/2014/main" id="{BA801583-41B2-A44A-4062-63B4A6A129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95740" y="6172099"/>
              <a:ext cx="2371340" cy="199807"/>
            </a:xfrm>
            <a:prstGeom prst="rect">
              <a:avLst/>
            </a:prstGeom>
          </p:spPr>
        </p:pic>
        <p:pic>
          <p:nvPicPr>
            <p:cNvPr id="35" name="Graphic 34">
              <a:extLst>
                <a:ext uri="{FF2B5EF4-FFF2-40B4-BE49-F238E27FC236}">
                  <a16:creationId xmlns:a16="http://schemas.microsoft.com/office/drawing/2014/main" id="{8DB8A90C-0D4A-E581-5FA6-7B8B6E96C4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67080" y="6172098"/>
              <a:ext cx="2371340" cy="199807"/>
            </a:xfrm>
            <a:prstGeom prst="rect">
              <a:avLst/>
            </a:prstGeom>
          </p:spPr>
        </p:pic>
      </p:grpSp>
      <p:pic>
        <p:nvPicPr>
          <p:cNvPr id="6" name="Graphic 5">
            <a:extLst>
              <a:ext uri="{FF2B5EF4-FFF2-40B4-BE49-F238E27FC236}">
                <a16:creationId xmlns:a16="http://schemas.microsoft.com/office/drawing/2014/main" id="{FA934E28-D5F2-1A0D-03B7-7C2C9B3307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33544" y="1238864"/>
            <a:ext cx="5556170" cy="125848"/>
          </a:xfrm>
          <a:prstGeom prst="rect">
            <a:avLst/>
          </a:prstGeom>
        </p:spPr>
      </p:pic>
      <p:sp>
        <p:nvSpPr>
          <p:cNvPr id="7" name="Footer Placeholder 3">
            <a:extLst>
              <a:ext uri="{FF2B5EF4-FFF2-40B4-BE49-F238E27FC236}">
                <a16:creationId xmlns:a16="http://schemas.microsoft.com/office/drawing/2014/main" id="{3D94CF0D-D477-BD43-11D6-F949A61D0C26}"/>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8" name="Slide Number Placeholder 4">
            <a:extLst>
              <a:ext uri="{FF2B5EF4-FFF2-40B4-BE49-F238E27FC236}">
                <a16:creationId xmlns:a16="http://schemas.microsoft.com/office/drawing/2014/main" id="{1B29EC75-C091-8E82-5B3B-7FB6BFA5E291}"/>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2" name="Graphic 1">
            <a:extLst>
              <a:ext uri="{FF2B5EF4-FFF2-40B4-BE49-F238E27FC236}">
                <a16:creationId xmlns:a16="http://schemas.microsoft.com/office/drawing/2014/main" id="{8F17FD4F-A937-CC07-BC16-DDE5B544F77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1"/>
            <a:ext cx="1858298" cy="1238865"/>
          </a:xfrm>
          <a:prstGeom prst="rect">
            <a:avLst/>
          </a:prstGeom>
        </p:spPr>
      </p:pic>
      <p:pic>
        <p:nvPicPr>
          <p:cNvPr id="3" name="Graphic 2">
            <a:extLst>
              <a:ext uri="{FF2B5EF4-FFF2-40B4-BE49-F238E27FC236}">
                <a16:creationId xmlns:a16="http://schemas.microsoft.com/office/drawing/2014/main" id="{9385B0F9-BEFF-3F2F-D9E4-77781AEB246B}"/>
              </a:ext>
            </a:extLst>
          </p:cNvPr>
          <p:cNvPicPr>
            <a:picLocks noChangeAspect="1"/>
          </p:cNvPicPr>
          <p:nvPr/>
        </p:nvPicPr>
        <p:blipFill>
          <a:blip>
            <a:extLst>
              <a:ext uri="{96DAC541-7B7A-43D3-8B79-37D633B846F1}">
                <asvg:svgBlip xmlns:asvg="http://schemas.microsoft.com/office/drawing/2016/SVG/main" r:embed="rId5"/>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2913558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8430363" cy="681707"/>
          </a:xfrm>
        </p:spPr>
        <p:txBody>
          <a:bodyPr/>
          <a:lstStyle>
            <a:lvl1pPr marL="0" indent="0">
              <a:buNone/>
              <a:defRPr/>
            </a:lvl1pPr>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endParaRPr lang="en-US" dirty="0"/>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3" name="Media Placeholder 2">
            <a:extLst>
              <a:ext uri="{FF2B5EF4-FFF2-40B4-BE49-F238E27FC236}">
                <a16:creationId xmlns:a16="http://schemas.microsoft.com/office/drawing/2014/main" id="{93E0C155-5EAC-EA15-2D3D-ABD3DB349E0C}"/>
              </a:ext>
            </a:extLst>
          </p:cNvPr>
          <p:cNvSpPr>
            <a:spLocks noGrp="1"/>
          </p:cNvSpPr>
          <p:nvPr>
            <p:ph type="media" sz="quarter" idx="14"/>
          </p:nvPr>
        </p:nvSpPr>
        <p:spPr>
          <a:xfrm>
            <a:off x="2249139" y="2597150"/>
            <a:ext cx="8344249" cy="3062288"/>
          </a:xfrm>
        </p:spPr>
        <p:txBody>
          <a:bodyPr/>
          <a:lstStyle/>
          <a:p>
            <a:endParaRPr lang="en-ZA"/>
          </a:p>
        </p:txBody>
      </p:sp>
    </p:spTree>
    <p:extLst>
      <p:ext uri="{BB962C8B-B14F-4D97-AF65-F5344CB8AC3E}">
        <p14:creationId xmlns:p14="http://schemas.microsoft.com/office/powerpoint/2010/main" val="153187012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ideo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3" name="Media Placeholder 2">
            <a:extLst>
              <a:ext uri="{FF2B5EF4-FFF2-40B4-BE49-F238E27FC236}">
                <a16:creationId xmlns:a16="http://schemas.microsoft.com/office/drawing/2014/main" id="{6B68B24D-83D0-B632-2A56-DD52F65D5901}"/>
              </a:ext>
            </a:extLst>
          </p:cNvPr>
          <p:cNvSpPr>
            <a:spLocks noGrp="1"/>
          </p:cNvSpPr>
          <p:nvPr>
            <p:ph type="media" sz="quarter" idx="10" hasCustomPrompt="1"/>
          </p:nvPr>
        </p:nvSpPr>
        <p:spPr>
          <a:xfrm>
            <a:off x="-1" y="1238250"/>
            <a:ext cx="12192001" cy="5375275"/>
          </a:xfrm>
        </p:spPr>
        <p:txBody>
          <a:bodyPr anchor="ctr"/>
          <a:lstStyle>
            <a:lvl1pPr algn="ctr">
              <a:defRPr/>
            </a:lvl1pPr>
          </a:lstStyle>
          <a:p>
            <a:r>
              <a:rPr lang="en-US" dirty="0"/>
              <a:t>Insert big video</a:t>
            </a:r>
            <a:endParaRPr lang="en-ZA" dirty="0"/>
          </a:p>
        </p:txBody>
      </p:sp>
    </p:spTree>
    <p:extLst>
      <p:ext uri="{BB962C8B-B14F-4D97-AF65-F5344CB8AC3E}">
        <p14:creationId xmlns:p14="http://schemas.microsoft.com/office/powerpoint/2010/main" val="1741932532"/>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nspo V2">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25201" y="6601883"/>
              <a:ext cx="2902219" cy="244539"/>
            </a:xfrm>
            <a:prstGeom prst="rect">
              <a:avLst/>
            </a:prstGeom>
          </p:spPr>
        </p:pic>
      </p:grpSp>
      <p:sp>
        <p:nvSpPr>
          <p:cNvPr id="4" name="Picture Placeholder 3">
            <a:extLst>
              <a:ext uri="{FF2B5EF4-FFF2-40B4-BE49-F238E27FC236}">
                <a16:creationId xmlns:a16="http://schemas.microsoft.com/office/drawing/2014/main" id="{55923CFD-2B92-7DA5-C0A7-5604D20CE177}"/>
              </a:ext>
            </a:extLst>
          </p:cNvPr>
          <p:cNvSpPr>
            <a:spLocks noGrp="1"/>
          </p:cNvSpPr>
          <p:nvPr>
            <p:ph type="pic" sz="quarter" idx="10"/>
          </p:nvPr>
        </p:nvSpPr>
        <p:spPr>
          <a:xfrm>
            <a:off x="0" y="0"/>
            <a:ext cx="12192000" cy="6616804"/>
          </a:xfrm>
        </p:spPr>
        <p:txBody>
          <a:bodyPr/>
          <a:lstStyle/>
          <a:p>
            <a:endParaRPr lang="en-ZA"/>
          </a:p>
        </p:txBody>
      </p:sp>
    </p:spTree>
    <p:extLst>
      <p:ext uri="{BB962C8B-B14F-4D97-AF65-F5344CB8AC3E}">
        <p14:creationId xmlns:p14="http://schemas.microsoft.com/office/powerpoint/2010/main" val="270628772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Inspo V1">
    <p:spTree>
      <p:nvGrpSpPr>
        <p:cNvPr id="1" name=""/>
        <p:cNvGrpSpPr/>
        <p:nvPr/>
      </p:nvGrpSpPr>
      <p:grpSpPr>
        <a:xfrm>
          <a:off x="0" y="0"/>
          <a:ext cx="0" cy="0"/>
          <a:chOff x="0" y="0"/>
          <a:chExt cx="0" cy="0"/>
        </a:xfrm>
      </p:grpSpPr>
      <p:pic>
        <p:nvPicPr>
          <p:cNvPr id="358" name="Picture 357">
            <a:extLst>
              <a:ext uri="{FF2B5EF4-FFF2-40B4-BE49-F238E27FC236}">
                <a16:creationId xmlns:a16="http://schemas.microsoft.com/office/drawing/2014/main" id="{3D628FF3-737A-B1DA-863C-EA5511CAEA20}"/>
              </a:ext>
            </a:extLst>
          </p:cNvPr>
          <p:cNvPicPr>
            <a:picLocks noChangeAspect="1"/>
          </p:cNvPicPr>
          <p:nvPr/>
        </p:nvPicPr>
        <p:blipFill>
          <a:blip r:embed="rId2"/>
          <a:srcRect r="10542"/>
          <a:stretch/>
        </p:blipFill>
        <p:spPr>
          <a:xfrm>
            <a:off x="-117779" y="0"/>
            <a:ext cx="12309780" cy="6858000"/>
          </a:xfrm>
          <a:prstGeom prst="rect">
            <a:avLst/>
          </a:prstGeom>
        </p:spPr>
      </p:pic>
      <p:sp>
        <p:nvSpPr>
          <p:cNvPr id="2" name="Title 1">
            <a:extLst>
              <a:ext uri="{FF2B5EF4-FFF2-40B4-BE49-F238E27FC236}">
                <a16:creationId xmlns:a16="http://schemas.microsoft.com/office/drawing/2014/main" id="{36280876-7201-04FB-18D7-54FC3EFAC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2EC0FB6-30C8-977D-37FF-A08A84F6B3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30" name="Rectangle: Rounded Corners 29">
            <a:extLst>
              <a:ext uri="{FF2B5EF4-FFF2-40B4-BE49-F238E27FC236}">
                <a16:creationId xmlns:a16="http://schemas.microsoft.com/office/drawing/2014/main" id="{16A48E94-FBBB-B7DE-FCB0-E2B9F76EAC62}"/>
              </a:ext>
            </a:extLst>
          </p:cNvPr>
          <p:cNvSpPr/>
          <p:nvPr/>
        </p:nvSpPr>
        <p:spPr>
          <a:xfrm>
            <a:off x="320040" y="289560"/>
            <a:ext cx="11486137" cy="5726635"/>
          </a:xfrm>
          <a:prstGeom prst="roundRect">
            <a:avLst>
              <a:gd name="adj" fmla="val 6934"/>
            </a:avLst>
          </a:prstGeom>
          <a:solidFill>
            <a:schemeClr val="accent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9" name="Graphic 28">
            <a:extLst>
              <a:ext uri="{FF2B5EF4-FFF2-40B4-BE49-F238E27FC236}">
                <a16:creationId xmlns:a16="http://schemas.microsoft.com/office/drawing/2014/main" id="{C7C2DF4C-9B75-06B6-C1D1-7B480840FB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30116" y="3540134"/>
            <a:ext cx="2476061" cy="2476061"/>
          </a:xfrm>
          <a:prstGeom prst="rect">
            <a:avLst/>
          </a:prstGeom>
        </p:spPr>
      </p:pic>
      <p:grpSp>
        <p:nvGrpSpPr>
          <p:cNvPr id="44" name="Graphic 9">
            <a:extLst>
              <a:ext uri="{FF2B5EF4-FFF2-40B4-BE49-F238E27FC236}">
                <a16:creationId xmlns:a16="http://schemas.microsoft.com/office/drawing/2014/main" id="{53BF6592-91A7-F9CB-EBDE-466FD418B655}"/>
              </a:ext>
            </a:extLst>
          </p:cNvPr>
          <p:cNvGrpSpPr/>
          <p:nvPr/>
        </p:nvGrpSpPr>
        <p:grpSpPr>
          <a:xfrm>
            <a:off x="736482" y="576424"/>
            <a:ext cx="434604" cy="732076"/>
            <a:chOff x="11234574" y="516131"/>
            <a:chExt cx="489199" cy="824039"/>
          </a:xfrm>
          <a:solidFill>
            <a:schemeClr val="bg1"/>
          </a:solidFill>
        </p:grpSpPr>
        <p:sp>
          <p:nvSpPr>
            <p:cNvPr id="45" name="Freeform: Shape 44">
              <a:extLst>
                <a:ext uri="{FF2B5EF4-FFF2-40B4-BE49-F238E27FC236}">
                  <a16:creationId xmlns:a16="http://schemas.microsoft.com/office/drawing/2014/main" id="{A4FE9D96-EAD9-A2A4-820A-1FD079D47448}"/>
                </a:ext>
              </a:extLst>
            </p:cNvPr>
            <p:cNvSpPr/>
            <p:nvPr/>
          </p:nvSpPr>
          <p:spPr>
            <a:xfrm>
              <a:off x="11415327" y="516131"/>
              <a:ext cx="128429" cy="127893"/>
            </a:xfrm>
            <a:custGeom>
              <a:avLst/>
              <a:gdLst>
                <a:gd name="connsiteX0" fmla="*/ 64248 w 128429"/>
                <a:gd name="connsiteY0" fmla="*/ 0 h 127893"/>
                <a:gd name="connsiteX1" fmla="*/ 0 w 128429"/>
                <a:gd name="connsiteY1" fmla="*/ 63913 h 127893"/>
                <a:gd name="connsiteX2" fmla="*/ 64181 w 128429"/>
                <a:gd name="connsiteY2" fmla="*/ 127894 h 127893"/>
                <a:gd name="connsiteX3" fmla="*/ 128430 w 128429"/>
                <a:gd name="connsiteY3" fmla="*/ 63980 h 127893"/>
                <a:gd name="connsiteX4" fmla="*/ 128430 w 128429"/>
                <a:gd name="connsiteY4" fmla="*/ 63980 h 127893"/>
                <a:gd name="connsiteX5" fmla="*/ 64248 w 128429"/>
                <a:gd name="connsiteY5" fmla="*/ 0 h 127893"/>
                <a:gd name="connsiteX6" fmla="*/ 64248 w 128429"/>
                <a:gd name="connsiteY6" fmla="*/ 104378 h 127893"/>
                <a:gd name="connsiteX7" fmla="*/ 23649 w 128429"/>
                <a:gd name="connsiteY7" fmla="*/ 63980 h 127893"/>
                <a:gd name="connsiteX8" fmla="*/ 64248 w 128429"/>
                <a:gd name="connsiteY8" fmla="*/ 23515 h 127893"/>
                <a:gd name="connsiteX9" fmla="*/ 104847 w 128429"/>
                <a:gd name="connsiteY9" fmla="*/ 63913 h 127893"/>
                <a:gd name="connsiteX10" fmla="*/ 64248 w 128429"/>
                <a:gd name="connsiteY10" fmla="*/ 104378 h 127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429" h="127893">
                  <a:moveTo>
                    <a:pt x="64248" y="0"/>
                  </a:moveTo>
                  <a:cubicBezTo>
                    <a:pt x="28741" y="0"/>
                    <a:pt x="0" y="28607"/>
                    <a:pt x="0" y="63913"/>
                  </a:cubicBezTo>
                  <a:cubicBezTo>
                    <a:pt x="0" y="99220"/>
                    <a:pt x="28741" y="127894"/>
                    <a:pt x="64181" y="127894"/>
                  </a:cubicBezTo>
                  <a:cubicBezTo>
                    <a:pt x="99689" y="127894"/>
                    <a:pt x="128430" y="99287"/>
                    <a:pt x="128430" y="63980"/>
                  </a:cubicBezTo>
                  <a:lnTo>
                    <a:pt x="128430" y="63980"/>
                  </a:lnTo>
                  <a:cubicBezTo>
                    <a:pt x="128430" y="28674"/>
                    <a:pt x="99622" y="67"/>
                    <a:pt x="64248" y="0"/>
                  </a:cubicBezTo>
                  <a:close/>
                  <a:moveTo>
                    <a:pt x="64248" y="104378"/>
                  </a:moveTo>
                  <a:cubicBezTo>
                    <a:pt x="41805" y="104378"/>
                    <a:pt x="23649" y="86290"/>
                    <a:pt x="23649" y="63980"/>
                  </a:cubicBezTo>
                  <a:cubicBezTo>
                    <a:pt x="23649" y="41671"/>
                    <a:pt x="41805" y="23582"/>
                    <a:pt x="64248" y="23515"/>
                  </a:cubicBezTo>
                  <a:cubicBezTo>
                    <a:pt x="86692" y="23515"/>
                    <a:pt x="104847" y="41604"/>
                    <a:pt x="104847" y="63913"/>
                  </a:cubicBezTo>
                  <a:cubicBezTo>
                    <a:pt x="104847" y="86223"/>
                    <a:pt x="86692" y="104311"/>
                    <a:pt x="64248" y="104378"/>
                  </a:cubicBezTo>
                  <a:close/>
                </a:path>
              </a:pathLst>
            </a:custGeom>
            <a:grpFill/>
            <a:ln w="6698"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3CF51A3A-7FF3-7916-C2A2-C92AEBB78942}"/>
                </a:ext>
              </a:extLst>
            </p:cNvPr>
            <p:cNvSpPr/>
            <p:nvPr/>
          </p:nvSpPr>
          <p:spPr>
            <a:xfrm>
              <a:off x="11234574" y="1037286"/>
              <a:ext cx="221753" cy="173249"/>
            </a:xfrm>
            <a:custGeom>
              <a:avLst/>
              <a:gdLst>
                <a:gd name="connsiteX0" fmla="*/ 67 w 221753"/>
                <a:gd name="connsiteY0" fmla="*/ 0 h 173249"/>
                <a:gd name="connsiteX1" fmla="*/ 67 w 221753"/>
                <a:gd name="connsiteY1" fmla="*/ 14404 h 173249"/>
                <a:gd name="connsiteX2" fmla="*/ 47701 w 221753"/>
                <a:gd name="connsiteY2" fmla="*/ 173249 h 173249"/>
                <a:gd name="connsiteX3" fmla="*/ 221754 w 221753"/>
                <a:gd name="connsiteY3" fmla="*/ 0 h 173249"/>
                <a:gd name="connsiteX4" fmla="*/ 0 w 221753"/>
                <a:gd name="connsiteY4" fmla="*/ 0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3" h="173249">
                  <a:moveTo>
                    <a:pt x="67" y="0"/>
                  </a:moveTo>
                  <a:lnTo>
                    <a:pt x="67" y="14404"/>
                  </a:lnTo>
                  <a:cubicBezTo>
                    <a:pt x="-201" y="70881"/>
                    <a:pt x="16414" y="126152"/>
                    <a:pt x="47701" y="173249"/>
                  </a:cubicBezTo>
                  <a:lnTo>
                    <a:pt x="221754" y="0"/>
                  </a:lnTo>
                  <a:lnTo>
                    <a:pt x="0" y="0"/>
                  </a:lnTo>
                  <a:close/>
                </a:path>
              </a:pathLst>
            </a:custGeom>
            <a:grpFill/>
            <a:ln w="6698" cap="flat">
              <a:noFill/>
              <a:prstDash val="solid"/>
              <a:miter/>
            </a:ln>
          </p:spPr>
          <p:txBody>
            <a:bodyPr rtlCol="0" anchor="ctr"/>
            <a:lstStyle/>
            <a:p>
              <a:endParaRPr lang="en-ZA"/>
            </a:p>
          </p:txBody>
        </p:sp>
        <p:sp>
          <p:nvSpPr>
            <p:cNvPr id="47" name="Freeform: Shape 46">
              <a:extLst>
                <a:ext uri="{FF2B5EF4-FFF2-40B4-BE49-F238E27FC236}">
                  <a16:creationId xmlns:a16="http://schemas.microsoft.com/office/drawing/2014/main" id="{F14E089B-42B1-7FC7-091A-E1913C345A69}"/>
                </a:ext>
              </a:extLst>
            </p:cNvPr>
            <p:cNvSpPr/>
            <p:nvPr/>
          </p:nvSpPr>
          <p:spPr>
            <a:xfrm>
              <a:off x="11300698" y="1057116"/>
              <a:ext cx="357150" cy="241986"/>
            </a:xfrm>
            <a:custGeom>
              <a:avLst/>
              <a:gdLst>
                <a:gd name="connsiteX0" fmla="*/ 0 w 357150"/>
                <a:gd name="connsiteY0" fmla="*/ 177805 h 241986"/>
                <a:gd name="connsiteX1" fmla="*/ 2278 w 357150"/>
                <a:gd name="connsiteY1" fmla="*/ 180552 h 241986"/>
                <a:gd name="connsiteX2" fmla="*/ 74633 w 357150"/>
                <a:gd name="connsiteY2" fmla="*/ 241986 h 241986"/>
                <a:gd name="connsiteX3" fmla="*/ 87697 w 357150"/>
                <a:gd name="connsiteY3" fmla="*/ 228989 h 241986"/>
                <a:gd name="connsiteX4" fmla="*/ 100895 w 357150"/>
                <a:gd name="connsiteY4" fmla="*/ 215858 h 241986"/>
                <a:gd name="connsiteX5" fmla="*/ 178609 w 357150"/>
                <a:gd name="connsiteY5" fmla="*/ 138479 h 241986"/>
                <a:gd name="connsiteX6" fmla="*/ 256323 w 357150"/>
                <a:gd name="connsiteY6" fmla="*/ 215858 h 241986"/>
                <a:gd name="connsiteX7" fmla="*/ 269521 w 357150"/>
                <a:gd name="connsiteY7" fmla="*/ 228989 h 241986"/>
                <a:gd name="connsiteX8" fmla="*/ 282585 w 357150"/>
                <a:gd name="connsiteY8" fmla="*/ 241986 h 241986"/>
                <a:gd name="connsiteX9" fmla="*/ 354940 w 357150"/>
                <a:gd name="connsiteY9" fmla="*/ 180552 h 241986"/>
                <a:gd name="connsiteX10" fmla="*/ 357151 w 357150"/>
                <a:gd name="connsiteY10" fmla="*/ 177805 h 241986"/>
                <a:gd name="connsiteX11" fmla="*/ 178609 w 357150"/>
                <a:gd name="connsiteY11" fmla="*/ 0 h 241986"/>
                <a:gd name="connsiteX12" fmla="*/ 67 w 357150"/>
                <a:gd name="connsiteY12" fmla="*/ 177738 h 24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150" h="241986">
                  <a:moveTo>
                    <a:pt x="0" y="177805"/>
                  </a:moveTo>
                  <a:cubicBezTo>
                    <a:pt x="737" y="178743"/>
                    <a:pt x="1474" y="179614"/>
                    <a:pt x="2278" y="180552"/>
                  </a:cubicBezTo>
                  <a:cubicBezTo>
                    <a:pt x="22979" y="204737"/>
                    <a:pt x="47366" y="225439"/>
                    <a:pt x="74633" y="241986"/>
                  </a:cubicBezTo>
                  <a:lnTo>
                    <a:pt x="87697" y="228989"/>
                  </a:lnTo>
                  <a:lnTo>
                    <a:pt x="100895" y="215858"/>
                  </a:lnTo>
                  <a:lnTo>
                    <a:pt x="178609" y="138479"/>
                  </a:lnTo>
                  <a:lnTo>
                    <a:pt x="256323" y="215858"/>
                  </a:lnTo>
                  <a:lnTo>
                    <a:pt x="269521" y="228989"/>
                  </a:lnTo>
                  <a:lnTo>
                    <a:pt x="282585" y="241986"/>
                  </a:lnTo>
                  <a:cubicBezTo>
                    <a:pt x="309852" y="225439"/>
                    <a:pt x="334239" y="204737"/>
                    <a:pt x="354940" y="180552"/>
                  </a:cubicBezTo>
                  <a:cubicBezTo>
                    <a:pt x="355744" y="179614"/>
                    <a:pt x="356481" y="178743"/>
                    <a:pt x="357151" y="177805"/>
                  </a:cubicBezTo>
                  <a:lnTo>
                    <a:pt x="178609" y="0"/>
                  </a:lnTo>
                  <a:lnTo>
                    <a:pt x="67" y="177738"/>
                  </a:lnTo>
                  <a:close/>
                </a:path>
              </a:pathLst>
            </a:custGeom>
            <a:grpFill/>
            <a:ln w="6698" cap="flat">
              <a:noFill/>
              <a:prstDash val="solid"/>
              <a:miter/>
            </a:ln>
          </p:spPr>
          <p:txBody>
            <a:bodyPr rtlCol="0" anchor="ctr"/>
            <a:lstStyle/>
            <a:p>
              <a:endParaRPr lang="en-ZA"/>
            </a:p>
          </p:txBody>
        </p:sp>
        <p:sp>
          <p:nvSpPr>
            <p:cNvPr id="48" name="Freeform: Shape 47">
              <a:extLst>
                <a:ext uri="{FF2B5EF4-FFF2-40B4-BE49-F238E27FC236}">
                  <a16:creationId xmlns:a16="http://schemas.microsoft.com/office/drawing/2014/main" id="{576B5879-0821-7985-A951-716069CCB5C9}"/>
                </a:ext>
              </a:extLst>
            </p:cNvPr>
            <p:cNvSpPr/>
            <p:nvPr/>
          </p:nvSpPr>
          <p:spPr>
            <a:xfrm>
              <a:off x="11234574" y="667473"/>
              <a:ext cx="489198" cy="339665"/>
            </a:xfrm>
            <a:custGeom>
              <a:avLst/>
              <a:gdLst>
                <a:gd name="connsiteX0" fmla="*/ 244666 w 489198"/>
                <a:gd name="connsiteY0" fmla="*/ 339665 h 339665"/>
                <a:gd name="connsiteX1" fmla="*/ 489198 w 489198"/>
                <a:gd name="connsiteY1" fmla="*/ 339665 h 339665"/>
                <a:gd name="connsiteX2" fmla="*/ 489198 w 489198"/>
                <a:gd name="connsiteY2" fmla="*/ 67 h 339665"/>
                <a:gd name="connsiteX3" fmla="*/ 453557 w 489198"/>
                <a:gd name="connsiteY3" fmla="*/ 67 h 339665"/>
                <a:gd name="connsiteX4" fmla="*/ 421868 w 489198"/>
                <a:gd name="connsiteY4" fmla="*/ 31555 h 339665"/>
                <a:gd name="connsiteX5" fmla="*/ 288816 w 489198"/>
                <a:gd name="connsiteY5" fmla="*/ 31555 h 339665"/>
                <a:gd name="connsiteX6" fmla="*/ 244599 w 489198"/>
                <a:gd name="connsiteY6" fmla="*/ 51988 h 339665"/>
                <a:gd name="connsiteX7" fmla="*/ 200382 w 489198"/>
                <a:gd name="connsiteY7" fmla="*/ 31622 h 339665"/>
                <a:gd name="connsiteX8" fmla="*/ 67397 w 489198"/>
                <a:gd name="connsiteY8" fmla="*/ 31622 h 339665"/>
                <a:gd name="connsiteX9" fmla="*/ 35641 w 489198"/>
                <a:gd name="connsiteY9" fmla="*/ 201 h 339665"/>
                <a:gd name="connsiteX10" fmla="*/ 35641 w 489198"/>
                <a:gd name="connsiteY10" fmla="*/ 0 h 339665"/>
                <a:gd name="connsiteX11" fmla="*/ 0 w 489198"/>
                <a:gd name="connsiteY11" fmla="*/ 0 h 339665"/>
                <a:gd name="connsiteX12" fmla="*/ 0 w 489198"/>
                <a:gd name="connsiteY12" fmla="*/ 339598 h 339665"/>
                <a:gd name="connsiteX13" fmla="*/ 244599 w 489198"/>
                <a:gd name="connsiteY13" fmla="*/ 339598 h 339665"/>
                <a:gd name="connsiteX14" fmla="*/ 391251 w 489198"/>
                <a:gd name="connsiteY14" fmla="*/ 85419 h 339665"/>
                <a:gd name="connsiteX15" fmla="*/ 435133 w 489198"/>
                <a:gd name="connsiteY15" fmla="*/ 129100 h 339665"/>
                <a:gd name="connsiteX16" fmla="*/ 391251 w 489198"/>
                <a:gd name="connsiteY16" fmla="*/ 172780 h 339665"/>
                <a:gd name="connsiteX17" fmla="*/ 347303 w 489198"/>
                <a:gd name="connsiteY17" fmla="*/ 129100 h 339665"/>
                <a:gd name="connsiteX18" fmla="*/ 391251 w 489198"/>
                <a:gd name="connsiteY18" fmla="*/ 85486 h 339665"/>
                <a:gd name="connsiteX19" fmla="*/ 391251 w 489198"/>
                <a:gd name="connsiteY19" fmla="*/ 85486 h 339665"/>
                <a:gd name="connsiteX20" fmla="*/ 244666 w 489198"/>
                <a:gd name="connsiteY20" fmla="*/ 127827 h 339665"/>
                <a:gd name="connsiteX21" fmla="*/ 332162 w 489198"/>
                <a:gd name="connsiteY21" fmla="*/ 214853 h 339665"/>
                <a:gd name="connsiteX22" fmla="*/ 244666 w 489198"/>
                <a:gd name="connsiteY22" fmla="*/ 301947 h 339665"/>
                <a:gd name="connsiteX23" fmla="*/ 157171 w 489198"/>
                <a:gd name="connsiteY23" fmla="*/ 214853 h 339665"/>
                <a:gd name="connsiteX24" fmla="*/ 244666 w 489198"/>
                <a:gd name="connsiteY24" fmla="*/ 127827 h 339665"/>
                <a:gd name="connsiteX25" fmla="*/ 98081 w 489198"/>
                <a:gd name="connsiteY25" fmla="*/ 85486 h 339665"/>
                <a:gd name="connsiteX26" fmla="*/ 142030 w 489198"/>
                <a:gd name="connsiteY26" fmla="*/ 129167 h 339665"/>
                <a:gd name="connsiteX27" fmla="*/ 98081 w 489198"/>
                <a:gd name="connsiteY27" fmla="*/ 172780 h 339665"/>
                <a:gd name="connsiteX28" fmla="*/ 98081 w 489198"/>
                <a:gd name="connsiteY28" fmla="*/ 172780 h 339665"/>
                <a:gd name="connsiteX29" fmla="*/ 54199 w 489198"/>
                <a:gd name="connsiteY29" fmla="*/ 129167 h 339665"/>
                <a:gd name="connsiteX30" fmla="*/ 98081 w 489198"/>
                <a:gd name="connsiteY30" fmla="*/ 85486 h 33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9198" h="339665">
                  <a:moveTo>
                    <a:pt x="244666" y="339665"/>
                  </a:moveTo>
                  <a:lnTo>
                    <a:pt x="489198" y="339665"/>
                  </a:lnTo>
                  <a:lnTo>
                    <a:pt x="489198" y="67"/>
                  </a:lnTo>
                  <a:lnTo>
                    <a:pt x="453557" y="67"/>
                  </a:lnTo>
                  <a:cubicBezTo>
                    <a:pt x="453557" y="17486"/>
                    <a:pt x="439354" y="31555"/>
                    <a:pt x="421868" y="31555"/>
                  </a:cubicBezTo>
                  <a:lnTo>
                    <a:pt x="288816" y="31555"/>
                  </a:lnTo>
                  <a:cubicBezTo>
                    <a:pt x="271933" y="32359"/>
                    <a:pt x="256055" y="39661"/>
                    <a:pt x="244599" y="51988"/>
                  </a:cubicBezTo>
                  <a:cubicBezTo>
                    <a:pt x="233076" y="39728"/>
                    <a:pt x="217265" y="32359"/>
                    <a:pt x="200382" y="31622"/>
                  </a:cubicBezTo>
                  <a:lnTo>
                    <a:pt x="67397" y="31622"/>
                  </a:lnTo>
                  <a:cubicBezTo>
                    <a:pt x="49911" y="31622"/>
                    <a:pt x="35708" y="17620"/>
                    <a:pt x="35641" y="201"/>
                  </a:cubicBezTo>
                  <a:lnTo>
                    <a:pt x="35641" y="0"/>
                  </a:lnTo>
                  <a:lnTo>
                    <a:pt x="0" y="0"/>
                  </a:lnTo>
                  <a:lnTo>
                    <a:pt x="0" y="339598"/>
                  </a:lnTo>
                  <a:lnTo>
                    <a:pt x="244599" y="339598"/>
                  </a:lnTo>
                  <a:close/>
                  <a:moveTo>
                    <a:pt x="391251" y="85419"/>
                  </a:moveTo>
                  <a:cubicBezTo>
                    <a:pt x="391251" y="109537"/>
                    <a:pt x="410881" y="129100"/>
                    <a:pt x="435133" y="129100"/>
                  </a:cubicBezTo>
                  <a:cubicBezTo>
                    <a:pt x="410881" y="129100"/>
                    <a:pt x="391251" y="148662"/>
                    <a:pt x="391251" y="172780"/>
                  </a:cubicBezTo>
                  <a:cubicBezTo>
                    <a:pt x="391251" y="148662"/>
                    <a:pt x="371555" y="129100"/>
                    <a:pt x="347303" y="129100"/>
                  </a:cubicBezTo>
                  <a:cubicBezTo>
                    <a:pt x="371555" y="129100"/>
                    <a:pt x="391184" y="109604"/>
                    <a:pt x="391251" y="85486"/>
                  </a:cubicBezTo>
                  <a:lnTo>
                    <a:pt x="391251" y="85486"/>
                  </a:lnTo>
                  <a:close/>
                  <a:moveTo>
                    <a:pt x="244666" y="127827"/>
                  </a:moveTo>
                  <a:cubicBezTo>
                    <a:pt x="244666" y="175929"/>
                    <a:pt x="283858" y="214920"/>
                    <a:pt x="332162" y="214853"/>
                  </a:cubicBezTo>
                  <a:cubicBezTo>
                    <a:pt x="283858" y="214853"/>
                    <a:pt x="244666" y="253844"/>
                    <a:pt x="244666" y="301947"/>
                  </a:cubicBezTo>
                  <a:cubicBezTo>
                    <a:pt x="244666" y="253844"/>
                    <a:pt x="205474" y="214853"/>
                    <a:pt x="157171" y="214853"/>
                  </a:cubicBezTo>
                  <a:cubicBezTo>
                    <a:pt x="205474" y="214853"/>
                    <a:pt x="244599" y="175862"/>
                    <a:pt x="244666" y="127827"/>
                  </a:cubicBezTo>
                  <a:close/>
                  <a:moveTo>
                    <a:pt x="98081" y="85486"/>
                  </a:moveTo>
                  <a:cubicBezTo>
                    <a:pt x="98081" y="109604"/>
                    <a:pt x="117777" y="129234"/>
                    <a:pt x="142030" y="129167"/>
                  </a:cubicBezTo>
                  <a:cubicBezTo>
                    <a:pt x="117777" y="129167"/>
                    <a:pt x="98081" y="148662"/>
                    <a:pt x="98081" y="172780"/>
                  </a:cubicBezTo>
                  <a:lnTo>
                    <a:pt x="98081" y="172780"/>
                  </a:lnTo>
                  <a:cubicBezTo>
                    <a:pt x="98081" y="148729"/>
                    <a:pt x="78451" y="129167"/>
                    <a:pt x="54199" y="129167"/>
                  </a:cubicBezTo>
                  <a:cubicBezTo>
                    <a:pt x="78451" y="129167"/>
                    <a:pt x="98081" y="109604"/>
                    <a:pt x="98081" y="85486"/>
                  </a:cubicBezTo>
                  <a:close/>
                </a:path>
              </a:pathLst>
            </a:custGeom>
            <a:grpFill/>
            <a:ln w="6698" cap="flat">
              <a:noFill/>
              <a:prstDash val="solid"/>
              <a:miter/>
            </a:ln>
          </p:spPr>
          <p:txBody>
            <a:bodyPr rtlCol="0" anchor="ctr"/>
            <a:lstStyle/>
            <a:p>
              <a:endParaRPr lang="en-ZA"/>
            </a:p>
          </p:txBody>
        </p:sp>
        <p:sp>
          <p:nvSpPr>
            <p:cNvPr id="49" name="Freeform: Shape 48">
              <a:extLst>
                <a:ext uri="{FF2B5EF4-FFF2-40B4-BE49-F238E27FC236}">
                  <a16:creationId xmlns:a16="http://schemas.microsoft.com/office/drawing/2014/main" id="{01F940DE-00C1-F86C-EB18-381BC65DCAC0}"/>
                </a:ext>
              </a:extLst>
            </p:cNvPr>
            <p:cNvSpPr/>
            <p:nvPr/>
          </p:nvSpPr>
          <p:spPr>
            <a:xfrm>
              <a:off x="11501952" y="1037286"/>
              <a:ext cx="221822" cy="173249"/>
            </a:xfrm>
            <a:custGeom>
              <a:avLst/>
              <a:gdLst>
                <a:gd name="connsiteX0" fmla="*/ 174120 w 221822"/>
                <a:gd name="connsiteY0" fmla="*/ 173249 h 173249"/>
                <a:gd name="connsiteX1" fmla="*/ 221821 w 221822"/>
                <a:gd name="connsiteY1" fmla="*/ 14404 h 173249"/>
                <a:gd name="connsiteX2" fmla="*/ 221821 w 221822"/>
                <a:gd name="connsiteY2" fmla="*/ 0 h 173249"/>
                <a:gd name="connsiteX3" fmla="*/ 0 w 221822"/>
                <a:gd name="connsiteY3" fmla="*/ 0 h 173249"/>
                <a:gd name="connsiteX4" fmla="*/ 174120 w 221822"/>
                <a:gd name="connsiteY4" fmla="*/ 173249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822" h="173249">
                  <a:moveTo>
                    <a:pt x="174120" y="173249"/>
                  </a:moveTo>
                  <a:cubicBezTo>
                    <a:pt x="205474" y="126152"/>
                    <a:pt x="222022" y="70881"/>
                    <a:pt x="221821" y="14404"/>
                  </a:cubicBezTo>
                  <a:lnTo>
                    <a:pt x="221821" y="0"/>
                  </a:lnTo>
                  <a:lnTo>
                    <a:pt x="0" y="0"/>
                  </a:lnTo>
                  <a:lnTo>
                    <a:pt x="174120" y="173249"/>
                  </a:lnTo>
                  <a:close/>
                </a:path>
              </a:pathLst>
            </a:custGeom>
            <a:grpFill/>
            <a:ln w="6698" cap="flat">
              <a:noFill/>
              <a:prstDash val="solid"/>
              <a:miter/>
            </a:ln>
          </p:spPr>
          <p:txBody>
            <a:bodyPr rtlCol="0" anchor="ctr"/>
            <a:lstStyle/>
            <a:p>
              <a:endParaRPr lang="en-ZA"/>
            </a:p>
          </p:txBody>
        </p:sp>
        <p:sp>
          <p:nvSpPr>
            <p:cNvPr id="50" name="Freeform: Shape 49">
              <a:extLst>
                <a:ext uri="{FF2B5EF4-FFF2-40B4-BE49-F238E27FC236}">
                  <a16:creationId xmlns:a16="http://schemas.microsoft.com/office/drawing/2014/main" id="{31D36CAA-F185-6355-80B4-DC2D8B57577E}"/>
                </a:ext>
              </a:extLst>
            </p:cNvPr>
            <p:cNvSpPr/>
            <p:nvPr/>
          </p:nvSpPr>
          <p:spPr>
            <a:xfrm>
              <a:off x="11402933" y="1238204"/>
              <a:ext cx="152547" cy="101966"/>
            </a:xfrm>
            <a:custGeom>
              <a:avLst/>
              <a:gdLst>
                <a:gd name="connsiteX0" fmla="*/ 76307 w 152547"/>
                <a:gd name="connsiteY0" fmla="*/ 0 h 101966"/>
                <a:gd name="connsiteX1" fmla="*/ 27066 w 152547"/>
                <a:gd name="connsiteY1" fmla="*/ 48973 h 101966"/>
                <a:gd name="connsiteX2" fmla="*/ 0 w 152547"/>
                <a:gd name="connsiteY2" fmla="*/ 75905 h 101966"/>
                <a:gd name="connsiteX3" fmla="*/ 72221 w 152547"/>
                <a:gd name="connsiteY3" fmla="*/ 101029 h 101966"/>
                <a:gd name="connsiteX4" fmla="*/ 76240 w 152547"/>
                <a:gd name="connsiteY4" fmla="*/ 101966 h 101966"/>
                <a:gd name="connsiteX5" fmla="*/ 80260 w 152547"/>
                <a:gd name="connsiteY5" fmla="*/ 101029 h 101966"/>
                <a:gd name="connsiteX6" fmla="*/ 152548 w 152547"/>
                <a:gd name="connsiteY6" fmla="*/ 75905 h 101966"/>
                <a:gd name="connsiteX7" fmla="*/ 125482 w 152547"/>
                <a:gd name="connsiteY7" fmla="*/ 48973 h 101966"/>
                <a:gd name="connsiteX8" fmla="*/ 76307 w 152547"/>
                <a:gd name="connsiteY8" fmla="*/ 0 h 10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47" h="101966">
                  <a:moveTo>
                    <a:pt x="76307" y="0"/>
                  </a:moveTo>
                  <a:lnTo>
                    <a:pt x="27066" y="48973"/>
                  </a:lnTo>
                  <a:lnTo>
                    <a:pt x="0" y="75905"/>
                  </a:lnTo>
                  <a:cubicBezTo>
                    <a:pt x="23046" y="86960"/>
                    <a:pt x="47299" y="95401"/>
                    <a:pt x="72221" y="101029"/>
                  </a:cubicBezTo>
                  <a:lnTo>
                    <a:pt x="76240" y="101966"/>
                  </a:lnTo>
                  <a:lnTo>
                    <a:pt x="80260" y="101029"/>
                  </a:lnTo>
                  <a:cubicBezTo>
                    <a:pt x="105249" y="95401"/>
                    <a:pt x="129502" y="86960"/>
                    <a:pt x="152548" y="75905"/>
                  </a:cubicBezTo>
                  <a:lnTo>
                    <a:pt x="125482" y="48973"/>
                  </a:lnTo>
                  <a:lnTo>
                    <a:pt x="76307" y="0"/>
                  </a:lnTo>
                  <a:close/>
                </a:path>
              </a:pathLst>
            </a:custGeom>
            <a:grpFill/>
            <a:ln w="6698" cap="flat">
              <a:noFill/>
              <a:prstDash val="solid"/>
              <a:miter/>
            </a:ln>
          </p:spPr>
          <p:txBody>
            <a:bodyPr rtlCol="0" anchor="ctr"/>
            <a:lstStyle/>
            <a:p>
              <a:endParaRPr lang="en-ZA"/>
            </a:p>
          </p:txBody>
        </p:sp>
      </p:grpSp>
    </p:spTree>
    <p:extLst>
      <p:ext uri="{BB962C8B-B14F-4D97-AF65-F5344CB8AC3E}">
        <p14:creationId xmlns:p14="http://schemas.microsoft.com/office/powerpoint/2010/main" val="6860496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Map V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
        <p:nvSpPr>
          <p:cNvPr id="2" name="Rectangle 1">
            <a:extLst>
              <a:ext uri="{FF2B5EF4-FFF2-40B4-BE49-F238E27FC236}">
                <a16:creationId xmlns:a16="http://schemas.microsoft.com/office/drawing/2014/main" id="{2CD0A036-4C1F-A0E0-4CD8-259AEE9FB070}"/>
              </a:ext>
            </a:extLst>
          </p:cNvPr>
          <p:cNvSpPr/>
          <p:nvPr/>
        </p:nvSpPr>
        <p:spPr>
          <a:xfrm>
            <a:off x="-21838" y="1238864"/>
            <a:ext cx="12213838" cy="536419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3" name="Group 2">
            <a:extLst>
              <a:ext uri="{FF2B5EF4-FFF2-40B4-BE49-F238E27FC236}">
                <a16:creationId xmlns:a16="http://schemas.microsoft.com/office/drawing/2014/main" id="{93709E35-612A-6FFE-2A76-4D58CD4CFF6B}"/>
              </a:ext>
            </a:extLst>
          </p:cNvPr>
          <p:cNvGrpSpPr/>
          <p:nvPr/>
        </p:nvGrpSpPr>
        <p:grpSpPr>
          <a:xfrm>
            <a:off x="-1451" y="1238864"/>
            <a:ext cx="7170780" cy="5404612"/>
            <a:chOff x="0" y="0"/>
            <a:chExt cx="9099120" cy="6858000"/>
          </a:xfrm>
        </p:grpSpPr>
        <p:sp>
          <p:nvSpPr>
            <p:cNvPr id="4" name="Freeform: Shape 3">
              <a:extLst>
                <a:ext uri="{FF2B5EF4-FFF2-40B4-BE49-F238E27FC236}">
                  <a16:creationId xmlns:a16="http://schemas.microsoft.com/office/drawing/2014/main" id="{E4AEC0AF-EAEF-D826-52B1-EBA273516D32}"/>
                </a:ext>
              </a:extLst>
            </p:cNvPr>
            <p:cNvSpPr/>
            <p:nvPr/>
          </p:nvSpPr>
          <p:spPr>
            <a:xfrm>
              <a:off x="22187" y="0"/>
              <a:ext cx="2217588" cy="2286000"/>
            </a:xfrm>
            <a:custGeom>
              <a:avLst/>
              <a:gdLst>
                <a:gd name="connsiteX0" fmla="*/ 0 w 2217588"/>
                <a:gd name="connsiteY0" fmla="*/ 2286000 h 2286000"/>
                <a:gd name="connsiteX1" fmla="*/ 2217588 w 2217588"/>
                <a:gd name="connsiteY1" fmla="*/ 2286000 h 2286000"/>
                <a:gd name="connsiteX2" fmla="*/ 2217588 w 2217588"/>
                <a:gd name="connsiteY2" fmla="*/ 0 h 2286000"/>
                <a:gd name="connsiteX3" fmla="*/ 0 w 2217588"/>
                <a:gd name="connsiteY3" fmla="*/ 0 h 2286000"/>
                <a:gd name="connsiteX4" fmla="*/ 0 w 2217588"/>
                <a:gd name="connsiteY4" fmla="*/ 2286000 h 228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88" h="2286000">
                  <a:moveTo>
                    <a:pt x="0" y="2286000"/>
                  </a:moveTo>
                  <a:lnTo>
                    <a:pt x="2217588" y="2286000"/>
                  </a:lnTo>
                  <a:lnTo>
                    <a:pt x="2217588" y="0"/>
                  </a:lnTo>
                  <a:lnTo>
                    <a:pt x="0" y="0"/>
                  </a:lnTo>
                  <a:lnTo>
                    <a:pt x="0" y="2286000"/>
                  </a:lnTo>
                  <a:close/>
                </a:path>
              </a:pathLst>
            </a:custGeom>
            <a:solidFill>
              <a:srgbClr val="214FB1"/>
            </a:solidFill>
            <a:ln w="8399" cap="flat">
              <a:noFill/>
              <a:prstDash val="solid"/>
              <a:miter/>
            </a:ln>
          </p:spPr>
          <p:txBody>
            <a:bodyPr rtlCol="0" anchor="ctr"/>
            <a:lstStyle/>
            <a:p>
              <a:endParaRPr lang="en-ZA"/>
            </a:p>
          </p:txBody>
        </p:sp>
        <p:sp>
          <p:nvSpPr>
            <p:cNvPr id="5" name="Freeform: Shape 4">
              <a:extLst>
                <a:ext uri="{FF2B5EF4-FFF2-40B4-BE49-F238E27FC236}">
                  <a16:creationId xmlns:a16="http://schemas.microsoft.com/office/drawing/2014/main" id="{56E32DC6-D326-9103-C7AB-E5E636A0910A}"/>
                </a:ext>
              </a:extLst>
            </p:cNvPr>
            <p:cNvSpPr/>
            <p:nvPr/>
          </p:nvSpPr>
          <p:spPr>
            <a:xfrm>
              <a:off x="22187" y="0"/>
              <a:ext cx="2217588" cy="2286000"/>
            </a:xfrm>
            <a:custGeom>
              <a:avLst/>
              <a:gdLst>
                <a:gd name="connsiteX0" fmla="*/ 0 w 2217588"/>
                <a:gd name="connsiteY0" fmla="*/ 0 h 2286000"/>
                <a:gd name="connsiteX1" fmla="*/ 2217588 w 2217588"/>
                <a:gd name="connsiteY1" fmla="*/ 0 h 2286000"/>
                <a:gd name="connsiteX2" fmla="*/ 0 w 2217588"/>
                <a:gd name="connsiteY2" fmla="*/ 2286000 h 2286000"/>
                <a:gd name="connsiteX3" fmla="*/ 0 w 2217588"/>
                <a:gd name="connsiteY3" fmla="*/ 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0" y="0"/>
                  </a:moveTo>
                  <a:lnTo>
                    <a:pt x="2217588" y="0"/>
                  </a:lnTo>
                  <a:cubicBezTo>
                    <a:pt x="2217588" y="1261670"/>
                    <a:pt x="1223935" y="2286000"/>
                    <a:pt x="0" y="2286000"/>
                  </a:cubicBezTo>
                  <a:lnTo>
                    <a:pt x="0" y="0"/>
                  </a:lnTo>
                  <a:close/>
                </a:path>
              </a:pathLst>
            </a:custGeom>
            <a:solidFill>
              <a:srgbClr val="29ABE2"/>
            </a:solidFill>
            <a:ln w="8399" cap="flat">
              <a:noFill/>
              <a:prstDash val="solid"/>
              <a:miter/>
            </a:ln>
          </p:spPr>
          <p:txBody>
            <a:bodyPr rtlCol="0" anchor="ctr"/>
            <a:lstStyle/>
            <a:p>
              <a:endParaRPr lang="en-ZA"/>
            </a:p>
          </p:txBody>
        </p:sp>
        <p:sp>
          <p:nvSpPr>
            <p:cNvPr id="6" name="Freeform: Shape 5">
              <a:extLst>
                <a:ext uri="{FF2B5EF4-FFF2-40B4-BE49-F238E27FC236}">
                  <a16:creationId xmlns:a16="http://schemas.microsoft.com/office/drawing/2014/main" id="{97E7FA50-ADCB-CEF1-270D-01DBFE6C947D}"/>
                </a:ext>
              </a:extLst>
            </p:cNvPr>
            <p:cNvSpPr/>
            <p:nvPr/>
          </p:nvSpPr>
          <p:spPr>
            <a:xfrm>
              <a:off x="22187" y="0"/>
              <a:ext cx="2217588" cy="2286000"/>
            </a:xfrm>
            <a:custGeom>
              <a:avLst/>
              <a:gdLst>
                <a:gd name="connsiteX0" fmla="*/ 2217588 w 2217588"/>
                <a:gd name="connsiteY0" fmla="*/ 2286000 h 2286000"/>
                <a:gd name="connsiteX1" fmla="*/ 0 w 2217588"/>
                <a:gd name="connsiteY1" fmla="*/ 0 h 2286000"/>
                <a:gd name="connsiteX2" fmla="*/ 2217588 w 2217588"/>
                <a:gd name="connsiteY2" fmla="*/ 0 h 2286000"/>
                <a:gd name="connsiteX3" fmla="*/ 2217588 w 2217588"/>
                <a:gd name="connsiteY3" fmla="*/ 2286000 h 2286000"/>
              </a:gdLst>
              <a:ahLst/>
              <a:cxnLst>
                <a:cxn ang="0">
                  <a:pos x="connsiteX0" y="connsiteY0"/>
                </a:cxn>
                <a:cxn ang="0">
                  <a:pos x="connsiteX1" y="connsiteY1"/>
                </a:cxn>
                <a:cxn ang="0">
                  <a:pos x="connsiteX2" y="connsiteY2"/>
                </a:cxn>
                <a:cxn ang="0">
                  <a:pos x="connsiteX3" y="connsiteY3"/>
                </a:cxn>
              </a:cxnLst>
              <a:rect l="l" t="t" r="r" b="b"/>
              <a:pathLst>
                <a:path w="2217588" h="2286000">
                  <a:moveTo>
                    <a:pt x="2217588" y="2286000"/>
                  </a:moveTo>
                  <a:cubicBezTo>
                    <a:pt x="993654" y="2286000"/>
                    <a:pt x="0" y="1261670"/>
                    <a:pt x="0" y="0"/>
                  </a:cubicBezTo>
                  <a:lnTo>
                    <a:pt x="2217588" y="0"/>
                  </a:lnTo>
                  <a:lnTo>
                    <a:pt x="2217588" y="2286000"/>
                  </a:lnTo>
                  <a:close/>
                </a:path>
              </a:pathLst>
            </a:custGeom>
            <a:solidFill>
              <a:srgbClr val="15305D"/>
            </a:solidFill>
            <a:ln w="8399" cap="flat">
              <a:noFill/>
              <a:prstDash val="solid"/>
              <a:miter/>
            </a:ln>
          </p:spPr>
          <p:txBody>
            <a:bodyPr rtlCol="0" anchor="ctr"/>
            <a:lstStyle/>
            <a:p>
              <a:endParaRPr lang="en-ZA"/>
            </a:p>
          </p:txBody>
        </p:sp>
        <p:sp>
          <p:nvSpPr>
            <p:cNvPr id="9" name="Freeform: Shape 8">
              <a:extLst>
                <a:ext uri="{FF2B5EF4-FFF2-40B4-BE49-F238E27FC236}">
                  <a16:creationId xmlns:a16="http://schemas.microsoft.com/office/drawing/2014/main" id="{7C14CA09-66A5-90E0-AAB2-88192FE46F60}"/>
                </a:ext>
              </a:extLst>
            </p:cNvPr>
            <p:cNvSpPr/>
            <p:nvPr/>
          </p:nvSpPr>
          <p:spPr>
            <a:xfrm>
              <a:off x="2241204" y="2286000"/>
              <a:ext cx="2285999" cy="2308439"/>
            </a:xfrm>
            <a:custGeom>
              <a:avLst/>
              <a:gdLst>
                <a:gd name="connsiteX0" fmla="*/ 0 w 2285999"/>
                <a:gd name="connsiteY0" fmla="*/ 0 h 2308439"/>
                <a:gd name="connsiteX1" fmla="*/ 0 w 2285999"/>
                <a:gd name="connsiteY1" fmla="*/ 2308440 h 2308439"/>
                <a:gd name="connsiteX2" fmla="*/ 2286000 w 2285999"/>
                <a:gd name="connsiteY2" fmla="*/ 2308440 h 2308439"/>
                <a:gd name="connsiteX3" fmla="*/ 2286000 w 2285999"/>
                <a:gd name="connsiteY3" fmla="*/ 0 h 2308439"/>
                <a:gd name="connsiteX4" fmla="*/ 0 w 2285999"/>
                <a:gd name="connsiteY4" fmla="*/ 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0" y="0"/>
                  </a:moveTo>
                  <a:lnTo>
                    <a:pt x="0" y="2308440"/>
                  </a:lnTo>
                  <a:lnTo>
                    <a:pt x="2286000" y="2308440"/>
                  </a:lnTo>
                  <a:lnTo>
                    <a:pt x="2286000" y="0"/>
                  </a:lnTo>
                  <a:lnTo>
                    <a:pt x="0" y="0"/>
                  </a:lnTo>
                  <a:close/>
                </a:path>
              </a:pathLst>
            </a:custGeom>
            <a:solidFill>
              <a:srgbClr val="29ABE2"/>
            </a:solidFill>
            <a:ln w="8399" cap="flat">
              <a:no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230B8F14-77ED-4F75-642C-DB632AFBA8D4}"/>
                </a:ext>
              </a:extLst>
            </p:cNvPr>
            <p:cNvSpPr/>
            <p:nvPr/>
          </p:nvSpPr>
          <p:spPr>
            <a:xfrm>
              <a:off x="2241204" y="2286084"/>
              <a:ext cx="2285999" cy="2308439"/>
            </a:xfrm>
            <a:custGeom>
              <a:avLst/>
              <a:gdLst>
                <a:gd name="connsiteX0" fmla="*/ 1143000 w 2285999"/>
                <a:gd name="connsiteY0" fmla="*/ 2308356 h 2308439"/>
                <a:gd name="connsiteX1" fmla="*/ 2286000 w 2285999"/>
                <a:gd name="connsiteY1" fmla="*/ 1154178 h 2308439"/>
                <a:gd name="connsiteX2" fmla="*/ 2286000 w 2285999"/>
                <a:gd name="connsiteY2" fmla="*/ 0 h 2308439"/>
                <a:gd name="connsiteX3" fmla="*/ 0 w 2285999"/>
                <a:gd name="connsiteY3" fmla="*/ 2308440 h 2308439"/>
                <a:gd name="connsiteX4" fmla="*/ 1143000 w 2285999"/>
                <a:gd name="connsiteY4" fmla="*/ 2308440 h 230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5999" h="2308439">
                  <a:moveTo>
                    <a:pt x="1143000" y="2308356"/>
                  </a:moveTo>
                  <a:cubicBezTo>
                    <a:pt x="1143000" y="1670881"/>
                    <a:pt x="1654745" y="1154178"/>
                    <a:pt x="2286000" y="1154178"/>
                  </a:cubicBezTo>
                  <a:lnTo>
                    <a:pt x="2286000" y="0"/>
                  </a:lnTo>
                  <a:cubicBezTo>
                    <a:pt x="1023489" y="0"/>
                    <a:pt x="0" y="1033491"/>
                    <a:pt x="0" y="2308440"/>
                  </a:cubicBezTo>
                  <a:lnTo>
                    <a:pt x="1143000" y="2308440"/>
                  </a:lnTo>
                  <a:close/>
                </a:path>
              </a:pathLst>
            </a:custGeom>
            <a:solidFill>
              <a:srgbClr val="15305D"/>
            </a:solidFill>
            <a:ln w="8399" cap="flat">
              <a:noFill/>
              <a:prstDash val="solid"/>
              <a:miter/>
            </a:ln>
          </p:spPr>
          <p:txBody>
            <a:bodyPr rtlCol="0" anchor="ctr"/>
            <a:lstStyle/>
            <a:p>
              <a:endParaRPr lang="en-ZA"/>
            </a:p>
          </p:txBody>
        </p:sp>
        <p:sp>
          <p:nvSpPr>
            <p:cNvPr id="16" name="Freeform: Shape 15">
              <a:extLst>
                <a:ext uri="{FF2B5EF4-FFF2-40B4-BE49-F238E27FC236}">
                  <a16:creationId xmlns:a16="http://schemas.microsoft.com/office/drawing/2014/main" id="{EE11607D-4D1A-F730-9923-C0FD33D7CB7E}"/>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4594104 w 4594103"/>
                <a:gd name="connsiteY3" fmla="*/ 0 h 4572000"/>
                <a:gd name="connsiteX4" fmla="*/ 0 w 4594103"/>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4103" h="4572000">
                  <a:moveTo>
                    <a:pt x="0" y="0"/>
                  </a:moveTo>
                  <a:lnTo>
                    <a:pt x="0" y="4572000"/>
                  </a:lnTo>
                  <a:lnTo>
                    <a:pt x="4594104" y="4572000"/>
                  </a:lnTo>
                  <a:lnTo>
                    <a:pt x="4594104" y="0"/>
                  </a:lnTo>
                  <a:lnTo>
                    <a:pt x="0" y="0"/>
                  </a:lnTo>
                  <a:close/>
                </a:path>
              </a:pathLst>
            </a:custGeom>
            <a:solidFill>
              <a:srgbClr val="15305D"/>
            </a:solidFill>
            <a:ln w="8399"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9D38FF8A-FB6C-EEA0-B4A2-26ED4E28FCC7}"/>
                </a:ext>
              </a:extLst>
            </p:cNvPr>
            <p:cNvSpPr/>
            <p:nvPr/>
          </p:nvSpPr>
          <p:spPr>
            <a:xfrm>
              <a:off x="4505017" y="2286000"/>
              <a:ext cx="4594103" cy="4572000"/>
            </a:xfrm>
            <a:custGeom>
              <a:avLst/>
              <a:gdLst>
                <a:gd name="connsiteX0" fmla="*/ 0 w 4594103"/>
                <a:gd name="connsiteY0" fmla="*/ 0 h 4572000"/>
                <a:gd name="connsiteX1" fmla="*/ 0 w 4594103"/>
                <a:gd name="connsiteY1" fmla="*/ 4572000 h 4572000"/>
                <a:gd name="connsiteX2" fmla="*/ 4594104 w 4594103"/>
                <a:gd name="connsiteY2" fmla="*/ 4572000 h 4572000"/>
                <a:gd name="connsiteX3" fmla="*/ 0 w 4594103"/>
                <a:gd name="connsiteY3" fmla="*/ 0 h 4572000"/>
              </a:gdLst>
              <a:ahLst/>
              <a:cxnLst>
                <a:cxn ang="0">
                  <a:pos x="connsiteX0" y="connsiteY0"/>
                </a:cxn>
                <a:cxn ang="0">
                  <a:pos x="connsiteX1" y="connsiteY1"/>
                </a:cxn>
                <a:cxn ang="0">
                  <a:pos x="connsiteX2" y="connsiteY2"/>
                </a:cxn>
                <a:cxn ang="0">
                  <a:pos x="connsiteX3" y="connsiteY3"/>
                </a:cxn>
              </a:cxnLst>
              <a:rect l="l" t="t" r="r" b="b"/>
              <a:pathLst>
                <a:path w="4594103" h="4572000">
                  <a:moveTo>
                    <a:pt x="0" y="0"/>
                  </a:moveTo>
                  <a:lnTo>
                    <a:pt x="0" y="4572000"/>
                  </a:lnTo>
                  <a:lnTo>
                    <a:pt x="4594104" y="4572000"/>
                  </a:lnTo>
                  <a:cubicBezTo>
                    <a:pt x="4594104" y="2046810"/>
                    <a:pt x="2537460" y="0"/>
                    <a:pt x="0" y="0"/>
                  </a:cubicBezTo>
                  <a:close/>
                </a:path>
              </a:pathLst>
            </a:custGeom>
            <a:solidFill>
              <a:srgbClr val="1B4087"/>
            </a:solidFill>
            <a:ln w="83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991ABE6B-97A6-BC34-A278-B639769342EE}"/>
                </a:ext>
              </a:extLst>
            </p:cNvPr>
            <p:cNvSpPr/>
            <p:nvPr/>
          </p:nvSpPr>
          <p:spPr>
            <a:xfrm>
              <a:off x="4505017" y="3031387"/>
              <a:ext cx="3845186" cy="3826612"/>
            </a:xfrm>
            <a:custGeom>
              <a:avLst/>
              <a:gdLst>
                <a:gd name="connsiteX0" fmla="*/ 3845186 w 3845186"/>
                <a:gd name="connsiteY0" fmla="*/ 3826613 h 3826612"/>
                <a:gd name="connsiteX1" fmla="*/ 0 w 3845186"/>
                <a:gd name="connsiteY1" fmla="*/ 0 h 3826612"/>
              </a:gdLst>
              <a:ahLst/>
              <a:cxnLst>
                <a:cxn ang="0">
                  <a:pos x="connsiteX0" y="connsiteY0"/>
                </a:cxn>
                <a:cxn ang="0">
                  <a:pos x="connsiteX1" y="connsiteY1"/>
                </a:cxn>
              </a:cxnLst>
              <a:rect l="l" t="t" r="r" b="b"/>
              <a:pathLst>
                <a:path w="3845186" h="3826612">
                  <a:moveTo>
                    <a:pt x="3845186" y="3826613"/>
                  </a:moveTo>
                  <a:cubicBezTo>
                    <a:pt x="3845186" y="1713156"/>
                    <a:pt x="2123710" y="0"/>
                    <a:pt x="0" y="0"/>
                  </a:cubicBezTo>
                </a:path>
              </a:pathLst>
            </a:custGeom>
            <a:noFill/>
            <a:ln w="40904" cap="flat">
              <a:solidFill>
                <a:srgbClr val="29ABE2"/>
              </a:solid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E34BDE6D-3D07-830B-18AF-474864A7D135}"/>
                </a:ext>
              </a:extLst>
            </p:cNvPr>
            <p:cNvSpPr/>
            <p:nvPr/>
          </p:nvSpPr>
          <p:spPr>
            <a:xfrm>
              <a:off x="4504764" y="3765764"/>
              <a:ext cx="3107195" cy="3092235"/>
            </a:xfrm>
            <a:custGeom>
              <a:avLst/>
              <a:gdLst>
                <a:gd name="connsiteX0" fmla="*/ 3107195 w 3107195"/>
                <a:gd name="connsiteY0" fmla="*/ 3092235 h 3092235"/>
                <a:gd name="connsiteX1" fmla="*/ 0 w 3107195"/>
                <a:gd name="connsiteY1" fmla="*/ 0 h 3092235"/>
              </a:gdLst>
              <a:ahLst/>
              <a:cxnLst>
                <a:cxn ang="0">
                  <a:pos x="connsiteX0" y="connsiteY0"/>
                </a:cxn>
                <a:cxn ang="0">
                  <a:pos x="connsiteX1" y="connsiteY1"/>
                </a:cxn>
              </a:cxnLst>
              <a:rect l="l" t="t" r="r" b="b"/>
              <a:pathLst>
                <a:path w="3107195" h="3092235">
                  <a:moveTo>
                    <a:pt x="3107195" y="3092235"/>
                  </a:moveTo>
                  <a:cubicBezTo>
                    <a:pt x="3107195" y="1384291"/>
                    <a:pt x="1716181" y="0"/>
                    <a:pt x="0" y="0"/>
                  </a:cubicBezTo>
                </a:path>
              </a:pathLst>
            </a:custGeom>
            <a:noFill/>
            <a:ln w="40904" cap="flat">
              <a:solidFill>
                <a:srgbClr val="29ABE2"/>
              </a:solid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6CCBE110-00BB-817F-D7B7-7DE21D36BDC9}"/>
                </a:ext>
              </a:extLst>
            </p:cNvPr>
            <p:cNvSpPr/>
            <p:nvPr/>
          </p:nvSpPr>
          <p:spPr>
            <a:xfrm>
              <a:off x="4505017" y="4526868"/>
              <a:ext cx="2342393" cy="2331131"/>
            </a:xfrm>
            <a:custGeom>
              <a:avLst/>
              <a:gdLst>
                <a:gd name="connsiteX0" fmla="*/ 2342393 w 2342393"/>
                <a:gd name="connsiteY0" fmla="*/ 2331132 h 2331131"/>
                <a:gd name="connsiteX1" fmla="*/ 0 w 2342393"/>
                <a:gd name="connsiteY1" fmla="*/ 0 h 2331131"/>
              </a:gdLst>
              <a:ahLst/>
              <a:cxnLst>
                <a:cxn ang="0">
                  <a:pos x="connsiteX0" y="connsiteY0"/>
                </a:cxn>
                <a:cxn ang="0">
                  <a:pos x="connsiteX1" y="connsiteY1"/>
                </a:cxn>
              </a:cxnLst>
              <a:rect l="l" t="t" r="r" b="b"/>
              <a:pathLst>
                <a:path w="2342393" h="2331131">
                  <a:moveTo>
                    <a:pt x="2342393" y="2331132"/>
                  </a:moveTo>
                  <a:cubicBezTo>
                    <a:pt x="2342393" y="1043492"/>
                    <a:pt x="1293775" y="0"/>
                    <a:pt x="0" y="0"/>
                  </a:cubicBezTo>
                </a:path>
              </a:pathLst>
            </a:custGeom>
            <a:noFill/>
            <a:ln w="40904" cap="flat">
              <a:solidFill>
                <a:srgbClr val="29ABE2"/>
              </a:solidFill>
              <a:prstDash val="solid"/>
              <a:miter/>
            </a:ln>
          </p:spPr>
          <p:txBody>
            <a:bodyPr rtlCol="0" anchor="ctr"/>
            <a:lstStyle/>
            <a:p>
              <a:endParaRPr lang="en-ZA"/>
            </a:p>
          </p:txBody>
        </p:sp>
        <p:sp>
          <p:nvSpPr>
            <p:cNvPr id="26" name="Freeform: Shape 25">
              <a:extLst>
                <a:ext uri="{FF2B5EF4-FFF2-40B4-BE49-F238E27FC236}">
                  <a16:creationId xmlns:a16="http://schemas.microsoft.com/office/drawing/2014/main" id="{087C557A-84F9-6418-C1D2-3212CB7D7C4E}"/>
                </a:ext>
              </a:extLst>
            </p:cNvPr>
            <p:cNvSpPr/>
            <p:nvPr/>
          </p:nvSpPr>
          <p:spPr>
            <a:xfrm>
              <a:off x="4505017" y="5312008"/>
              <a:ext cx="1553471" cy="1545991"/>
            </a:xfrm>
            <a:custGeom>
              <a:avLst/>
              <a:gdLst>
                <a:gd name="connsiteX0" fmla="*/ 1553471 w 1553471"/>
                <a:gd name="connsiteY0" fmla="*/ 1545992 h 1545991"/>
                <a:gd name="connsiteX1" fmla="*/ 0 w 1553471"/>
                <a:gd name="connsiteY1" fmla="*/ 0 h 1545991"/>
              </a:gdLst>
              <a:ahLst/>
              <a:cxnLst>
                <a:cxn ang="0">
                  <a:pos x="connsiteX0" y="connsiteY0"/>
                </a:cxn>
                <a:cxn ang="0">
                  <a:pos x="connsiteX1" y="connsiteY1"/>
                </a:cxn>
              </a:cxnLst>
              <a:rect l="l" t="t" r="r" b="b"/>
              <a:pathLst>
                <a:path w="1553471" h="1545991">
                  <a:moveTo>
                    <a:pt x="1553471" y="1545992"/>
                  </a:moveTo>
                  <a:cubicBezTo>
                    <a:pt x="1553471" y="692020"/>
                    <a:pt x="858090" y="0"/>
                    <a:pt x="0" y="0"/>
                  </a:cubicBezTo>
                </a:path>
              </a:pathLst>
            </a:custGeom>
            <a:noFill/>
            <a:ln w="40904" cap="flat">
              <a:solidFill>
                <a:srgbClr val="29ABE2"/>
              </a:solidFill>
              <a:prstDash val="solid"/>
              <a:miter/>
            </a:ln>
          </p:spPr>
          <p:txBody>
            <a:bodyPr rtlCol="0" anchor="ctr"/>
            <a:lstStyle/>
            <a:p>
              <a:endParaRPr lang="en-ZA"/>
            </a:p>
          </p:txBody>
        </p:sp>
        <p:sp>
          <p:nvSpPr>
            <p:cNvPr id="27" name="Freeform: Shape 26">
              <a:extLst>
                <a:ext uri="{FF2B5EF4-FFF2-40B4-BE49-F238E27FC236}">
                  <a16:creationId xmlns:a16="http://schemas.microsoft.com/office/drawing/2014/main" id="{5ECBD1CB-9ED5-8A70-6E6E-CCE7F400FF1E}"/>
                </a:ext>
              </a:extLst>
            </p:cNvPr>
            <p:cNvSpPr/>
            <p:nvPr/>
          </p:nvSpPr>
          <p:spPr>
            <a:xfrm>
              <a:off x="0" y="2286167"/>
              <a:ext cx="2241204" cy="2241036"/>
            </a:xfrm>
            <a:custGeom>
              <a:avLst/>
              <a:gdLst>
                <a:gd name="connsiteX0" fmla="*/ 0 w 2241204"/>
                <a:gd name="connsiteY0" fmla="*/ 0 h 2241036"/>
                <a:gd name="connsiteX1" fmla="*/ 0 w 2241204"/>
                <a:gd name="connsiteY1" fmla="*/ 2241036 h 2241036"/>
                <a:gd name="connsiteX2" fmla="*/ 2241205 w 2241204"/>
                <a:gd name="connsiteY2" fmla="*/ 2241036 h 2241036"/>
                <a:gd name="connsiteX3" fmla="*/ 2241205 w 2241204"/>
                <a:gd name="connsiteY3" fmla="*/ 0 h 2241036"/>
                <a:gd name="connsiteX4" fmla="*/ 0 w 2241204"/>
                <a:gd name="connsiteY4" fmla="*/ 0 h 2241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204" h="2241036">
                  <a:moveTo>
                    <a:pt x="0" y="0"/>
                  </a:moveTo>
                  <a:lnTo>
                    <a:pt x="0" y="2241036"/>
                  </a:lnTo>
                  <a:lnTo>
                    <a:pt x="2241205" y="2241036"/>
                  </a:lnTo>
                  <a:lnTo>
                    <a:pt x="2241205" y="0"/>
                  </a:lnTo>
                  <a:lnTo>
                    <a:pt x="0" y="0"/>
                  </a:lnTo>
                  <a:close/>
                </a:path>
              </a:pathLst>
            </a:custGeom>
            <a:solidFill>
              <a:srgbClr val="214FB1"/>
            </a:solidFill>
            <a:ln w="8399"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F9B969DF-B135-F210-6324-DCE6699325F3}"/>
                </a:ext>
              </a:extLst>
            </p:cNvPr>
            <p:cNvSpPr/>
            <p:nvPr/>
          </p:nvSpPr>
          <p:spPr>
            <a:xfrm>
              <a:off x="0" y="2286084"/>
              <a:ext cx="1120560" cy="1120560"/>
            </a:xfrm>
            <a:custGeom>
              <a:avLst/>
              <a:gdLst>
                <a:gd name="connsiteX0" fmla="*/ 1120560 w 1120560"/>
                <a:gd name="connsiteY0" fmla="*/ 1120476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476"/>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05C6C257-8AAD-CFDC-7541-A4B72D4F1587}"/>
                </a:ext>
              </a:extLst>
            </p:cNvPr>
            <p:cNvSpPr/>
            <p:nvPr/>
          </p:nvSpPr>
          <p:spPr>
            <a:xfrm>
              <a:off x="1120644" y="2286000"/>
              <a:ext cx="1120560" cy="1120560"/>
            </a:xfrm>
            <a:custGeom>
              <a:avLst/>
              <a:gdLst>
                <a:gd name="connsiteX0" fmla="*/ 1120560 w 1120560"/>
                <a:gd name="connsiteY0" fmla="*/ 1120560 h 1120560"/>
                <a:gd name="connsiteX1" fmla="*/ 0 w 1120560"/>
                <a:gd name="connsiteY1" fmla="*/ 0 h 1120560"/>
                <a:gd name="connsiteX2" fmla="*/ 1120560 w 1120560"/>
                <a:gd name="connsiteY2" fmla="*/ 0 h 1120560"/>
                <a:gd name="connsiteX3" fmla="*/ 1120560 w 1120560"/>
                <a:gd name="connsiteY3" fmla="*/ 1120560 h 1120560"/>
              </a:gdLst>
              <a:ahLst/>
              <a:cxnLst>
                <a:cxn ang="0">
                  <a:pos x="connsiteX0" y="connsiteY0"/>
                </a:cxn>
                <a:cxn ang="0">
                  <a:pos x="connsiteX1" y="connsiteY1"/>
                </a:cxn>
                <a:cxn ang="0">
                  <a:pos x="connsiteX2" y="connsiteY2"/>
                </a:cxn>
                <a:cxn ang="0">
                  <a:pos x="connsiteX3" y="connsiteY3"/>
                </a:cxn>
              </a:cxnLst>
              <a:rect l="l" t="t" r="r" b="b"/>
              <a:pathLst>
                <a:path w="1120560" h="1120560">
                  <a:moveTo>
                    <a:pt x="1120560" y="1120560"/>
                  </a:moveTo>
                  <a:lnTo>
                    <a:pt x="0" y="0"/>
                  </a:lnTo>
                  <a:lnTo>
                    <a:pt x="1120560" y="0"/>
                  </a:lnTo>
                  <a:lnTo>
                    <a:pt x="1120560" y="1120560"/>
                  </a:lnTo>
                  <a:close/>
                </a:path>
              </a:pathLst>
            </a:custGeom>
            <a:solidFill>
              <a:srgbClr val="15305D"/>
            </a:solidFill>
            <a:ln w="8399" cap="flat">
              <a:no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C1F2E0DC-D4CE-F6D6-4B96-D639DE500A02}"/>
                </a:ext>
              </a:extLst>
            </p:cNvPr>
            <p:cNvSpPr/>
            <p:nvPr/>
          </p:nvSpPr>
          <p:spPr>
            <a:xfrm>
              <a:off x="0"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BBEDA1E4-A7D4-80C2-D00A-8AC6552C08E2}"/>
                </a:ext>
              </a:extLst>
            </p:cNvPr>
            <p:cNvSpPr/>
            <p:nvPr/>
          </p:nvSpPr>
          <p:spPr>
            <a:xfrm>
              <a:off x="1120644" y="3406560"/>
              <a:ext cx="1120560" cy="1120644"/>
            </a:xfrm>
            <a:custGeom>
              <a:avLst/>
              <a:gdLst>
                <a:gd name="connsiteX0" fmla="*/ 1120560 w 1120560"/>
                <a:gd name="connsiteY0" fmla="*/ 1120644 h 1120644"/>
                <a:gd name="connsiteX1" fmla="*/ 0 w 1120560"/>
                <a:gd name="connsiteY1" fmla="*/ 0 h 1120644"/>
                <a:gd name="connsiteX2" fmla="*/ 1120560 w 1120560"/>
                <a:gd name="connsiteY2" fmla="*/ 0 h 1120644"/>
                <a:gd name="connsiteX3" fmla="*/ 1120560 w 1120560"/>
                <a:gd name="connsiteY3" fmla="*/ 1120644 h 1120644"/>
              </a:gdLst>
              <a:ahLst/>
              <a:cxnLst>
                <a:cxn ang="0">
                  <a:pos x="connsiteX0" y="connsiteY0"/>
                </a:cxn>
                <a:cxn ang="0">
                  <a:pos x="connsiteX1" y="connsiteY1"/>
                </a:cxn>
                <a:cxn ang="0">
                  <a:pos x="connsiteX2" y="connsiteY2"/>
                </a:cxn>
                <a:cxn ang="0">
                  <a:pos x="connsiteX3" y="connsiteY3"/>
                </a:cxn>
              </a:cxnLst>
              <a:rect l="l" t="t" r="r" b="b"/>
              <a:pathLst>
                <a:path w="1120560" h="1120644">
                  <a:moveTo>
                    <a:pt x="1120560" y="1120644"/>
                  </a:moveTo>
                  <a:lnTo>
                    <a:pt x="0" y="0"/>
                  </a:lnTo>
                  <a:lnTo>
                    <a:pt x="1120560" y="0"/>
                  </a:lnTo>
                  <a:lnTo>
                    <a:pt x="1120560" y="1120644"/>
                  </a:lnTo>
                  <a:close/>
                </a:path>
              </a:pathLst>
            </a:custGeom>
            <a:solidFill>
              <a:srgbClr val="15305D"/>
            </a:solidFill>
            <a:ln w="8399" cap="flat">
              <a:no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686CA721-641B-4A00-B696-8E255278B733}"/>
                </a:ext>
              </a:extLst>
            </p:cNvPr>
            <p:cNvSpPr/>
            <p:nvPr/>
          </p:nvSpPr>
          <p:spPr>
            <a:xfrm>
              <a:off x="22187" y="4527204"/>
              <a:ext cx="2219016" cy="2314406"/>
            </a:xfrm>
            <a:custGeom>
              <a:avLst/>
              <a:gdLst>
                <a:gd name="connsiteX0" fmla="*/ 0 w 2219016"/>
                <a:gd name="connsiteY0" fmla="*/ 2314407 h 2314406"/>
                <a:gd name="connsiteX1" fmla="*/ 2219017 w 2219016"/>
                <a:gd name="connsiteY1" fmla="*/ 2314407 h 2314406"/>
                <a:gd name="connsiteX2" fmla="*/ 2219017 w 2219016"/>
                <a:gd name="connsiteY2" fmla="*/ 0 h 2314406"/>
                <a:gd name="connsiteX3" fmla="*/ 0 w 2219016"/>
                <a:gd name="connsiteY3" fmla="*/ 0 h 2314406"/>
                <a:gd name="connsiteX4" fmla="*/ 0 w 2219016"/>
                <a:gd name="connsiteY4" fmla="*/ 2314407 h 2314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9016" h="2314406">
                  <a:moveTo>
                    <a:pt x="0" y="2314407"/>
                  </a:moveTo>
                  <a:lnTo>
                    <a:pt x="2219017" y="2314407"/>
                  </a:lnTo>
                  <a:lnTo>
                    <a:pt x="2219017" y="0"/>
                  </a:lnTo>
                  <a:lnTo>
                    <a:pt x="0" y="0"/>
                  </a:lnTo>
                  <a:lnTo>
                    <a:pt x="0" y="2314407"/>
                  </a:lnTo>
                  <a:close/>
                </a:path>
              </a:pathLst>
            </a:custGeom>
            <a:solidFill>
              <a:srgbClr val="1B4087"/>
            </a:solidFill>
            <a:ln w="8399" cap="flat">
              <a:noFill/>
              <a:prstDash val="solid"/>
              <a:miter/>
            </a:ln>
          </p:spPr>
          <p:txBody>
            <a:bodyPr rtlCol="0" anchor="ctr"/>
            <a:lstStyle/>
            <a:p>
              <a:endParaRPr lang="en-ZA"/>
            </a:p>
          </p:txBody>
        </p:sp>
        <p:sp>
          <p:nvSpPr>
            <p:cNvPr id="36" name="Freeform: Shape 35">
              <a:extLst>
                <a:ext uri="{FF2B5EF4-FFF2-40B4-BE49-F238E27FC236}">
                  <a16:creationId xmlns:a16="http://schemas.microsoft.com/office/drawing/2014/main" id="{DF314D20-CA04-EF54-A9BC-842530BCD5D4}"/>
                </a:ext>
              </a:extLst>
            </p:cNvPr>
            <p:cNvSpPr/>
            <p:nvPr/>
          </p:nvSpPr>
          <p:spPr>
            <a:xfrm>
              <a:off x="22187" y="4613601"/>
              <a:ext cx="2220109" cy="2228009"/>
            </a:xfrm>
            <a:custGeom>
              <a:avLst/>
              <a:gdLst>
                <a:gd name="connsiteX0" fmla="*/ 2220109 w 2220109"/>
                <a:gd name="connsiteY0" fmla="*/ 0 h 2228009"/>
                <a:gd name="connsiteX1" fmla="*/ 0 w 2220109"/>
                <a:gd name="connsiteY1" fmla="*/ 2228009 h 2228009"/>
                <a:gd name="connsiteX2" fmla="*/ 2219017 w 2220109"/>
                <a:gd name="connsiteY2" fmla="*/ 2228009 h 2228009"/>
                <a:gd name="connsiteX3" fmla="*/ 2220109 w 2220109"/>
                <a:gd name="connsiteY3" fmla="*/ 0 h 2228009"/>
              </a:gdLst>
              <a:ahLst/>
              <a:cxnLst>
                <a:cxn ang="0">
                  <a:pos x="connsiteX0" y="connsiteY0"/>
                </a:cxn>
                <a:cxn ang="0">
                  <a:pos x="connsiteX1" y="connsiteY1"/>
                </a:cxn>
                <a:cxn ang="0">
                  <a:pos x="connsiteX2" y="connsiteY2"/>
                </a:cxn>
                <a:cxn ang="0">
                  <a:pos x="connsiteX3" y="connsiteY3"/>
                </a:cxn>
              </a:cxnLst>
              <a:rect l="l" t="t" r="r" b="b"/>
              <a:pathLst>
                <a:path w="2220109" h="2228009">
                  <a:moveTo>
                    <a:pt x="2220109" y="0"/>
                  </a:moveTo>
                  <a:lnTo>
                    <a:pt x="0" y="2228009"/>
                  </a:lnTo>
                  <a:lnTo>
                    <a:pt x="2219017" y="2228009"/>
                  </a:lnTo>
                  <a:lnTo>
                    <a:pt x="2220109" y="0"/>
                  </a:lnTo>
                  <a:close/>
                </a:path>
              </a:pathLst>
            </a:custGeom>
            <a:solidFill>
              <a:srgbClr val="2554CE"/>
            </a:solidFill>
            <a:ln w="8399" cap="flat">
              <a:noFill/>
              <a:prstDash val="solid"/>
              <a:miter/>
            </a:ln>
          </p:spPr>
          <p:txBody>
            <a:bodyPr rtlCol="0" anchor="ctr"/>
            <a:lstStyle/>
            <a:p>
              <a:endParaRPr lang="en-ZA"/>
            </a:p>
          </p:txBody>
        </p:sp>
        <p:sp>
          <p:nvSpPr>
            <p:cNvPr id="37" name="Freeform: Shape 36">
              <a:extLst>
                <a:ext uri="{FF2B5EF4-FFF2-40B4-BE49-F238E27FC236}">
                  <a16:creationId xmlns:a16="http://schemas.microsoft.com/office/drawing/2014/main" id="{8661875D-8C4E-5AA8-0EE7-E8C8EAEA286F}"/>
                </a:ext>
              </a:extLst>
            </p:cNvPr>
            <p:cNvSpPr/>
            <p:nvPr/>
          </p:nvSpPr>
          <p:spPr>
            <a:xfrm>
              <a:off x="1348487" y="5865691"/>
              <a:ext cx="893809" cy="989115"/>
            </a:xfrm>
            <a:custGeom>
              <a:avLst/>
              <a:gdLst>
                <a:gd name="connsiteX0" fmla="*/ 892717 w 893809"/>
                <a:gd name="connsiteY0" fmla="*/ 0 h 989115"/>
                <a:gd name="connsiteX1" fmla="*/ 0 w 893809"/>
                <a:gd name="connsiteY1" fmla="*/ 989115 h 989115"/>
                <a:gd name="connsiteX2" fmla="*/ 893809 w 893809"/>
                <a:gd name="connsiteY2" fmla="*/ 989115 h 989115"/>
                <a:gd name="connsiteX3" fmla="*/ 892717 w 893809"/>
                <a:gd name="connsiteY3" fmla="*/ 0 h 989115"/>
              </a:gdLst>
              <a:ahLst/>
              <a:cxnLst>
                <a:cxn ang="0">
                  <a:pos x="connsiteX0" y="connsiteY0"/>
                </a:cxn>
                <a:cxn ang="0">
                  <a:pos x="connsiteX1" y="connsiteY1"/>
                </a:cxn>
                <a:cxn ang="0">
                  <a:pos x="connsiteX2" y="connsiteY2"/>
                </a:cxn>
                <a:cxn ang="0">
                  <a:pos x="connsiteX3" y="connsiteY3"/>
                </a:cxn>
              </a:cxnLst>
              <a:rect l="l" t="t" r="r" b="b"/>
              <a:pathLst>
                <a:path w="893809" h="989115">
                  <a:moveTo>
                    <a:pt x="892717" y="0"/>
                  </a:moveTo>
                  <a:lnTo>
                    <a:pt x="0" y="989115"/>
                  </a:lnTo>
                  <a:lnTo>
                    <a:pt x="893809" y="989115"/>
                  </a:lnTo>
                  <a:lnTo>
                    <a:pt x="892717" y="0"/>
                  </a:lnTo>
                  <a:close/>
                </a:path>
              </a:pathLst>
            </a:custGeom>
            <a:solidFill>
              <a:srgbClr val="29ABE2"/>
            </a:solidFill>
            <a:ln w="8399" cap="flat">
              <a:noFill/>
              <a:prstDash val="solid"/>
              <a:miter/>
            </a:ln>
          </p:spPr>
          <p:txBody>
            <a:bodyPr rtlCol="0" anchor="ctr"/>
            <a:lstStyle/>
            <a:p>
              <a:endParaRPr lang="en-ZA"/>
            </a:p>
          </p:txBody>
        </p:sp>
        <p:sp>
          <p:nvSpPr>
            <p:cNvPr id="38" name="Freeform: Shape 37">
              <a:extLst>
                <a:ext uri="{FF2B5EF4-FFF2-40B4-BE49-F238E27FC236}">
                  <a16:creationId xmlns:a16="http://schemas.microsoft.com/office/drawing/2014/main" id="{405B1292-17CB-20AD-CA66-E0DB0D0A0ACE}"/>
                </a:ext>
              </a:extLst>
            </p:cNvPr>
            <p:cNvSpPr/>
            <p:nvPr/>
          </p:nvSpPr>
          <p:spPr>
            <a:xfrm>
              <a:off x="22187" y="4527204"/>
              <a:ext cx="1187963" cy="1087782"/>
            </a:xfrm>
            <a:custGeom>
              <a:avLst/>
              <a:gdLst>
                <a:gd name="connsiteX0" fmla="*/ 1187964 w 1187963"/>
                <a:gd name="connsiteY0" fmla="*/ 0 h 1087782"/>
                <a:gd name="connsiteX1" fmla="*/ 0 w 1187963"/>
                <a:gd name="connsiteY1" fmla="*/ 1087783 h 1087782"/>
                <a:gd name="connsiteX2" fmla="*/ 0 w 1187963"/>
                <a:gd name="connsiteY2" fmla="*/ 0 h 1087782"/>
                <a:gd name="connsiteX3" fmla="*/ 1187964 w 1187963"/>
                <a:gd name="connsiteY3" fmla="*/ 0 h 1087782"/>
              </a:gdLst>
              <a:ahLst/>
              <a:cxnLst>
                <a:cxn ang="0">
                  <a:pos x="connsiteX0" y="connsiteY0"/>
                </a:cxn>
                <a:cxn ang="0">
                  <a:pos x="connsiteX1" y="connsiteY1"/>
                </a:cxn>
                <a:cxn ang="0">
                  <a:pos x="connsiteX2" y="connsiteY2"/>
                </a:cxn>
                <a:cxn ang="0">
                  <a:pos x="connsiteX3" y="connsiteY3"/>
                </a:cxn>
              </a:cxnLst>
              <a:rect l="l" t="t" r="r" b="b"/>
              <a:pathLst>
                <a:path w="1187963" h="1087782">
                  <a:moveTo>
                    <a:pt x="1187964" y="0"/>
                  </a:moveTo>
                  <a:lnTo>
                    <a:pt x="0" y="1087783"/>
                  </a:lnTo>
                  <a:lnTo>
                    <a:pt x="0" y="0"/>
                  </a:lnTo>
                  <a:cubicBezTo>
                    <a:pt x="0" y="0"/>
                    <a:pt x="1187964" y="0"/>
                    <a:pt x="1187964" y="0"/>
                  </a:cubicBezTo>
                  <a:close/>
                </a:path>
              </a:pathLst>
            </a:custGeom>
            <a:solidFill>
              <a:srgbClr val="15305D"/>
            </a:solidFill>
            <a:ln w="8399" cap="flat">
              <a:noFill/>
              <a:prstDash val="solid"/>
              <a:miter/>
            </a:ln>
          </p:spPr>
          <p:txBody>
            <a:bodyPr rtlCol="0" anchor="ctr"/>
            <a:lstStyle/>
            <a:p>
              <a:endParaRPr lang="en-ZA"/>
            </a:p>
          </p:txBody>
        </p:sp>
      </p:grpSp>
      <p:sp>
        <p:nvSpPr>
          <p:cNvPr id="41" name="Freeform: Shape 40">
            <a:extLst>
              <a:ext uri="{FF2B5EF4-FFF2-40B4-BE49-F238E27FC236}">
                <a16:creationId xmlns:a16="http://schemas.microsoft.com/office/drawing/2014/main" id="{82732684-D19C-1021-5498-0F070EC75E9E}"/>
              </a:ext>
            </a:extLst>
          </p:cNvPr>
          <p:cNvSpPr/>
          <p:nvPr/>
        </p:nvSpPr>
        <p:spPr>
          <a:xfrm>
            <a:off x="547841" y="1238864"/>
            <a:ext cx="5136679" cy="4809796"/>
          </a:xfrm>
          <a:custGeom>
            <a:avLst/>
            <a:gdLst>
              <a:gd name="connsiteX0" fmla="*/ 0 w 5136679"/>
              <a:gd name="connsiteY0" fmla="*/ 0 h 4809796"/>
              <a:gd name="connsiteX1" fmla="*/ 5136679 w 5136679"/>
              <a:gd name="connsiteY1" fmla="*/ 0 h 4809796"/>
              <a:gd name="connsiteX2" fmla="*/ 5136679 w 5136679"/>
              <a:gd name="connsiteY2" fmla="*/ 4548031 h 4809796"/>
              <a:gd name="connsiteX3" fmla="*/ 4874914 w 5136679"/>
              <a:gd name="connsiteY3" fmla="*/ 4809796 h 4809796"/>
              <a:gd name="connsiteX4" fmla="*/ 261765 w 5136679"/>
              <a:gd name="connsiteY4" fmla="*/ 4809796 h 4809796"/>
              <a:gd name="connsiteX5" fmla="*/ 0 w 5136679"/>
              <a:gd name="connsiteY5" fmla="*/ 4548031 h 480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36679" h="4809796">
                <a:moveTo>
                  <a:pt x="0" y="0"/>
                </a:moveTo>
                <a:lnTo>
                  <a:pt x="5136679" y="0"/>
                </a:lnTo>
                <a:lnTo>
                  <a:pt x="5136679" y="4548031"/>
                </a:lnTo>
                <a:cubicBezTo>
                  <a:pt x="5136679" y="4692600"/>
                  <a:pt x="5019483" y="4809796"/>
                  <a:pt x="4874914" y="4809796"/>
                </a:cubicBezTo>
                <a:lnTo>
                  <a:pt x="261765" y="4809796"/>
                </a:lnTo>
                <a:cubicBezTo>
                  <a:pt x="117196" y="4809796"/>
                  <a:pt x="0" y="4692600"/>
                  <a:pt x="0" y="4548031"/>
                </a:cubicBezTo>
                <a:close/>
              </a:path>
            </a:pathLst>
          </a:custGeom>
          <a:solidFill>
            <a:schemeClr val="accent4"/>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ZA"/>
          </a:p>
        </p:txBody>
      </p:sp>
    </p:spTree>
    <p:extLst>
      <p:ext uri="{BB962C8B-B14F-4D97-AF65-F5344CB8AC3E}">
        <p14:creationId xmlns:p14="http://schemas.microsoft.com/office/powerpoint/2010/main" val="217337989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py and peop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4718459"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grpSp>
        <p:nvGrpSpPr>
          <p:cNvPr id="9" name="Graphic 1">
            <a:extLst>
              <a:ext uri="{FF2B5EF4-FFF2-40B4-BE49-F238E27FC236}">
                <a16:creationId xmlns:a16="http://schemas.microsoft.com/office/drawing/2014/main" id="{3240AF35-3D1E-D8D3-04DD-778B9ABA000A}"/>
              </a:ext>
            </a:extLst>
          </p:cNvPr>
          <p:cNvGrpSpPr/>
          <p:nvPr/>
        </p:nvGrpSpPr>
        <p:grpSpPr>
          <a:xfrm>
            <a:off x="6852214" y="1238863"/>
            <a:ext cx="1789471" cy="1789468"/>
            <a:chOff x="6852214" y="1238863"/>
            <a:chExt cx="1789471" cy="1789468"/>
          </a:xfrm>
        </p:grpSpPr>
        <p:sp>
          <p:nvSpPr>
            <p:cNvPr id="16" name="Freeform: Shape 15">
              <a:extLst>
                <a:ext uri="{FF2B5EF4-FFF2-40B4-BE49-F238E27FC236}">
                  <a16:creationId xmlns:a16="http://schemas.microsoft.com/office/drawing/2014/main" id="{4B72B4D2-6282-166A-5544-632B45BE2ED7}"/>
                </a:ext>
              </a:extLst>
            </p:cNvPr>
            <p:cNvSpPr/>
            <p:nvPr/>
          </p:nvSpPr>
          <p:spPr>
            <a:xfrm>
              <a:off x="6852214" y="1238863"/>
              <a:ext cx="1789471" cy="1789468"/>
            </a:xfrm>
            <a:custGeom>
              <a:avLst/>
              <a:gdLst>
                <a:gd name="connsiteX0" fmla="*/ 0 w 1789471"/>
                <a:gd name="connsiteY0" fmla="*/ 0 h 1789468"/>
                <a:gd name="connsiteX1" fmla="*/ 1789472 w 1789471"/>
                <a:gd name="connsiteY1" fmla="*/ 0 h 1789468"/>
                <a:gd name="connsiteX2" fmla="*/ 1789472 w 1789471"/>
                <a:gd name="connsiteY2" fmla="*/ 1789468 h 1789468"/>
                <a:gd name="connsiteX3" fmla="*/ 0 w 1789471"/>
                <a:gd name="connsiteY3" fmla="*/ 0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0" y="0"/>
                  </a:moveTo>
                  <a:lnTo>
                    <a:pt x="1789472" y="0"/>
                  </a:lnTo>
                  <a:cubicBezTo>
                    <a:pt x="1789472" y="0"/>
                    <a:pt x="1789472" y="1789468"/>
                    <a:pt x="1789472" y="1789468"/>
                  </a:cubicBezTo>
                  <a:cubicBezTo>
                    <a:pt x="801090" y="1789586"/>
                    <a:pt x="0" y="988380"/>
                    <a:pt x="0" y="0"/>
                  </a:cubicBezTo>
                  <a:close/>
                </a:path>
              </a:pathLst>
            </a:custGeom>
            <a:solidFill>
              <a:srgbClr val="2554CE"/>
            </a:solidFill>
            <a:ln w="8716" cap="flat">
              <a:noFill/>
              <a:prstDash val="solid"/>
              <a:miter/>
            </a:ln>
          </p:spPr>
          <p:txBody>
            <a:bodyPr rtlCol="0" anchor="ctr"/>
            <a:lstStyle/>
            <a:p>
              <a:endParaRPr lang="en-ZA"/>
            </a:p>
          </p:txBody>
        </p:sp>
        <p:sp>
          <p:nvSpPr>
            <p:cNvPr id="17" name="Freeform: Shape 16">
              <a:extLst>
                <a:ext uri="{FF2B5EF4-FFF2-40B4-BE49-F238E27FC236}">
                  <a16:creationId xmlns:a16="http://schemas.microsoft.com/office/drawing/2014/main" id="{D9847974-6127-A5A6-5E8A-7045FE5269D1}"/>
                </a:ext>
              </a:extLst>
            </p:cNvPr>
            <p:cNvSpPr/>
            <p:nvPr/>
          </p:nvSpPr>
          <p:spPr>
            <a:xfrm>
              <a:off x="7143934" y="1238863"/>
              <a:ext cx="1497750" cy="1497865"/>
            </a:xfrm>
            <a:custGeom>
              <a:avLst/>
              <a:gdLst>
                <a:gd name="connsiteX0" fmla="*/ 1497751 w 1497750"/>
                <a:gd name="connsiteY0" fmla="*/ 1497865 h 1497865"/>
                <a:gd name="connsiteX1" fmla="*/ 0 w 1497750"/>
                <a:gd name="connsiteY1" fmla="*/ 0 h 1497865"/>
              </a:gdLst>
              <a:ahLst/>
              <a:cxnLst>
                <a:cxn ang="0">
                  <a:pos x="connsiteX0" y="connsiteY0"/>
                </a:cxn>
                <a:cxn ang="0">
                  <a:pos x="connsiteX1" y="connsiteY1"/>
                </a:cxn>
              </a:cxnLst>
              <a:rect l="l" t="t" r="r" b="b"/>
              <a:pathLst>
                <a:path w="1497750" h="1497865">
                  <a:moveTo>
                    <a:pt x="1497751" y="1497865"/>
                  </a:moveTo>
                  <a:cubicBezTo>
                    <a:pt x="670525" y="1497865"/>
                    <a:pt x="0" y="827225"/>
                    <a:pt x="0" y="0"/>
                  </a:cubicBezTo>
                </a:path>
              </a:pathLst>
            </a:custGeom>
            <a:noFill/>
            <a:ln w="8716" cap="flat">
              <a:solidFill>
                <a:srgbClr val="29ABE2"/>
              </a:solid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64DBC29F-4A64-DD7F-77D7-AFE1EDAF65DD}"/>
                </a:ext>
              </a:extLst>
            </p:cNvPr>
            <p:cNvSpPr/>
            <p:nvPr/>
          </p:nvSpPr>
          <p:spPr>
            <a:xfrm>
              <a:off x="7431436" y="1238863"/>
              <a:ext cx="1210249" cy="1210247"/>
            </a:xfrm>
            <a:custGeom>
              <a:avLst/>
              <a:gdLst>
                <a:gd name="connsiteX0" fmla="*/ 1210249 w 1210249"/>
                <a:gd name="connsiteY0" fmla="*/ 1210247 h 1210247"/>
                <a:gd name="connsiteX1" fmla="*/ 0 w 1210249"/>
                <a:gd name="connsiteY1" fmla="*/ 0 h 1210247"/>
              </a:gdLst>
              <a:ahLst/>
              <a:cxnLst>
                <a:cxn ang="0">
                  <a:pos x="connsiteX0" y="connsiteY0"/>
                </a:cxn>
                <a:cxn ang="0">
                  <a:pos x="connsiteX1" y="connsiteY1"/>
                </a:cxn>
              </a:cxnLst>
              <a:rect l="l" t="t" r="r" b="b"/>
              <a:pathLst>
                <a:path w="1210249" h="1210247">
                  <a:moveTo>
                    <a:pt x="1210249" y="1210247"/>
                  </a:moveTo>
                  <a:cubicBezTo>
                    <a:pt x="541835" y="1210247"/>
                    <a:pt x="0" y="668531"/>
                    <a:pt x="0" y="0"/>
                  </a:cubicBezTo>
                </a:path>
              </a:pathLst>
            </a:custGeom>
            <a:noFill/>
            <a:ln w="8716" cap="flat">
              <a:solidFill>
                <a:srgbClr val="29ABE2"/>
              </a:solidFill>
              <a:prstDash val="solid"/>
              <a:miter/>
            </a:ln>
          </p:spPr>
          <p:txBody>
            <a:bodyPr rtlCol="0" anchor="ctr"/>
            <a:lstStyle/>
            <a:p>
              <a:endParaRPr lang="en-ZA"/>
            </a:p>
          </p:txBody>
        </p:sp>
        <p:sp>
          <p:nvSpPr>
            <p:cNvPr id="24" name="Freeform: Shape 23">
              <a:extLst>
                <a:ext uri="{FF2B5EF4-FFF2-40B4-BE49-F238E27FC236}">
                  <a16:creationId xmlns:a16="http://schemas.microsoft.com/office/drawing/2014/main" id="{6BC04323-C9F4-18FE-37D2-3A188A54CC8D}"/>
                </a:ext>
              </a:extLst>
            </p:cNvPr>
            <p:cNvSpPr/>
            <p:nvPr/>
          </p:nvSpPr>
          <p:spPr>
            <a:xfrm>
              <a:off x="7729252" y="1238863"/>
              <a:ext cx="912433" cy="912432"/>
            </a:xfrm>
            <a:custGeom>
              <a:avLst/>
              <a:gdLst>
                <a:gd name="connsiteX0" fmla="*/ 912434 w 912433"/>
                <a:gd name="connsiteY0" fmla="*/ 912432 h 912432"/>
                <a:gd name="connsiteX1" fmla="*/ 0 w 912433"/>
                <a:gd name="connsiteY1" fmla="*/ 0 h 912432"/>
              </a:gdLst>
              <a:ahLst/>
              <a:cxnLst>
                <a:cxn ang="0">
                  <a:pos x="connsiteX0" y="connsiteY0"/>
                </a:cxn>
                <a:cxn ang="0">
                  <a:pos x="connsiteX1" y="connsiteY1"/>
                </a:cxn>
              </a:cxnLst>
              <a:rect l="l" t="t" r="r" b="b"/>
              <a:pathLst>
                <a:path w="912433" h="912432">
                  <a:moveTo>
                    <a:pt x="912434" y="912432"/>
                  </a:moveTo>
                  <a:cubicBezTo>
                    <a:pt x="408456" y="912432"/>
                    <a:pt x="0" y="503977"/>
                    <a:pt x="0" y="0"/>
                  </a:cubicBezTo>
                </a:path>
              </a:pathLst>
            </a:custGeom>
            <a:noFill/>
            <a:ln w="8716" cap="flat">
              <a:solidFill>
                <a:srgbClr val="29ABE2"/>
              </a:solidFill>
              <a:prstDash val="solid"/>
              <a:miter/>
            </a:ln>
          </p:spPr>
          <p:txBody>
            <a:bodyPr rtlCol="0" anchor="ctr"/>
            <a:lstStyle/>
            <a:p>
              <a:endParaRPr lang="en-ZA"/>
            </a:p>
          </p:txBody>
        </p:sp>
        <p:sp>
          <p:nvSpPr>
            <p:cNvPr id="25" name="Freeform: Shape 24">
              <a:extLst>
                <a:ext uri="{FF2B5EF4-FFF2-40B4-BE49-F238E27FC236}">
                  <a16:creationId xmlns:a16="http://schemas.microsoft.com/office/drawing/2014/main" id="{62EE7306-FAB9-F426-28D6-DD3135EB4E09}"/>
                </a:ext>
              </a:extLst>
            </p:cNvPr>
            <p:cNvSpPr/>
            <p:nvPr/>
          </p:nvSpPr>
          <p:spPr>
            <a:xfrm>
              <a:off x="8036561" y="1238863"/>
              <a:ext cx="605124" cy="605123"/>
            </a:xfrm>
            <a:custGeom>
              <a:avLst/>
              <a:gdLst>
                <a:gd name="connsiteX0" fmla="*/ 605125 w 605124"/>
                <a:gd name="connsiteY0" fmla="*/ 605124 h 605123"/>
                <a:gd name="connsiteX1" fmla="*/ 0 w 605124"/>
                <a:gd name="connsiteY1" fmla="*/ 0 h 605123"/>
              </a:gdLst>
              <a:ahLst/>
              <a:cxnLst>
                <a:cxn ang="0">
                  <a:pos x="connsiteX0" y="connsiteY0"/>
                </a:cxn>
                <a:cxn ang="0">
                  <a:pos x="connsiteX1" y="connsiteY1"/>
                </a:cxn>
              </a:cxnLst>
              <a:rect l="l" t="t" r="r" b="b"/>
              <a:pathLst>
                <a:path w="605124" h="605123">
                  <a:moveTo>
                    <a:pt x="605125" y="605124"/>
                  </a:moveTo>
                  <a:cubicBezTo>
                    <a:pt x="270976" y="605124"/>
                    <a:pt x="0" y="334265"/>
                    <a:pt x="0" y="0"/>
                  </a:cubicBezTo>
                </a:path>
              </a:pathLst>
            </a:custGeom>
            <a:noFill/>
            <a:ln w="8716" cap="flat">
              <a:solidFill>
                <a:srgbClr val="29ABE2"/>
              </a:solidFill>
              <a:prstDash val="solid"/>
              <a:miter/>
            </a:ln>
          </p:spPr>
          <p:txBody>
            <a:bodyPr rtlCol="0" anchor="ctr"/>
            <a:lstStyle/>
            <a:p>
              <a:endParaRPr lang="en-ZA"/>
            </a:p>
          </p:txBody>
        </p:sp>
      </p:grpSp>
      <p:grpSp>
        <p:nvGrpSpPr>
          <p:cNvPr id="26" name="Graphic 1">
            <a:extLst>
              <a:ext uri="{FF2B5EF4-FFF2-40B4-BE49-F238E27FC236}">
                <a16:creationId xmlns:a16="http://schemas.microsoft.com/office/drawing/2014/main" id="{7BD88ECC-C691-C61E-651A-07C890FB19F1}"/>
              </a:ext>
            </a:extLst>
          </p:cNvPr>
          <p:cNvGrpSpPr/>
          <p:nvPr/>
        </p:nvGrpSpPr>
        <p:grpSpPr>
          <a:xfrm>
            <a:off x="10454012" y="4817917"/>
            <a:ext cx="2403781" cy="1789585"/>
            <a:chOff x="10454012" y="4817917"/>
            <a:chExt cx="2403781" cy="1789585"/>
          </a:xfrm>
        </p:grpSpPr>
        <p:sp>
          <p:nvSpPr>
            <p:cNvPr id="27" name="Freeform: Shape 26">
              <a:extLst>
                <a:ext uri="{FF2B5EF4-FFF2-40B4-BE49-F238E27FC236}">
                  <a16:creationId xmlns:a16="http://schemas.microsoft.com/office/drawing/2014/main" id="{4F8C0AD1-B4ED-C3F7-40F8-CCC81CC3C209}"/>
                </a:ext>
              </a:extLst>
            </p:cNvPr>
            <p:cNvSpPr/>
            <p:nvPr/>
          </p:nvSpPr>
          <p:spPr>
            <a:xfrm>
              <a:off x="10454012" y="4817917"/>
              <a:ext cx="1789471" cy="1789468"/>
            </a:xfrm>
            <a:custGeom>
              <a:avLst/>
              <a:gdLst>
                <a:gd name="connsiteX0" fmla="*/ 0 w 1789471"/>
                <a:gd name="connsiteY0" fmla="*/ 0 h 1789468"/>
                <a:gd name="connsiteX1" fmla="*/ 1789472 w 1789471"/>
                <a:gd name="connsiteY1" fmla="*/ 0 h 1789468"/>
                <a:gd name="connsiteX2" fmla="*/ 1789472 w 1789471"/>
                <a:gd name="connsiteY2" fmla="*/ 1789468 h 1789468"/>
                <a:gd name="connsiteX3" fmla="*/ 0 w 1789471"/>
                <a:gd name="connsiteY3" fmla="*/ 1789468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0" y="0"/>
                  </a:moveTo>
                  <a:lnTo>
                    <a:pt x="1789472" y="0"/>
                  </a:lnTo>
                  <a:lnTo>
                    <a:pt x="1789472" y="1789468"/>
                  </a:lnTo>
                  <a:lnTo>
                    <a:pt x="0" y="1789468"/>
                  </a:lnTo>
                  <a:close/>
                </a:path>
              </a:pathLst>
            </a:custGeom>
            <a:solidFill>
              <a:srgbClr val="15305D"/>
            </a:solidFill>
            <a:ln w="8716" cap="flat">
              <a:noFill/>
              <a:prstDash val="solid"/>
              <a:miter/>
            </a:ln>
          </p:spPr>
          <p:txBody>
            <a:bodyPr rtlCol="0" anchor="ctr"/>
            <a:lstStyle/>
            <a:p>
              <a:endParaRPr lang="en-ZA"/>
            </a:p>
          </p:txBody>
        </p:sp>
        <p:sp>
          <p:nvSpPr>
            <p:cNvPr id="28" name="Freeform: Shape 27">
              <a:extLst>
                <a:ext uri="{FF2B5EF4-FFF2-40B4-BE49-F238E27FC236}">
                  <a16:creationId xmlns:a16="http://schemas.microsoft.com/office/drawing/2014/main" id="{06CF3CB1-0B6E-AA6A-00AB-1E236BF5D285}"/>
                </a:ext>
              </a:extLst>
            </p:cNvPr>
            <p:cNvSpPr/>
            <p:nvPr/>
          </p:nvSpPr>
          <p:spPr>
            <a:xfrm>
              <a:off x="10454012" y="4817917"/>
              <a:ext cx="1789471" cy="1789468"/>
            </a:xfrm>
            <a:custGeom>
              <a:avLst/>
              <a:gdLst>
                <a:gd name="connsiteX0" fmla="*/ 1789472 w 1789471"/>
                <a:gd name="connsiteY0" fmla="*/ 1789468 h 1789468"/>
                <a:gd name="connsiteX1" fmla="*/ 0 w 1789471"/>
                <a:gd name="connsiteY1" fmla="*/ 1789468 h 1789468"/>
                <a:gd name="connsiteX2" fmla="*/ 0 w 1789471"/>
                <a:gd name="connsiteY2" fmla="*/ 0 h 1789468"/>
                <a:gd name="connsiteX3" fmla="*/ 1789472 w 1789471"/>
                <a:gd name="connsiteY3" fmla="*/ 1789468 h 1789468"/>
              </a:gdLst>
              <a:ahLst/>
              <a:cxnLst>
                <a:cxn ang="0">
                  <a:pos x="connsiteX0" y="connsiteY0"/>
                </a:cxn>
                <a:cxn ang="0">
                  <a:pos x="connsiteX1" y="connsiteY1"/>
                </a:cxn>
                <a:cxn ang="0">
                  <a:pos x="connsiteX2" y="connsiteY2"/>
                </a:cxn>
                <a:cxn ang="0">
                  <a:pos x="connsiteX3" y="connsiteY3"/>
                </a:cxn>
              </a:cxnLst>
              <a:rect l="l" t="t" r="r" b="b"/>
              <a:pathLst>
                <a:path w="1789471" h="1789468">
                  <a:moveTo>
                    <a:pt x="1789472" y="1789468"/>
                  </a:moveTo>
                  <a:lnTo>
                    <a:pt x="0" y="1789468"/>
                  </a:lnTo>
                  <a:cubicBezTo>
                    <a:pt x="0" y="1789468"/>
                    <a:pt x="0" y="0"/>
                    <a:pt x="0" y="0"/>
                  </a:cubicBezTo>
                  <a:cubicBezTo>
                    <a:pt x="988382" y="0"/>
                    <a:pt x="1789472" y="801088"/>
                    <a:pt x="1789472" y="1789468"/>
                  </a:cubicBezTo>
                  <a:close/>
                </a:path>
              </a:pathLst>
            </a:custGeom>
            <a:solidFill>
              <a:srgbClr val="FFFFFF"/>
            </a:solidFill>
            <a:ln w="8716" cap="flat">
              <a:noFill/>
              <a:prstDash val="solid"/>
              <a:miter/>
            </a:ln>
          </p:spPr>
          <p:txBody>
            <a:bodyPr rtlCol="0" anchor="ctr"/>
            <a:lstStyle/>
            <a:p>
              <a:endParaRPr lang="en-ZA"/>
            </a:p>
          </p:txBody>
        </p:sp>
        <p:sp>
          <p:nvSpPr>
            <p:cNvPr id="29" name="Freeform: Shape 28">
              <a:extLst>
                <a:ext uri="{FF2B5EF4-FFF2-40B4-BE49-F238E27FC236}">
                  <a16:creationId xmlns:a16="http://schemas.microsoft.com/office/drawing/2014/main" id="{49E5081B-A9E0-FB23-9726-613B5BF9B3D3}"/>
                </a:ext>
              </a:extLst>
            </p:cNvPr>
            <p:cNvSpPr/>
            <p:nvPr/>
          </p:nvSpPr>
          <p:spPr>
            <a:xfrm>
              <a:off x="10454012" y="5109637"/>
              <a:ext cx="1497867" cy="1497865"/>
            </a:xfrm>
            <a:custGeom>
              <a:avLst/>
              <a:gdLst>
                <a:gd name="connsiteX0" fmla="*/ 0 w 1497867"/>
                <a:gd name="connsiteY0" fmla="*/ 0 h 1497865"/>
                <a:gd name="connsiteX1" fmla="*/ 1497868 w 1497867"/>
                <a:gd name="connsiteY1" fmla="*/ 1497865 h 1497865"/>
              </a:gdLst>
              <a:ahLst/>
              <a:cxnLst>
                <a:cxn ang="0">
                  <a:pos x="connsiteX0" y="connsiteY0"/>
                </a:cxn>
                <a:cxn ang="0">
                  <a:pos x="connsiteX1" y="connsiteY1"/>
                </a:cxn>
              </a:cxnLst>
              <a:rect l="l" t="t" r="r" b="b"/>
              <a:pathLst>
                <a:path w="1497867" h="1497865">
                  <a:moveTo>
                    <a:pt x="0" y="0"/>
                  </a:moveTo>
                  <a:cubicBezTo>
                    <a:pt x="827227" y="0"/>
                    <a:pt x="1497868" y="670523"/>
                    <a:pt x="1497868" y="1497865"/>
                  </a:cubicBezTo>
                </a:path>
              </a:pathLst>
            </a:custGeom>
            <a:noFill/>
            <a:ln w="8716" cap="flat">
              <a:solidFill>
                <a:srgbClr val="29ABE2"/>
              </a:solidFill>
              <a:prstDash val="solid"/>
              <a:miter/>
            </a:ln>
          </p:spPr>
          <p:txBody>
            <a:bodyPr rtlCol="0" anchor="ctr"/>
            <a:lstStyle/>
            <a:p>
              <a:endParaRPr lang="en-ZA"/>
            </a:p>
          </p:txBody>
        </p:sp>
        <p:sp>
          <p:nvSpPr>
            <p:cNvPr id="33" name="Freeform: Shape 32">
              <a:extLst>
                <a:ext uri="{FF2B5EF4-FFF2-40B4-BE49-F238E27FC236}">
                  <a16:creationId xmlns:a16="http://schemas.microsoft.com/office/drawing/2014/main" id="{F350DD07-E336-0059-A082-08C8AB37DD76}"/>
                </a:ext>
              </a:extLst>
            </p:cNvPr>
            <p:cNvSpPr/>
            <p:nvPr/>
          </p:nvSpPr>
          <p:spPr>
            <a:xfrm>
              <a:off x="10454012" y="5397138"/>
              <a:ext cx="1210249" cy="1210246"/>
            </a:xfrm>
            <a:custGeom>
              <a:avLst/>
              <a:gdLst>
                <a:gd name="connsiteX0" fmla="*/ 0 w 1210249"/>
                <a:gd name="connsiteY0" fmla="*/ 0 h 1210246"/>
                <a:gd name="connsiteX1" fmla="*/ 1210250 w 1210249"/>
                <a:gd name="connsiteY1" fmla="*/ 1210247 h 1210246"/>
              </a:gdLst>
              <a:ahLst/>
              <a:cxnLst>
                <a:cxn ang="0">
                  <a:pos x="connsiteX0" y="connsiteY0"/>
                </a:cxn>
                <a:cxn ang="0">
                  <a:pos x="connsiteX1" y="connsiteY1"/>
                </a:cxn>
              </a:cxnLst>
              <a:rect l="l" t="t" r="r" b="b"/>
              <a:pathLst>
                <a:path w="1210249" h="1210246">
                  <a:moveTo>
                    <a:pt x="0" y="0"/>
                  </a:moveTo>
                  <a:cubicBezTo>
                    <a:pt x="668532" y="0"/>
                    <a:pt x="1210250" y="541833"/>
                    <a:pt x="1210250" y="1210247"/>
                  </a:cubicBezTo>
                </a:path>
              </a:pathLst>
            </a:custGeom>
            <a:noFill/>
            <a:ln w="8716" cap="flat">
              <a:solidFill>
                <a:srgbClr val="29ABE2"/>
              </a:solidFill>
              <a:prstDash val="solid"/>
              <a:miter/>
            </a:ln>
          </p:spPr>
          <p:txBody>
            <a:bodyPr rtlCol="0" anchor="ctr"/>
            <a:lstStyle/>
            <a:p>
              <a:endParaRPr lang="en-ZA"/>
            </a:p>
          </p:txBody>
        </p:sp>
        <p:sp>
          <p:nvSpPr>
            <p:cNvPr id="34" name="Freeform: Shape 33">
              <a:extLst>
                <a:ext uri="{FF2B5EF4-FFF2-40B4-BE49-F238E27FC236}">
                  <a16:creationId xmlns:a16="http://schemas.microsoft.com/office/drawing/2014/main" id="{9871E03D-7ACF-FA8D-32DE-077F6684C3BA}"/>
                </a:ext>
              </a:extLst>
            </p:cNvPr>
            <p:cNvSpPr/>
            <p:nvPr/>
          </p:nvSpPr>
          <p:spPr>
            <a:xfrm>
              <a:off x="10454012" y="5694953"/>
              <a:ext cx="912433" cy="912431"/>
            </a:xfrm>
            <a:custGeom>
              <a:avLst/>
              <a:gdLst>
                <a:gd name="connsiteX0" fmla="*/ 0 w 912433"/>
                <a:gd name="connsiteY0" fmla="*/ 0 h 912431"/>
                <a:gd name="connsiteX1" fmla="*/ 912434 w 912433"/>
                <a:gd name="connsiteY1" fmla="*/ 912432 h 912431"/>
              </a:gdLst>
              <a:ahLst/>
              <a:cxnLst>
                <a:cxn ang="0">
                  <a:pos x="connsiteX0" y="connsiteY0"/>
                </a:cxn>
                <a:cxn ang="0">
                  <a:pos x="connsiteX1" y="connsiteY1"/>
                </a:cxn>
              </a:cxnLst>
              <a:rect l="l" t="t" r="r" b="b"/>
              <a:pathLst>
                <a:path w="912433" h="912431">
                  <a:moveTo>
                    <a:pt x="0" y="0"/>
                  </a:moveTo>
                  <a:cubicBezTo>
                    <a:pt x="503978" y="0"/>
                    <a:pt x="912434" y="408455"/>
                    <a:pt x="912434" y="912432"/>
                  </a:cubicBezTo>
                </a:path>
              </a:pathLst>
            </a:custGeom>
            <a:noFill/>
            <a:ln w="8716" cap="flat">
              <a:solidFill>
                <a:srgbClr val="29ABE2"/>
              </a:solidFill>
              <a:prstDash val="solid"/>
              <a:miter/>
            </a:ln>
          </p:spPr>
          <p:txBody>
            <a:bodyPr rtlCol="0" anchor="ctr"/>
            <a:lstStyle/>
            <a:p>
              <a:endParaRPr lang="en-ZA"/>
            </a:p>
          </p:txBody>
        </p:sp>
        <p:sp>
          <p:nvSpPr>
            <p:cNvPr id="35" name="Freeform: Shape 34">
              <a:extLst>
                <a:ext uri="{FF2B5EF4-FFF2-40B4-BE49-F238E27FC236}">
                  <a16:creationId xmlns:a16="http://schemas.microsoft.com/office/drawing/2014/main" id="{9A88011C-4F7D-9610-B94F-9ACC90E7BE15}"/>
                </a:ext>
              </a:extLst>
            </p:cNvPr>
            <p:cNvSpPr/>
            <p:nvPr/>
          </p:nvSpPr>
          <p:spPr>
            <a:xfrm>
              <a:off x="10454012" y="6002262"/>
              <a:ext cx="605124" cy="605123"/>
            </a:xfrm>
            <a:custGeom>
              <a:avLst/>
              <a:gdLst>
                <a:gd name="connsiteX0" fmla="*/ 0 w 605124"/>
                <a:gd name="connsiteY0" fmla="*/ 0 h 605123"/>
                <a:gd name="connsiteX1" fmla="*/ 605125 w 605124"/>
                <a:gd name="connsiteY1" fmla="*/ 605123 h 605123"/>
              </a:gdLst>
              <a:ahLst/>
              <a:cxnLst>
                <a:cxn ang="0">
                  <a:pos x="connsiteX0" y="connsiteY0"/>
                </a:cxn>
                <a:cxn ang="0">
                  <a:pos x="connsiteX1" y="connsiteY1"/>
                </a:cxn>
              </a:cxnLst>
              <a:rect l="l" t="t" r="r" b="b"/>
              <a:pathLst>
                <a:path w="605124" h="605123">
                  <a:moveTo>
                    <a:pt x="0" y="0"/>
                  </a:moveTo>
                  <a:cubicBezTo>
                    <a:pt x="334266" y="0"/>
                    <a:pt x="605125" y="270858"/>
                    <a:pt x="605125" y="605123"/>
                  </a:cubicBezTo>
                </a:path>
              </a:pathLst>
            </a:custGeom>
            <a:noFill/>
            <a:ln w="8716" cap="flat">
              <a:solidFill>
                <a:srgbClr val="29ABE2"/>
              </a:solidFill>
              <a:prstDash val="solid"/>
              <a:miter/>
            </a:ln>
          </p:spPr>
          <p:txBody>
            <a:bodyPr rtlCol="0" anchor="ctr"/>
            <a:lstStyle/>
            <a:p>
              <a:endParaRPr lang="en-ZA"/>
            </a:p>
          </p:txBody>
        </p:sp>
      </p:grpSp>
      <p:grpSp>
        <p:nvGrpSpPr>
          <p:cNvPr id="40" name="Graphic 1">
            <a:extLst>
              <a:ext uri="{FF2B5EF4-FFF2-40B4-BE49-F238E27FC236}">
                <a16:creationId xmlns:a16="http://schemas.microsoft.com/office/drawing/2014/main" id="{BF7F389B-2899-ACD1-F3E4-54ECF81564A7}"/>
              </a:ext>
            </a:extLst>
          </p:cNvPr>
          <p:cNvGrpSpPr/>
          <p:nvPr/>
        </p:nvGrpSpPr>
        <p:grpSpPr>
          <a:xfrm>
            <a:off x="6852214" y="4817917"/>
            <a:ext cx="1805059" cy="1804938"/>
            <a:chOff x="6852214" y="4817917"/>
            <a:chExt cx="1805059" cy="1804938"/>
          </a:xfrm>
        </p:grpSpPr>
        <p:sp>
          <p:nvSpPr>
            <p:cNvPr id="42" name="Freeform: Shape 41">
              <a:extLst>
                <a:ext uri="{FF2B5EF4-FFF2-40B4-BE49-F238E27FC236}">
                  <a16:creationId xmlns:a16="http://schemas.microsoft.com/office/drawing/2014/main" id="{3868A7ED-413F-1710-F78E-77E4A22C2D89}"/>
                </a:ext>
              </a:extLst>
            </p:cNvPr>
            <p:cNvSpPr/>
            <p:nvPr/>
          </p:nvSpPr>
          <p:spPr>
            <a:xfrm>
              <a:off x="6852214" y="5720386"/>
              <a:ext cx="1805059" cy="902469"/>
            </a:xfrm>
            <a:custGeom>
              <a:avLst/>
              <a:gdLst>
                <a:gd name="connsiteX0" fmla="*/ 0 w 1805059"/>
                <a:gd name="connsiteY0" fmla="*/ 0 h 902469"/>
                <a:gd name="connsiteX1" fmla="*/ 1805060 w 1805059"/>
                <a:gd name="connsiteY1" fmla="*/ 0 h 902469"/>
                <a:gd name="connsiteX2" fmla="*/ 1805060 w 1805059"/>
                <a:gd name="connsiteY2" fmla="*/ 902470 h 902469"/>
                <a:gd name="connsiteX3" fmla="*/ 902589 w 1805059"/>
                <a:gd name="connsiteY3" fmla="*/ 902470 h 902469"/>
                <a:gd name="connsiteX4" fmla="*/ 117 w 1805059"/>
                <a:gd name="connsiteY4" fmla="*/ 0 h 902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059" h="902469">
                  <a:moveTo>
                    <a:pt x="0" y="0"/>
                  </a:moveTo>
                  <a:lnTo>
                    <a:pt x="1805060" y="0"/>
                  </a:lnTo>
                  <a:lnTo>
                    <a:pt x="1805060" y="902470"/>
                  </a:lnTo>
                  <a:lnTo>
                    <a:pt x="902589" y="902470"/>
                  </a:lnTo>
                  <a:cubicBezTo>
                    <a:pt x="404120" y="902470"/>
                    <a:pt x="117" y="498351"/>
                    <a:pt x="117" y="0"/>
                  </a:cubicBezTo>
                  <a:close/>
                </a:path>
              </a:pathLst>
            </a:custGeom>
            <a:solidFill>
              <a:srgbClr val="1B4087"/>
            </a:solidFill>
            <a:ln w="8716" cap="flat">
              <a:noFill/>
              <a:prstDash val="solid"/>
              <a:miter/>
            </a:ln>
          </p:spPr>
          <p:txBody>
            <a:bodyPr rtlCol="0" anchor="ctr"/>
            <a:lstStyle/>
            <a:p>
              <a:endParaRPr lang="en-ZA"/>
            </a:p>
          </p:txBody>
        </p:sp>
        <p:sp>
          <p:nvSpPr>
            <p:cNvPr id="43" name="Freeform: Shape 42">
              <a:extLst>
                <a:ext uri="{FF2B5EF4-FFF2-40B4-BE49-F238E27FC236}">
                  <a16:creationId xmlns:a16="http://schemas.microsoft.com/office/drawing/2014/main" id="{35C79FB3-A198-DDD7-D6BD-5AC86659669B}"/>
                </a:ext>
              </a:extLst>
            </p:cNvPr>
            <p:cNvSpPr/>
            <p:nvPr/>
          </p:nvSpPr>
          <p:spPr>
            <a:xfrm>
              <a:off x="6852214" y="4817917"/>
              <a:ext cx="1805059" cy="902469"/>
            </a:xfrm>
            <a:custGeom>
              <a:avLst/>
              <a:gdLst>
                <a:gd name="connsiteX0" fmla="*/ 0 w 1805059"/>
                <a:gd name="connsiteY0" fmla="*/ 0 h 902469"/>
                <a:gd name="connsiteX1" fmla="*/ 1805060 w 1805059"/>
                <a:gd name="connsiteY1" fmla="*/ 0 h 902469"/>
                <a:gd name="connsiteX2" fmla="*/ 1805060 w 1805059"/>
                <a:gd name="connsiteY2" fmla="*/ 902470 h 902469"/>
                <a:gd name="connsiteX3" fmla="*/ 902589 w 1805059"/>
                <a:gd name="connsiteY3" fmla="*/ 902470 h 902469"/>
                <a:gd name="connsiteX4" fmla="*/ 117 w 1805059"/>
                <a:gd name="connsiteY4" fmla="*/ 0 h 902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5059" h="902469">
                  <a:moveTo>
                    <a:pt x="0" y="0"/>
                  </a:moveTo>
                  <a:lnTo>
                    <a:pt x="1805060" y="0"/>
                  </a:lnTo>
                  <a:lnTo>
                    <a:pt x="1805060" y="902470"/>
                  </a:lnTo>
                  <a:lnTo>
                    <a:pt x="902589" y="902470"/>
                  </a:lnTo>
                  <a:cubicBezTo>
                    <a:pt x="404120" y="902470"/>
                    <a:pt x="117" y="498351"/>
                    <a:pt x="117" y="0"/>
                  </a:cubicBezTo>
                  <a:close/>
                </a:path>
              </a:pathLst>
            </a:custGeom>
            <a:solidFill>
              <a:srgbClr val="CFAD80"/>
            </a:solidFill>
            <a:ln w="8716" cap="flat">
              <a:noFill/>
              <a:prstDash val="solid"/>
              <a:miter/>
            </a:ln>
          </p:spPr>
          <p:txBody>
            <a:bodyPr rtlCol="0" anchor="ctr"/>
            <a:lstStyle/>
            <a:p>
              <a:endParaRPr lang="en-ZA"/>
            </a:p>
          </p:txBody>
        </p:sp>
      </p:grpSp>
      <p:grpSp>
        <p:nvGrpSpPr>
          <p:cNvPr id="44" name="Graphic 1">
            <a:extLst>
              <a:ext uri="{FF2B5EF4-FFF2-40B4-BE49-F238E27FC236}">
                <a16:creationId xmlns:a16="http://schemas.microsoft.com/office/drawing/2014/main" id="{CB08A6D7-F4FF-C50A-819B-8C3BB88D9D51}"/>
              </a:ext>
            </a:extLst>
          </p:cNvPr>
          <p:cNvGrpSpPr/>
          <p:nvPr/>
        </p:nvGrpSpPr>
        <p:grpSpPr>
          <a:xfrm>
            <a:off x="8656805" y="4817799"/>
            <a:ext cx="2424721" cy="1805173"/>
            <a:chOff x="8656805" y="4817799"/>
            <a:chExt cx="2424721" cy="1805173"/>
          </a:xfrm>
        </p:grpSpPr>
        <p:sp>
          <p:nvSpPr>
            <p:cNvPr id="45" name="Freeform: Shape 44">
              <a:extLst>
                <a:ext uri="{FF2B5EF4-FFF2-40B4-BE49-F238E27FC236}">
                  <a16:creationId xmlns:a16="http://schemas.microsoft.com/office/drawing/2014/main" id="{DCCC7CD3-F77B-C755-D079-ADC0A585ADB5}"/>
                </a:ext>
              </a:extLst>
            </p:cNvPr>
            <p:cNvSpPr/>
            <p:nvPr/>
          </p:nvSpPr>
          <p:spPr>
            <a:xfrm>
              <a:off x="8656805" y="4817917"/>
              <a:ext cx="1805060" cy="1805056"/>
            </a:xfrm>
            <a:custGeom>
              <a:avLst/>
              <a:gdLst>
                <a:gd name="connsiteX0" fmla="*/ 0 w 1805060"/>
                <a:gd name="connsiteY0" fmla="*/ 0 h 1805056"/>
                <a:gd name="connsiteX1" fmla="*/ 1805060 w 1805060"/>
                <a:gd name="connsiteY1" fmla="*/ 0 h 1805056"/>
                <a:gd name="connsiteX2" fmla="*/ 1805060 w 1805060"/>
                <a:gd name="connsiteY2" fmla="*/ 1805057 h 1805056"/>
                <a:gd name="connsiteX3" fmla="*/ 0 w 1805060"/>
                <a:gd name="connsiteY3" fmla="*/ 1805057 h 1805056"/>
              </a:gdLst>
              <a:ahLst/>
              <a:cxnLst>
                <a:cxn ang="0">
                  <a:pos x="connsiteX0" y="connsiteY0"/>
                </a:cxn>
                <a:cxn ang="0">
                  <a:pos x="connsiteX1" y="connsiteY1"/>
                </a:cxn>
                <a:cxn ang="0">
                  <a:pos x="connsiteX2" y="connsiteY2"/>
                </a:cxn>
                <a:cxn ang="0">
                  <a:pos x="connsiteX3" y="connsiteY3"/>
                </a:cxn>
              </a:cxnLst>
              <a:rect l="l" t="t" r="r" b="b"/>
              <a:pathLst>
                <a:path w="1805060" h="1805056">
                  <a:moveTo>
                    <a:pt x="0" y="0"/>
                  </a:moveTo>
                  <a:lnTo>
                    <a:pt x="1805060" y="0"/>
                  </a:lnTo>
                  <a:lnTo>
                    <a:pt x="1805060" y="1805057"/>
                  </a:lnTo>
                  <a:lnTo>
                    <a:pt x="0" y="1805057"/>
                  </a:lnTo>
                  <a:close/>
                </a:path>
              </a:pathLst>
            </a:custGeom>
            <a:solidFill>
              <a:srgbClr val="15305D"/>
            </a:solidFill>
            <a:ln w="8716" cap="flat">
              <a:noFill/>
              <a:prstDash val="solid"/>
              <a:miter/>
            </a:ln>
          </p:spPr>
          <p:txBody>
            <a:bodyPr rtlCol="0" anchor="ctr"/>
            <a:lstStyle/>
            <a:p>
              <a:endParaRPr lang="en-ZA"/>
            </a:p>
          </p:txBody>
        </p:sp>
        <p:sp>
          <p:nvSpPr>
            <p:cNvPr id="46" name="Freeform: Shape 45">
              <a:extLst>
                <a:ext uri="{FF2B5EF4-FFF2-40B4-BE49-F238E27FC236}">
                  <a16:creationId xmlns:a16="http://schemas.microsoft.com/office/drawing/2014/main" id="{AD3DD99D-7EB9-9864-F5CB-6131039ACEC1}"/>
                </a:ext>
              </a:extLst>
            </p:cNvPr>
            <p:cNvSpPr/>
            <p:nvPr/>
          </p:nvSpPr>
          <p:spPr>
            <a:xfrm>
              <a:off x="9559276" y="4817799"/>
              <a:ext cx="902471" cy="1805056"/>
            </a:xfrm>
            <a:custGeom>
              <a:avLst/>
              <a:gdLst>
                <a:gd name="connsiteX0" fmla="*/ 0 w 902471"/>
                <a:gd name="connsiteY0" fmla="*/ 1805057 h 1805056"/>
                <a:gd name="connsiteX1" fmla="*/ 0 w 902471"/>
                <a:gd name="connsiteY1" fmla="*/ 0 h 1805056"/>
                <a:gd name="connsiteX2" fmla="*/ 902471 w 902471"/>
                <a:gd name="connsiteY2" fmla="*/ 0 h 1805056"/>
                <a:gd name="connsiteX3" fmla="*/ 902471 w 902471"/>
                <a:gd name="connsiteY3" fmla="*/ 902470 h 1805056"/>
                <a:gd name="connsiteX4" fmla="*/ 0 w 902471"/>
                <a:gd name="connsiteY4" fmla="*/ 1804939 h 180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471" h="1805056">
                  <a:moveTo>
                    <a:pt x="0" y="1805057"/>
                  </a:moveTo>
                  <a:lnTo>
                    <a:pt x="0" y="0"/>
                  </a:lnTo>
                  <a:lnTo>
                    <a:pt x="902471" y="0"/>
                  </a:lnTo>
                  <a:lnTo>
                    <a:pt x="902471" y="902470"/>
                  </a:lnTo>
                  <a:cubicBezTo>
                    <a:pt x="902471" y="1400938"/>
                    <a:pt x="498352" y="1804939"/>
                    <a:pt x="0" y="1804939"/>
                  </a:cubicBezTo>
                  <a:close/>
                </a:path>
              </a:pathLst>
            </a:custGeom>
            <a:solidFill>
              <a:srgbClr val="F4F4F4"/>
            </a:solidFill>
            <a:ln w="8716" cap="flat">
              <a:noFill/>
              <a:prstDash val="solid"/>
              <a:miter/>
            </a:ln>
          </p:spPr>
          <p:txBody>
            <a:bodyPr rtlCol="0" anchor="ctr"/>
            <a:lstStyle/>
            <a:p>
              <a:endParaRPr lang="en-ZA"/>
            </a:p>
          </p:txBody>
        </p:sp>
        <p:sp>
          <p:nvSpPr>
            <p:cNvPr id="47" name="Freeform: Shape 46">
              <a:extLst>
                <a:ext uri="{FF2B5EF4-FFF2-40B4-BE49-F238E27FC236}">
                  <a16:creationId xmlns:a16="http://schemas.microsoft.com/office/drawing/2014/main" id="{0E96A062-947A-8419-D70B-4AC73414B6E0}"/>
                </a:ext>
              </a:extLst>
            </p:cNvPr>
            <p:cNvSpPr/>
            <p:nvPr/>
          </p:nvSpPr>
          <p:spPr>
            <a:xfrm>
              <a:off x="8656805" y="4817799"/>
              <a:ext cx="902471" cy="1805056"/>
            </a:xfrm>
            <a:custGeom>
              <a:avLst/>
              <a:gdLst>
                <a:gd name="connsiteX0" fmla="*/ 0 w 902471"/>
                <a:gd name="connsiteY0" fmla="*/ 1805057 h 1805056"/>
                <a:gd name="connsiteX1" fmla="*/ 0 w 902471"/>
                <a:gd name="connsiteY1" fmla="*/ 0 h 1805056"/>
                <a:gd name="connsiteX2" fmla="*/ 902471 w 902471"/>
                <a:gd name="connsiteY2" fmla="*/ 0 h 1805056"/>
                <a:gd name="connsiteX3" fmla="*/ 902471 w 902471"/>
                <a:gd name="connsiteY3" fmla="*/ 902470 h 1805056"/>
                <a:gd name="connsiteX4" fmla="*/ 0 w 902471"/>
                <a:gd name="connsiteY4" fmla="*/ 1804939 h 180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471" h="1805056">
                  <a:moveTo>
                    <a:pt x="0" y="1805057"/>
                  </a:moveTo>
                  <a:lnTo>
                    <a:pt x="0" y="0"/>
                  </a:lnTo>
                  <a:lnTo>
                    <a:pt x="902471" y="0"/>
                  </a:lnTo>
                  <a:lnTo>
                    <a:pt x="902471" y="902470"/>
                  </a:lnTo>
                  <a:cubicBezTo>
                    <a:pt x="902471" y="1400938"/>
                    <a:pt x="498352" y="1804939"/>
                    <a:pt x="0" y="1804939"/>
                  </a:cubicBezTo>
                  <a:close/>
                </a:path>
              </a:pathLst>
            </a:custGeom>
            <a:solidFill>
              <a:srgbClr val="2554CE"/>
            </a:solidFill>
            <a:ln w="8716" cap="flat">
              <a:noFill/>
              <a:prstDash val="solid"/>
              <a:miter/>
            </a:ln>
          </p:spPr>
          <p:txBody>
            <a:bodyPr rtlCol="0" anchor="ctr"/>
            <a:lstStyle/>
            <a:p>
              <a:endParaRPr lang="en-ZA"/>
            </a:p>
          </p:txBody>
        </p:sp>
      </p:grpSp>
      <p:grpSp>
        <p:nvGrpSpPr>
          <p:cNvPr id="48" name="Graphic 1">
            <a:extLst>
              <a:ext uri="{FF2B5EF4-FFF2-40B4-BE49-F238E27FC236}">
                <a16:creationId xmlns:a16="http://schemas.microsoft.com/office/drawing/2014/main" id="{A905D226-E1DC-A468-4916-6E333FE43AD3}"/>
              </a:ext>
            </a:extLst>
          </p:cNvPr>
          <p:cNvGrpSpPr/>
          <p:nvPr/>
        </p:nvGrpSpPr>
        <p:grpSpPr>
          <a:xfrm>
            <a:off x="8641685" y="1238863"/>
            <a:ext cx="4807721" cy="3579054"/>
            <a:chOff x="8641685" y="1238863"/>
            <a:chExt cx="4807721" cy="3579054"/>
          </a:xfrm>
        </p:grpSpPr>
        <p:sp>
          <p:nvSpPr>
            <p:cNvPr id="49" name="Freeform: Shape 48">
              <a:extLst>
                <a:ext uri="{FF2B5EF4-FFF2-40B4-BE49-F238E27FC236}">
                  <a16:creationId xmlns:a16="http://schemas.microsoft.com/office/drawing/2014/main" id="{E2156E56-25EA-4E59-4755-C6A66FB98751}"/>
                </a:ext>
              </a:extLst>
            </p:cNvPr>
            <p:cNvSpPr/>
            <p:nvPr/>
          </p:nvSpPr>
          <p:spPr>
            <a:xfrm>
              <a:off x="8641685" y="1238863"/>
              <a:ext cx="3579060" cy="3579054"/>
            </a:xfrm>
            <a:custGeom>
              <a:avLst/>
              <a:gdLst>
                <a:gd name="connsiteX0" fmla="*/ 0 w 3579060"/>
                <a:gd name="connsiteY0" fmla="*/ 0 h 3579054"/>
                <a:gd name="connsiteX1" fmla="*/ 3579061 w 3579060"/>
                <a:gd name="connsiteY1" fmla="*/ 0 h 3579054"/>
                <a:gd name="connsiteX2" fmla="*/ 3579061 w 3579060"/>
                <a:gd name="connsiteY2" fmla="*/ 3579054 h 3579054"/>
                <a:gd name="connsiteX3" fmla="*/ 0 w 3579060"/>
                <a:gd name="connsiteY3" fmla="*/ 3579054 h 3579054"/>
              </a:gdLst>
              <a:ahLst/>
              <a:cxnLst>
                <a:cxn ang="0">
                  <a:pos x="connsiteX0" y="connsiteY0"/>
                </a:cxn>
                <a:cxn ang="0">
                  <a:pos x="connsiteX1" y="connsiteY1"/>
                </a:cxn>
                <a:cxn ang="0">
                  <a:pos x="connsiteX2" y="connsiteY2"/>
                </a:cxn>
                <a:cxn ang="0">
                  <a:pos x="connsiteX3" y="connsiteY3"/>
                </a:cxn>
              </a:cxnLst>
              <a:rect l="l" t="t" r="r" b="b"/>
              <a:pathLst>
                <a:path w="3579060" h="3579054">
                  <a:moveTo>
                    <a:pt x="0" y="0"/>
                  </a:moveTo>
                  <a:lnTo>
                    <a:pt x="3579061" y="0"/>
                  </a:lnTo>
                  <a:lnTo>
                    <a:pt x="3579061" y="3579054"/>
                  </a:lnTo>
                  <a:lnTo>
                    <a:pt x="0" y="3579054"/>
                  </a:lnTo>
                  <a:close/>
                </a:path>
              </a:pathLst>
            </a:custGeom>
            <a:solidFill>
              <a:srgbClr val="15305D"/>
            </a:solidFill>
            <a:ln w="8716" cap="flat">
              <a:noFill/>
              <a:prstDash val="solid"/>
              <a:miter/>
            </a:ln>
          </p:spPr>
          <p:txBody>
            <a:bodyPr rtlCol="0" anchor="ctr"/>
            <a:lstStyle/>
            <a:p>
              <a:endParaRPr lang="en-ZA"/>
            </a:p>
          </p:txBody>
        </p:sp>
        <p:sp>
          <p:nvSpPr>
            <p:cNvPr id="50" name="Freeform: Shape 49">
              <a:extLst>
                <a:ext uri="{FF2B5EF4-FFF2-40B4-BE49-F238E27FC236}">
                  <a16:creationId xmlns:a16="http://schemas.microsoft.com/office/drawing/2014/main" id="{8B17FD7D-FEDD-58CB-AFF9-D6D39B27E189}"/>
                </a:ext>
              </a:extLst>
            </p:cNvPr>
            <p:cNvSpPr/>
            <p:nvPr/>
          </p:nvSpPr>
          <p:spPr>
            <a:xfrm>
              <a:off x="10431274" y="1238863"/>
              <a:ext cx="1789471" cy="3579054"/>
            </a:xfrm>
            <a:custGeom>
              <a:avLst/>
              <a:gdLst>
                <a:gd name="connsiteX0" fmla="*/ 0 w 1789471"/>
                <a:gd name="connsiteY0" fmla="*/ 3579054 h 3579054"/>
                <a:gd name="connsiteX1" fmla="*/ 0 w 1789471"/>
                <a:gd name="connsiteY1" fmla="*/ 0 h 3579054"/>
                <a:gd name="connsiteX2" fmla="*/ 1789472 w 1789471"/>
                <a:gd name="connsiteY2" fmla="*/ 0 h 3579054"/>
                <a:gd name="connsiteX3" fmla="*/ 1789472 w 1789471"/>
                <a:gd name="connsiteY3" fmla="*/ 1789468 h 3579054"/>
                <a:gd name="connsiteX4" fmla="*/ 0 w 1789471"/>
                <a:gd name="connsiteY4" fmla="*/ 3578937 h 3579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471" h="3579054">
                  <a:moveTo>
                    <a:pt x="0" y="3579054"/>
                  </a:moveTo>
                  <a:lnTo>
                    <a:pt x="0" y="0"/>
                  </a:lnTo>
                  <a:lnTo>
                    <a:pt x="1789472" y="0"/>
                  </a:lnTo>
                  <a:lnTo>
                    <a:pt x="1789472" y="1789468"/>
                  </a:lnTo>
                  <a:cubicBezTo>
                    <a:pt x="1789472" y="2777732"/>
                    <a:pt x="988265" y="3578937"/>
                    <a:pt x="0" y="3578937"/>
                  </a:cubicBezTo>
                  <a:close/>
                </a:path>
              </a:pathLst>
            </a:custGeom>
            <a:solidFill>
              <a:srgbClr val="214FB1"/>
            </a:solidFill>
            <a:ln w="8716" cap="flat">
              <a:noFill/>
              <a:prstDash val="solid"/>
              <a:miter/>
            </a:ln>
          </p:spPr>
          <p:txBody>
            <a:bodyPr rtlCol="0" anchor="ctr"/>
            <a:lstStyle/>
            <a:p>
              <a:endParaRPr lang="en-ZA"/>
            </a:p>
          </p:txBody>
        </p:sp>
        <p:sp>
          <p:nvSpPr>
            <p:cNvPr id="51" name="Freeform: Shape 50">
              <a:extLst>
                <a:ext uri="{FF2B5EF4-FFF2-40B4-BE49-F238E27FC236}">
                  <a16:creationId xmlns:a16="http://schemas.microsoft.com/office/drawing/2014/main" id="{8764D973-14E4-C9A1-8450-E56411393EB1}"/>
                </a:ext>
              </a:extLst>
            </p:cNvPr>
            <p:cNvSpPr/>
            <p:nvPr/>
          </p:nvSpPr>
          <p:spPr>
            <a:xfrm>
              <a:off x="8641803" y="1238863"/>
              <a:ext cx="1789471" cy="3579054"/>
            </a:xfrm>
            <a:custGeom>
              <a:avLst/>
              <a:gdLst>
                <a:gd name="connsiteX0" fmla="*/ 1789472 w 1789471"/>
                <a:gd name="connsiteY0" fmla="*/ 3579054 h 3579054"/>
                <a:gd name="connsiteX1" fmla="*/ 1789472 w 1789471"/>
                <a:gd name="connsiteY1" fmla="*/ 0 h 3579054"/>
                <a:gd name="connsiteX2" fmla="*/ 0 w 1789471"/>
                <a:gd name="connsiteY2" fmla="*/ 0 h 3579054"/>
                <a:gd name="connsiteX3" fmla="*/ 0 w 1789471"/>
                <a:gd name="connsiteY3" fmla="*/ 1789468 h 3579054"/>
                <a:gd name="connsiteX4" fmla="*/ 1789472 w 1789471"/>
                <a:gd name="connsiteY4" fmla="*/ 3578937 h 35790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471" h="3579054">
                  <a:moveTo>
                    <a:pt x="1789472" y="3579054"/>
                  </a:moveTo>
                  <a:lnTo>
                    <a:pt x="1789472" y="0"/>
                  </a:lnTo>
                  <a:lnTo>
                    <a:pt x="0" y="0"/>
                  </a:lnTo>
                  <a:lnTo>
                    <a:pt x="0" y="1789468"/>
                  </a:lnTo>
                  <a:cubicBezTo>
                    <a:pt x="0" y="2777732"/>
                    <a:pt x="801207" y="3578937"/>
                    <a:pt x="1789472" y="3578937"/>
                  </a:cubicBezTo>
                  <a:close/>
                </a:path>
              </a:pathLst>
            </a:custGeom>
            <a:solidFill>
              <a:srgbClr val="1B4087"/>
            </a:solidFill>
            <a:ln w="8716" cap="flat">
              <a:noFill/>
              <a:prstDash val="solid"/>
              <a:miter/>
            </a:ln>
          </p:spPr>
          <p:txBody>
            <a:bodyPr rtlCol="0" anchor="ctr"/>
            <a:lstStyle/>
            <a:p>
              <a:endParaRPr lang="en-ZA"/>
            </a:p>
          </p:txBody>
        </p:sp>
      </p:grpSp>
      <p:sp>
        <p:nvSpPr>
          <p:cNvPr id="5" name="Picture Placeholder 4">
            <a:extLst>
              <a:ext uri="{FF2B5EF4-FFF2-40B4-BE49-F238E27FC236}">
                <a16:creationId xmlns:a16="http://schemas.microsoft.com/office/drawing/2014/main" id="{5BCF3521-5BCE-BFEC-4DF9-AB8411DE3303}"/>
              </a:ext>
            </a:extLst>
          </p:cNvPr>
          <p:cNvSpPr>
            <a:spLocks noGrp="1"/>
          </p:cNvSpPr>
          <p:nvPr>
            <p:ph type="pic" sz="quarter" idx="14" hasCustomPrompt="1"/>
          </p:nvPr>
        </p:nvSpPr>
        <p:spPr>
          <a:xfrm>
            <a:off x="7896225" y="1526365"/>
            <a:ext cx="3883420" cy="5070567"/>
          </a:xfrm>
        </p:spPr>
        <p:txBody>
          <a:bodyPr/>
          <a:lstStyle>
            <a:lvl1pPr>
              <a:defRPr/>
            </a:lvl1pPr>
          </a:lstStyle>
          <a:p>
            <a:r>
              <a:rPr lang="en-US" dirty="0"/>
              <a:t>Picture if needed</a:t>
            </a:r>
            <a:endParaRPr lang="en-ZA" dirty="0"/>
          </a:p>
        </p:txBody>
      </p:sp>
    </p:spTree>
    <p:extLst>
      <p:ext uri="{BB962C8B-B14F-4D97-AF65-F5344CB8AC3E}">
        <p14:creationId xmlns:p14="http://schemas.microsoft.com/office/powerpoint/2010/main" val="3768635272"/>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allery Slid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AEE9287-A9BB-67BD-BE75-FC74BAD8CE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59524" y="3127341"/>
            <a:ext cx="3456349" cy="3456349"/>
          </a:xfrm>
          <a:prstGeom prst="rect">
            <a:avLst/>
          </a:prstGeom>
        </p:spPr>
      </p:pic>
      <p:sp>
        <p:nvSpPr>
          <p:cNvPr id="15" name="Picture Placeholder 14">
            <a:extLst>
              <a:ext uri="{FF2B5EF4-FFF2-40B4-BE49-F238E27FC236}">
                <a16:creationId xmlns:a16="http://schemas.microsoft.com/office/drawing/2014/main" id="{67F0283E-ADB8-09A1-3222-E36E04AC8696}"/>
              </a:ext>
            </a:extLst>
          </p:cNvPr>
          <p:cNvSpPr>
            <a:spLocks noGrp="1"/>
          </p:cNvSpPr>
          <p:nvPr>
            <p:ph type="pic" sz="quarter" idx="14" hasCustomPrompt="1"/>
          </p:nvPr>
        </p:nvSpPr>
        <p:spPr>
          <a:xfrm>
            <a:off x="6096000" y="1620838"/>
            <a:ext cx="3371850" cy="2209800"/>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first</a:t>
            </a:r>
            <a:endParaRPr lang="en-ZA" dirty="0"/>
          </a:p>
        </p:txBody>
      </p:sp>
      <p:sp>
        <p:nvSpPr>
          <p:cNvPr id="22" name="Picture Placeholder 14">
            <a:extLst>
              <a:ext uri="{FF2B5EF4-FFF2-40B4-BE49-F238E27FC236}">
                <a16:creationId xmlns:a16="http://schemas.microsoft.com/office/drawing/2014/main" id="{F4EF5853-0B39-E749-5264-CE8F152EDF71}"/>
              </a:ext>
            </a:extLst>
          </p:cNvPr>
          <p:cNvSpPr>
            <a:spLocks noGrp="1"/>
          </p:cNvSpPr>
          <p:nvPr>
            <p:ph type="pic" sz="quarter" idx="15" hasCustomPrompt="1"/>
          </p:nvPr>
        </p:nvSpPr>
        <p:spPr>
          <a:xfrm>
            <a:off x="9132915" y="2004832"/>
            <a:ext cx="1812376" cy="1187772"/>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2de</a:t>
            </a:r>
            <a:endParaRPr lang="en-ZA" dirty="0"/>
          </a:p>
        </p:txBody>
      </p:sp>
      <p:sp>
        <p:nvSpPr>
          <p:cNvPr id="24" name="Picture Placeholder 14">
            <a:extLst>
              <a:ext uri="{FF2B5EF4-FFF2-40B4-BE49-F238E27FC236}">
                <a16:creationId xmlns:a16="http://schemas.microsoft.com/office/drawing/2014/main" id="{2435612C-1B31-CA00-5526-86AF259DF5AD}"/>
              </a:ext>
            </a:extLst>
          </p:cNvPr>
          <p:cNvSpPr>
            <a:spLocks noGrp="1"/>
          </p:cNvSpPr>
          <p:nvPr>
            <p:ph type="pic" sz="quarter" idx="16" hasCustomPrompt="1"/>
          </p:nvPr>
        </p:nvSpPr>
        <p:spPr>
          <a:xfrm>
            <a:off x="8597217" y="3721226"/>
            <a:ext cx="2929887" cy="1939305"/>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3de</a:t>
            </a:r>
            <a:endParaRPr lang="en-ZA" dirty="0"/>
          </a:p>
        </p:txBody>
      </p:sp>
      <p:sp>
        <p:nvSpPr>
          <p:cNvPr id="25" name="Picture Placeholder 14">
            <a:extLst>
              <a:ext uri="{FF2B5EF4-FFF2-40B4-BE49-F238E27FC236}">
                <a16:creationId xmlns:a16="http://schemas.microsoft.com/office/drawing/2014/main" id="{41199E48-E923-EA38-BA76-05424FAE36E8}"/>
              </a:ext>
            </a:extLst>
          </p:cNvPr>
          <p:cNvSpPr>
            <a:spLocks noGrp="1"/>
          </p:cNvSpPr>
          <p:nvPr>
            <p:ph type="pic" sz="quarter" idx="17" hasCustomPrompt="1"/>
          </p:nvPr>
        </p:nvSpPr>
        <p:spPr>
          <a:xfrm>
            <a:off x="6311112" y="4226545"/>
            <a:ext cx="1875930" cy="1263131"/>
          </a:xfrm>
          <a:prstGeom prst="roundRect">
            <a:avLst>
              <a:gd name="adj" fmla="val 7763"/>
            </a:avLst>
          </a:prstGeom>
          <a:effectLst>
            <a:outerShdw blurRad="38100" dist="25400" dir="2700000" sx="101000" sy="101000" algn="tl" rotWithShape="0">
              <a:prstClr val="black">
                <a:alpha val="16000"/>
              </a:prstClr>
            </a:outerShdw>
          </a:effectLst>
        </p:spPr>
        <p:txBody>
          <a:bodyPr/>
          <a:lstStyle>
            <a:lvl1pPr>
              <a:defRPr/>
            </a:lvl1pPr>
          </a:lstStyle>
          <a:p>
            <a:r>
              <a:rPr lang="en-US" dirty="0"/>
              <a:t>Place 4th</a:t>
            </a:r>
            <a:endParaRPr lang="en-ZA" dirty="0"/>
          </a:p>
        </p:txBody>
      </p:sp>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2249139"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3"/>
              </a:ext>
            </a:extLst>
          </a:blip>
          <a:srcRect r="70186"/>
          <a:stretch/>
        </p:blipFill>
        <p:spPr>
          <a:xfrm>
            <a:off x="11285221"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2249139" y="1621546"/>
            <a:ext cx="3846861"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1"/>
            <a:ext cx="1858298" cy="1238865"/>
          </a:xfrm>
          <a:prstGeom prst="rect">
            <a:avLst/>
          </a:prstGeom>
        </p:spPr>
      </p:pic>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94205499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mall Char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4" name="Footer Placeholder 3">
            <a:extLst>
              <a:ext uri="{FF2B5EF4-FFF2-40B4-BE49-F238E27FC236}">
                <a16:creationId xmlns:a16="http://schemas.microsoft.com/office/drawing/2014/main" id="{A9EF2336-C959-D507-B90C-3F52FF76325C}"/>
              </a:ext>
            </a:extLst>
          </p:cNvPr>
          <p:cNvSpPr>
            <a:spLocks noGrp="1"/>
          </p:cNvSpPr>
          <p:nvPr>
            <p:ph type="ftr" sz="quarter" idx="11"/>
          </p:nvPr>
        </p:nvSpPr>
        <p:spPr>
          <a:xfrm>
            <a:off x="2249139" y="6165602"/>
            <a:ext cx="4114800" cy="402838"/>
          </a:xfrm>
        </p:spPr>
        <p:txBody>
          <a:bodyPr lIns="0"/>
          <a:lstStyle>
            <a:lvl1pPr algn="l">
              <a:defRPr/>
            </a:lvl1pPr>
          </a:lstStyle>
          <a:p>
            <a:r>
              <a:rPr lang="en-ZA" dirty="0"/>
              <a:t>eduvos.com</a:t>
            </a:r>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9" name="Text Placeholder 8">
            <a:extLst>
              <a:ext uri="{FF2B5EF4-FFF2-40B4-BE49-F238E27FC236}">
                <a16:creationId xmlns:a16="http://schemas.microsoft.com/office/drawing/2014/main" id="{C085DC44-867E-A4D3-E1C8-7E9BB1385C79}"/>
              </a:ext>
            </a:extLst>
          </p:cNvPr>
          <p:cNvSpPr>
            <a:spLocks noGrp="1"/>
          </p:cNvSpPr>
          <p:nvPr>
            <p:ph type="body" sz="quarter" idx="13"/>
          </p:nvPr>
        </p:nvSpPr>
        <p:spPr>
          <a:xfrm>
            <a:off x="2249139" y="1626712"/>
            <a:ext cx="4043506" cy="4215288"/>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Rectangle 6">
            <a:extLst>
              <a:ext uri="{FF2B5EF4-FFF2-40B4-BE49-F238E27FC236}">
                <a16:creationId xmlns:a16="http://schemas.microsoft.com/office/drawing/2014/main" id="{128F689A-5533-00EF-92A2-77B56F662FBB}"/>
              </a:ext>
            </a:extLst>
          </p:cNvPr>
          <p:cNvSpPr/>
          <p:nvPr/>
        </p:nvSpPr>
        <p:spPr>
          <a:xfrm>
            <a:off x="6545578" y="1567706"/>
            <a:ext cx="5130483" cy="5084762"/>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Chart Placeholder 9">
            <a:extLst>
              <a:ext uri="{FF2B5EF4-FFF2-40B4-BE49-F238E27FC236}">
                <a16:creationId xmlns:a16="http://schemas.microsoft.com/office/drawing/2014/main" id="{ABD9FA6B-0BAE-7882-D635-DE9E328413AD}"/>
              </a:ext>
            </a:extLst>
          </p:cNvPr>
          <p:cNvSpPr>
            <a:spLocks noGrp="1"/>
          </p:cNvSpPr>
          <p:nvPr>
            <p:ph type="chart" sz="quarter" idx="14"/>
          </p:nvPr>
        </p:nvSpPr>
        <p:spPr>
          <a:xfrm>
            <a:off x="6727219" y="1773238"/>
            <a:ext cx="4737245" cy="5084762"/>
          </a:xfrm>
        </p:spPr>
        <p:txBody>
          <a:bodyPr/>
          <a:lstStyle/>
          <a:p>
            <a:endParaRPr lang="en-ZA" dirty="0"/>
          </a:p>
        </p:txBody>
      </p:sp>
      <p:pic>
        <p:nvPicPr>
          <p:cNvPr id="5" name="Graphic 4">
            <a:extLst>
              <a:ext uri="{FF2B5EF4-FFF2-40B4-BE49-F238E27FC236}">
                <a16:creationId xmlns:a16="http://schemas.microsoft.com/office/drawing/2014/main" id="{5ACFC315-96BF-F0E3-7ABC-FC155115E1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8" name="Group 7">
            <a:extLst>
              <a:ext uri="{FF2B5EF4-FFF2-40B4-BE49-F238E27FC236}">
                <a16:creationId xmlns:a16="http://schemas.microsoft.com/office/drawing/2014/main" id="{A07B4121-803A-0118-F43B-642EF8E093E9}"/>
              </a:ext>
            </a:extLst>
          </p:cNvPr>
          <p:cNvGrpSpPr/>
          <p:nvPr/>
        </p:nvGrpSpPr>
        <p:grpSpPr>
          <a:xfrm>
            <a:off x="-228000" y="6613460"/>
            <a:ext cx="12420000" cy="256116"/>
            <a:chOff x="1934840" y="6601883"/>
            <a:chExt cx="12092580" cy="245079"/>
          </a:xfrm>
        </p:grpSpPr>
        <p:sp>
          <p:nvSpPr>
            <p:cNvPr id="11" name="Freeform: Shape 10">
              <a:extLst>
                <a:ext uri="{FF2B5EF4-FFF2-40B4-BE49-F238E27FC236}">
                  <a16:creationId xmlns:a16="http://schemas.microsoft.com/office/drawing/2014/main" id="{C5B5F771-DB78-3794-6474-5FA5A70F3160}"/>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12" name="Freeform: Shape 11">
              <a:extLst>
                <a:ext uri="{FF2B5EF4-FFF2-40B4-BE49-F238E27FC236}">
                  <a16:creationId xmlns:a16="http://schemas.microsoft.com/office/drawing/2014/main" id="{334677E2-5826-AAE2-432F-0AF83718C7AA}"/>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13" name="Freeform: Shape 12">
              <a:extLst>
                <a:ext uri="{FF2B5EF4-FFF2-40B4-BE49-F238E27FC236}">
                  <a16:creationId xmlns:a16="http://schemas.microsoft.com/office/drawing/2014/main" id="{CC31256D-5F71-D5A9-8662-FBBC8AF43C46}"/>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14" name="Graphic 13">
              <a:extLst>
                <a:ext uri="{FF2B5EF4-FFF2-40B4-BE49-F238E27FC236}">
                  <a16:creationId xmlns:a16="http://schemas.microsoft.com/office/drawing/2014/main" id="{3A5717F0-E0B2-E2E4-B0BE-4E295F2CD8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18" name="Graphic 17">
              <a:extLst>
                <a:ext uri="{FF2B5EF4-FFF2-40B4-BE49-F238E27FC236}">
                  <a16:creationId xmlns:a16="http://schemas.microsoft.com/office/drawing/2014/main" id="{8067E755-8ADB-3A1A-4CD4-76BAE89D31D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19" name="Graphic 18">
              <a:extLst>
                <a:ext uri="{FF2B5EF4-FFF2-40B4-BE49-F238E27FC236}">
                  <a16:creationId xmlns:a16="http://schemas.microsoft.com/office/drawing/2014/main" id="{A14EFF67-7E0A-2B1D-A8FE-299217F33E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0" name="Graphic 19">
              <a:extLst>
                <a:ext uri="{FF2B5EF4-FFF2-40B4-BE49-F238E27FC236}">
                  <a16:creationId xmlns:a16="http://schemas.microsoft.com/office/drawing/2014/main" id="{083B1919-450D-8209-18B5-1698284254B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1920286904"/>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ig 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8F689A-5533-00EF-92A2-77B56F662FBB}"/>
              </a:ext>
            </a:extLst>
          </p:cNvPr>
          <p:cNvSpPr/>
          <p:nvPr/>
        </p:nvSpPr>
        <p:spPr>
          <a:xfrm>
            <a:off x="2249139" y="1640163"/>
            <a:ext cx="9426923" cy="5217837"/>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550863" y="345370"/>
            <a:ext cx="10315256"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0" name="Chart Placeholder 9">
            <a:extLst>
              <a:ext uri="{FF2B5EF4-FFF2-40B4-BE49-F238E27FC236}">
                <a16:creationId xmlns:a16="http://schemas.microsoft.com/office/drawing/2014/main" id="{ABD9FA6B-0BAE-7882-D635-DE9E328413AD}"/>
              </a:ext>
            </a:extLst>
          </p:cNvPr>
          <p:cNvSpPr>
            <a:spLocks noGrp="1"/>
          </p:cNvSpPr>
          <p:nvPr>
            <p:ph type="chart" sz="quarter" idx="14"/>
          </p:nvPr>
        </p:nvSpPr>
        <p:spPr>
          <a:xfrm>
            <a:off x="2537922" y="1958352"/>
            <a:ext cx="8747615" cy="3883648"/>
          </a:xfrm>
        </p:spPr>
        <p:txBody>
          <a:bodyPr/>
          <a:lstStyle/>
          <a:p>
            <a:endParaRPr lang="en-ZA" dirty="0"/>
          </a:p>
        </p:txBody>
      </p:sp>
      <p:pic>
        <p:nvPicPr>
          <p:cNvPr id="5" name="Graphic 4">
            <a:extLst>
              <a:ext uri="{FF2B5EF4-FFF2-40B4-BE49-F238E27FC236}">
                <a16:creationId xmlns:a16="http://schemas.microsoft.com/office/drawing/2014/main" id="{B20EAA04-1C2C-21A9-2049-F7ADB6E1D9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12" name="Group 11">
            <a:extLst>
              <a:ext uri="{FF2B5EF4-FFF2-40B4-BE49-F238E27FC236}">
                <a16:creationId xmlns:a16="http://schemas.microsoft.com/office/drawing/2014/main" id="{89604458-DF6C-B9DE-3D60-3F10660A16B8}"/>
              </a:ext>
            </a:extLst>
          </p:cNvPr>
          <p:cNvGrpSpPr/>
          <p:nvPr/>
        </p:nvGrpSpPr>
        <p:grpSpPr>
          <a:xfrm>
            <a:off x="-228000" y="6613460"/>
            <a:ext cx="12420000" cy="256116"/>
            <a:chOff x="1934840" y="6601883"/>
            <a:chExt cx="12092580" cy="245079"/>
          </a:xfrm>
        </p:grpSpPr>
        <p:sp>
          <p:nvSpPr>
            <p:cNvPr id="13" name="Freeform: Shape 12">
              <a:extLst>
                <a:ext uri="{FF2B5EF4-FFF2-40B4-BE49-F238E27FC236}">
                  <a16:creationId xmlns:a16="http://schemas.microsoft.com/office/drawing/2014/main" id="{FA5BC204-08C8-03A0-425D-E73BE95B7A20}"/>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14" name="Freeform: Shape 13">
              <a:extLst>
                <a:ext uri="{FF2B5EF4-FFF2-40B4-BE49-F238E27FC236}">
                  <a16:creationId xmlns:a16="http://schemas.microsoft.com/office/drawing/2014/main" id="{7AE57873-71F1-BD7E-B8AE-DA201E7F5A0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15" name="Freeform: Shape 14">
              <a:extLst>
                <a:ext uri="{FF2B5EF4-FFF2-40B4-BE49-F238E27FC236}">
                  <a16:creationId xmlns:a16="http://schemas.microsoft.com/office/drawing/2014/main" id="{1312AD1B-60B1-820F-BD8D-0D8FE4C290CF}"/>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16" name="Graphic 15">
              <a:extLst>
                <a:ext uri="{FF2B5EF4-FFF2-40B4-BE49-F238E27FC236}">
                  <a16:creationId xmlns:a16="http://schemas.microsoft.com/office/drawing/2014/main" id="{FA6E1B7F-9E99-6EC5-C1E9-5026E04E3C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17" name="Graphic 16">
              <a:extLst>
                <a:ext uri="{FF2B5EF4-FFF2-40B4-BE49-F238E27FC236}">
                  <a16:creationId xmlns:a16="http://schemas.microsoft.com/office/drawing/2014/main" id="{4609696D-5A9D-249D-206D-87F0A54257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18" name="Graphic 17">
              <a:extLst>
                <a:ext uri="{FF2B5EF4-FFF2-40B4-BE49-F238E27FC236}">
                  <a16:creationId xmlns:a16="http://schemas.microsoft.com/office/drawing/2014/main" id="{ED1F2AF3-A9F7-1AF0-60C5-B35F3456B2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19" name="Graphic 18">
              <a:extLst>
                <a:ext uri="{FF2B5EF4-FFF2-40B4-BE49-F238E27FC236}">
                  <a16:creationId xmlns:a16="http://schemas.microsoft.com/office/drawing/2014/main" id="{543F5351-FCEA-B259-2C63-2E74287C014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8869471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wo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16" name="Text Placeholder 8">
            <a:extLst>
              <a:ext uri="{FF2B5EF4-FFF2-40B4-BE49-F238E27FC236}">
                <a16:creationId xmlns:a16="http://schemas.microsoft.com/office/drawing/2014/main" id="{624790AA-87B5-56C7-7446-2C0CE0E960CC}"/>
              </a:ext>
            </a:extLst>
          </p:cNvPr>
          <p:cNvSpPr>
            <a:spLocks noGrp="1"/>
          </p:cNvSpPr>
          <p:nvPr>
            <p:ph type="body" sz="quarter" idx="18"/>
          </p:nvPr>
        </p:nvSpPr>
        <p:spPr>
          <a:xfrm>
            <a:off x="7189241"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18">
            <a:extLst>
              <a:ext uri="{FF2B5EF4-FFF2-40B4-BE49-F238E27FC236}">
                <a16:creationId xmlns:a16="http://schemas.microsoft.com/office/drawing/2014/main" id="{86DCB7C2-E21B-CBF9-6CEC-264719C6EA23}"/>
              </a:ext>
            </a:extLst>
          </p:cNvPr>
          <p:cNvSpPr>
            <a:spLocks noGrp="1"/>
          </p:cNvSpPr>
          <p:nvPr>
            <p:ph type="body" sz="quarter" idx="19"/>
          </p:nvPr>
        </p:nvSpPr>
        <p:spPr>
          <a:xfrm>
            <a:off x="7190449"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539749369"/>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_Two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D09C11-FA20-F60F-4548-65D89BD8D45A}"/>
              </a:ext>
            </a:extLst>
          </p:cNvPr>
          <p:cNvSpPr/>
          <p:nvPr/>
        </p:nvSpPr>
        <p:spPr>
          <a:xfrm>
            <a:off x="0" y="1238864"/>
            <a:ext cx="6979534" cy="5374036"/>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7" name="Picture Placeholder 6">
            <a:extLst>
              <a:ext uri="{FF2B5EF4-FFF2-40B4-BE49-F238E27FC236}">
                <a16:creationId xmlns:a16="http://schemas.microsoft.com/office/drawing/2014/main" id="{E3480399-AA84-8341-0491-5D7EA2330852}"/>
              </a:ext>
            </a:extLst>
          </p:cNvPr>
          <p:cNvSpPr>
            <a:spLocks noGrp="1"/>
          </p:cNvSpPr>
          <p:nvPr>
            <p:ph type="pic" sz="quarter" idx="18"/>
          </p:nvPr>
        </p:nvSpPr>
        <p:spPr>
          <a:xfrm>
            <a:off x="6980238" y="1238250"/>
            <a:ext cx="5211762" cy="5383213"/>
          </a:xfrm>
        </p:spPr>
        <p:txBody>
          <a:bodyPr/>
          <a:lstStyle/>
          <a:p>
            <a:endParaRPr lang="en-ZA"/>
          </a:p>
        </p:txBody>
      </p:sp>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pic>
        <p:nvPicPr>
          <p:cNvPr id="19" name="Graphic 18">
            <a:extLst>
              <a:ext uri="{FF2B5EF4-FFF2-40B4-BE49-F238E27FC236}">
                <a16:creationId xmlns:a16="http://schemas.microsoft.com/office/drawing/2014/main" id="{B2B522DB-C5B8-082E-3B27-B32D53A4A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2812088070"/>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_Two Column">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3480399-AA84-8341-0491-5D7EA2330852}"/>
              </a:ext>
            </a:extLst>
          </p:cNvPr>
          <p:cNvSpPr>
            <a:spLocks noGrp="1"/>
          </p:cNvSpPr>
          <p:nvPr>
            <p:ph type="pic" sz="quarter" idx="18"/>
          </p:nvPr>
        </p:nvSpPr>
        <p:spPr>
          <a:xfrm>
            <a:off x="0" y="1238250"/>
            <a:ext cx="6979534" cy="5383213"/>
          </a:xfrm>
        </p:spPr>
        <p:txBody>
          <a:bodyPr/>
          <a:lstStyle/>
          <a:p>
            <a:endParaRPr lang="en-ZA"/>
          </a:p>
        </p:txBody>
      </p:sp>
      <p:sp>
        <p:nvSpPr>
          <p:cNvPr id="4" name="Rectangle 3">
            <a:extLst>
              <a:ext uri="{FF2B5EF4-FFF2-40B4-BE49-F238E27FC236}">
                <a16:creationId xmlns:a16="http://schemas.microsoft.com/office/drawing/2014/main" id="{07D09C11-FA20-F60F-4548-65D89BD8D45A}"/>
              </a:ext>
            </a:extLst>
          </p:cNvPr>
          <p:cNvSpPr/>
          <p:nvPr/>
        </p:nvSpPr>
        <p:spPr>
          <a:xfrm>
            <a:off x="6979534" y="1238864"/>
            <a:ext cx="5232839" cy="5374036"/>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7207534"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7208764"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1585024291"/>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Two Colum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3BEFBCE-AE9C-0579-C125-DE391C74414F}"/>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5A7EED07-3B38-321B-078D-7FE80359AAC6}"/>
              </a:ext>
            </a:extLst>
          </p:cNvPr>
          <p:cNvSpPr>
            <a:spLocks noGrp="1"/>
          </p:cNvSpPr>
          <p:nvPr>
            <p:ph type="title"/>
          </p:nvPr>
        </p:nvSpPr>
        <p:spPr>
          <a:xfrm>
            <a:off x="2249139" y="345370"/>
            <a:ext cx="8616980"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pic>
        <p:nvPicPr>
          <p:cNvPr id="3" name="Graphic 2">
            <a:extLst>
              <a:ext uri="{FF2B5EF4-FFF2-40B4-BE49-F238E27FC236}">
                <a16:creationId xmlns:a16="http://schemas.microsoft.com/office/drawing/2014/main" id="{A8DCF77F-2A2D-2928-619E-C39DB319444F}"/>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14" name="Text Placeholder 8">
            <a:extLst>
              <a:ext uri="{FF2B5EF4-FFF2-40B4-BE49-F238E27FC236}">
                <a16:creationId xmlns:a16="http://schemas.microsoft.com/office/drawing/2014/main" id="{15851C7E-BA01-E344-B0D1-F101297C94BE}"/>
              </a:ext>
            </a:extLst>
          </p:cNvPr>
          <p:cNvSpPr>
            <a:spLocks noGrp="1"/>
          </p:cNvSpPr>
          <p:nvPr>
            <p:ph type="body" sz="quarter" idx="16"/>
          </p:nvPr>
        </p:nvSpPr>
        <p:spPr>
          <a:xfrm>
            <a:off x="2262766"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8">
            <a:extLst>
              <a:ext uri="{FF2B5EF4-FFF2-40B4-BE49-F238E27FC236}">
                <a16:creationId xmlns:a16="http://schemas.microsoft.com/office/drawing/2014/main" id="{3407AD11-FC10-2593-DF97-E7D50352DCA8}"/>
              </a:ext>
            </a:extLst>
          </p:cNvPr>
          <p:cNvSpPr>
            <a:spLocks noGrp="1"/>
          </p:cNvSpPr>
          <p:nvPr>
            <p:ph type="body" sz="quarter" idx="17"/>
          </p:nvPr>
        </p:nvSpPr>
        <p:spPr>
          <a:xfrm>
            <a:off x="2263996"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sp>
        <p:nvSpPr>
          <p:cNvPr id="16" name="Text Placeholder 8">
            <a:extLst>
              <a:ext uri="{FF2B5EF4-FFF2-40B4-BE49-F238E27FC236}">
                <a16:creationId xmlns:a16="http://schemas.microsoft.com/office/drawing/2014/main" id="{624790AA-87B5-56C7-7446-2C0CE0E960CC}"/>
              </a:ext>
            </a:extLst>
          </p:cNvPr>
          <p:cNvSpPr>
            <a:spLocks noGrp="1"/>
          </p:cNvSpPr>
          <p:nvPr>
            <p:ph type="body" sz="quarter" idx="18"/>
          </p:nvPr>
        </p:nvSpPr>
        <p:spPr>
          <a:xfrm>
            <a:off x="7189241" y="2241471"/>
            <a:ext cx="4486822" cy="3444260"/>
          </a:xfrm>
        </p:spPr>
        <p:txBody>
          <a:bodyPr/>
          <a:lstStyle>
            <a:lvl1pPr marL="0" indent="0">
              <a:buNone/>
              <a:defRPr sz="1800"/>
            </a:lvl1pPr>
            <a:lvl2pPr marL="541338" indent="-342900">
              <a:buFont typeface="Arial" panose="020B0604020202020204" pitchFamily="34" charset="0"/>
              <a:buChar char="•"/>
              <a:defRPr sz="1800"/>
            </a:lvl2pPr>
            <a:lvl3pPr marL="895350" indent="-342900">
              <a:buFont typeface="Wingdings" panose="05000000000000000000" pitchFamily="2" charset="2"/>
              <a:buChar char="§"/>
              <a:defRPr sz="1400"/>
            </a:lvl3pPr>
            <a:lvl4pPr marL="1258888" indent="-342900">
              <a:buFont typeface="Courier New" panose="02070309020205020404" pitchFamily="49" charset="0"/>
              <a:buChar char="o"/>
              <a:defRPr sz="1400"/>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7" name="Text Placeholder 18">
            <a:extLst>
              <a:ext uri="{FF2B5EF4-FFF2-40B4-BE49-F238E27FC236}">
                <a16:creationId xmlns:a16="http://schemas.microsoft.com/office/drawing/2014/main" id="{86DCB7C2-E21B-CBF9-6CEC-264719C6EA23}"/>
              </a:ext>
            </a:extLst>
          </p:cNvPr>
          <p:cNvSpPr>
            <a:spLocks noGrp="1"/>
          </p:cNvSpPr>
          <p:nvPr>
            <p:ph type="body" sz="quarter" idx="19"/>
          </p:nvPr>
        </p:nvSpPr>
        <p:spPr>
          <a:xfrm>
            <a:off x="7190449" y="1616970"/>
            <a:ext cx="4481374" cy="366076"/>
          </a:xfrm>
        </p:spPr>
        <p:txBody>
          <a:bodyPr lIns="0"/>
          <a:lstStyle>
            <a:lvl1pPr>
              <a:defRPr>
                <a:solidFill>
                  <a:schemeClr val="accent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a:t>
            </a:r>
            <a:endParaRPr lang="en-ZA" dirty="0"/>
          </a:p>
        </p:txBody>
      </p:sp>
      <p:pic>
        <p:nvPicPr>
          <p:cNvPr id="19" name="Graphic 18">
            <a:extLst>
              <a:ext uri="{FF2B5EF4-FFF2-40B4-BE49-F238E27FC236}">
                <a16:creationId xmlns:a16="http://schemas.microsoft.com/office/drawing/2014/main" id="{B2B522DB-C5B8-082E-3B27-B32D53A4A7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1"/>
            <a:ext cx="1858298" cy="1238865"/>
          </a:xfrm>
          <a:prstGeom prst="rect">
            <a:avLst/>
          </a:prstGeom>
        </p:spPr>
      </p:pic>
      <p:grpSp>
        <p:nvGrpSpPr>
          <p:cNvPr id="20" name="Group 19">
            <a:extLst>
              <a:ext uri="{FF2B5EF4-FFF2-40B4-BE49-F238E27FC236}">
                <a16:creationId xmlns:a16="http://schemas.microsoft.com/office/drawing/2014/main" id="{64F9CDC8-95C0-1B58-6400-F4908EC1B4EF}"/>
              </a:ext>
            </a:extLst>
          </p:cNvPr>
          <p:cNvGrpSpPr/>
          <p:nvPr/>
        </p:nvGrpSpPr>
        <p:grpSpPr>
          <a:xfrm>
            <a:off x="-228000" y="6613460"/>
            <a:ext cx="12420000" cy="256116"/>
            <a:chOff x="1934840" y="6601883"/>
            <a:chExt cx="12092580" cy="245079"/>
          </a:xfrm>
        </p:grpSpPr>
        <p:sp>
          <p:nvSpPr>
            <p:cNvPr id="21" name="Freeform: Shape 20">
              <a:extLst>
                <a:ext uri="{FF2B5EF4-FFF2-40B4-BE49-F238E27FC236}">
                  <a16:creationId xmlns:a16="http://schemas.microsoft.com/office/drawing/2014/main" id="{5BEC26F7-D272-CBE1-7D55-2449CE04F2D7}"/>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2" name="Freeform: Shape 21">
              <a:extLst>
                <a:ext uri="{FF2B5EF4-FFF2-40B4-BE49-F238E27FC236}">
                  <a16:creationId xmlns:a16="http://schemas.microsoft.com/office/drawing/2014/main" id="{0D37B03C-2AB3-C767-C6E6-0149F4B6DA53}"/>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A76FED2A-DE02-D19D-0FA4-354D1877E823}"/>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24" name="Graphic 23">
              <a:extLst>
                <a:ext uri="{FF2B5EF4-FFF2-40B4-BE49-F238E27FC236}">
                  <a16:creationId xmlns:a16="http://schemas.microsoft.com/office/drawing/2014/main" id="{A7C34D78-CC9E-9B0A-8B61-8FD1C042B7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25" name="Graphic 24">
              <a:extLst>
                <a:ext uri="{FF2B5EF4-FFF2-40B4-BE49-F238E27FC236}">
                  <a16:creationId xmlns:a16="http://schemas.microsoft.com/office/drawing/2014/main" id="{BBD201F5-2FBE-C77D-1935-3AC1434B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26" name="Graphic 25">
              <a:extLst>
                <a:ext uri="{FF2B5EF4-FFF2-40B4-BE49-F238E27FC236}">
                  <a16:creationId xmlns:a16="http://schemas.microsoft.com/office/drawing/2014/main" id="{B179B8D6-DDFC-E8E7-2A1B-B3DD269DF2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7" name="Graphic 26">
              <a:extLst>
                <a:ext uri="{FF2B5EF4-FFF2-40B4-BE49-F238E27FC236}">
                  <a16:creationId xmlns:a16="http://schemas.microsoft.com/office/drawing/2014/main" id="{32E22AF7-EEE3-CD7F-ADA3-CD3F577D55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16947477"/>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47">
          <p15:clr>
            <a:srgbClr val="FBAE40"/>
          </p15:clr>
        </p15:guide>
        <p15:guide id="4" pos="2751">
          <p15:clr>
            <a:srgbClr val="FBAE40"/>
          </p15:clr>
        </p15:guide>
        <p15:guide id="5" pos="4951">
          <p15:clr>
            <a:srgbClr val="FBAE40"/>
          </p15:clr>
        </p15:guide>
        <p15:guide id="6" pos="5155">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Border">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25201" y="6601883"/>
              <a:ext cx="2902219" cy="244539"/>
            </a:xfrm>
            <a:prstGeom prst="rect">
              <a:avLst/>
            </a:prstGeom>
          </p:spPr>
        </p:pic>
      </p:grpSp>
      <p:pic>
        <p:nvPicPr>
          <p:cNvPr id="2" name="Graphic 1">
            <a:extLst>
              <a:ext uri="{FF2B5EF4-FFF2-40B4-BE49-F238E27FC236}">
                <a16:creationId xmlns:a16="http://schemas.microsoft.com/office/drawing/2014/main" id="{E0078C6F-78C4-E3FC-86AA-BC85EE694E3B}"/>
              </a:ext>
            </a:extLst>
          </p:cNvPr>
          <p:cNvPicPr>
            <a:picLocks noChangeAspect="1"/>
          </p:cNvPicPr>
          <p:nvPr/>
        </p:nvPicPr>
        <p:blipFill>
          <a:blip>
            <a:extLst>
              <a:ext uri="{96DAC541-7B7A-43D3-8B79-37D633B846F1}">
                <asvg:svgBlip xmlns:asvg="http://schemas.microsoft.com/office/drawing/2016/SVG/main" r:embed="rId3"/>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1713691311"/>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686541161"/>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C2F74-2F93-9801-F272-FF27791087B2}"/>
              </a:ext>
            </a:extLst>
          </p:cNvPr>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Tree>
    <p:extLst>
      <p:ext uri="{BB962C8B-B14F-4D97-AF65-F5344CB8AC3E}">
        <p14:creationId xmlns:p14="http://schemas.microsoft.com/office/powerpoint/2010/main" val="99018698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_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2" name="Rectangle 1">
            <a:extLst>
              <a:ext uri="{FF2B5EF4-FFF2-40B4-BE49-F238E27FC236}">
                <a16:creationId xmlns:a16="http://schemas.microsoft.com/office/drawing/2014/main" id="{0B9C2F74-2F93-9801-F272-FF27791087B2}"/>
              </a:ext>
            </a:extLst>
          </p:cNvPr>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1EC70802-4CB1-8444-64B4-4ED7E49E92A3}"/>
              </a:ext>
            </a:extLst>
          </p:cNvPr>
          <p:cNvGrpSpPr/>
          <p:nvPr/>
        </p:nvGrpSpPr>
        <p:grpSpPr>
          <a:xfrm rot="5400000">
            <a:off x="5331777" y="-5331777"/>
            <a:ext cx="1528446" cy="12192000"/>
            <a:chOff x="3200400" y="-2835286"/>
            <a:chExt cx="1528446" cy="9693286"/>
          </a:xfrm>
        </p:grpSpPr>
        <p:sp>
          <p:nvSpPr>
            <p:cNvPr id="4" name="Rectangle 3">
              <a:extLst>
                <a:ext uri="{FF2B5EF4-FFF2-40B4-BE49-F238E27FC236}">
                  <a16:creationId xmlns:a16="http://schemas.microsoft.com/office/drawing/2014/main" id="{83501E9A-9594-5D49-89DA-34AECF5A4D24}"/>
                </a:ext>
              </a:extLst>
            </p:cNvPr>
            <p:cNvSpPr/>
            <p:nvPr userDrawn="1"/>
          </p:nvSpPr>
          <p:spPr>
            <a:xfrm>
              <a:off x="3200400" y="-2835286"/>
              <a:ext cx="1238864" cy="96932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ight Brace 4">
              <a:extLst>
                <a:ext uri="{FF2B5EF4-FFF2-40B4-BE49-F238E27FC236}">
                  <a16:creationId xmlns:a16="http://schemas.microsoft.com/office/drawing/2014/main" id="{5A3D7190-2A50-4F75-75EE-F14A6FC285AD}"/>
                </a:ext>
              </a:extLst>
            </p:cNvPr>
            <p:cNvSpPr/>
            <p:nvPr userDrawn="1"/>
          </p:nvSpPr>
          <p:spPr>
            <a:xfrm>
              <a:off x="4073526" y="266825"/>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grpSp>
      <p:sp>
        <p:nvSpPr>
          <p:cNvPr id="9" name="Title 1">
            <a:extLst>
              <a:ext uri="{FF2B5EF4-FFF2-40B4-BE49-F238E27FC236}">
                <a16:creationId xmlns:a16="http://schemas.microsoft.com/office/drawing/2014/main" id="{15B4B0CA-F3AA-DA99-FCFB-7A576C2450EC}"/>
              </a:ext>
            </a:extLst>
          </p:cNvPr>
          <p:cNvSpPr>
            <a:spLocks noGrp="1"/>
          </p:cNvSpPr>
          <p:nvPr>
            <p:ph type="title"/>
          </p:nvPr>
        </p:nvSpPr>
        <p:spPr>
          <a:xfrm>
            <a:off x="1787510" y="345370"/>
            <a:ext cx="8616980" cy="684000"/>
          </a:xfrm>
        </p:spPr>
        <p:txBody>
          <a:bodyPr lIns="0" tIns="0" rIns="0" bIns="0" anchor="ctr">
            <a:noAutofit/>
          </a:bodyPr>
          <a:lstStyle>
            <a:lvl1pPr algn="ctr">
              <a:defRPr sz="4800">
                <a:solidFill>
                  <a:schemeClr val="bg1"/>
                </a:solidFill>
              </a:defRPr>
            </a:lvl1pPr>
          </a:lstStyle>
          <a:p>
            <a:r>
              <a:rPr lang="en-US" dirty="0"/>
              <a:t>Click to edit Master title style</a:t>
            </a:r>
            <a:endParaRPr lang="en-ZA" dirty="0"/>
          </a:p>
        </p:txBody>
      </p:sp>
    </p:spTree>
    <p:extLst>
      <p:ext uri="{BB962C8B-B14F-4D97-AF65-F5344CB8AC3E}">
        <p14:creationId xmlns:p14="http://schemas.microsoft.com/office/powerpoint/2010/main" val="1970303542"/>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4_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2" name="Rectangle 1">
            <a:extLst>
              <a:ext uri="{FF2B5EF4-FFF2-40B4-BE49-F238E27FC236}">
                <a16:creationId xmlns:a16="http://schemas.microsoft.com/office/drawing/2014/main" id="{0B9C2F74-2F93-9801-F272-FF27791087B2}"/>
              </a:ext>
            </a:extLst>
          </p:cNvPr>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nvGrpSpPr>
          <p:cNvPr id="7" name="Group 6">
            <a:extLst>
              <a:ext uri="{FF2B5EF4-FFF2-40B4-BE49-F238E27FC236}">
                <a16:creationId xmlns:a16="http://schemas.microsoft.com/office/drawing/2014/main" id="{1EC70802-4CB1-8444-64B4-4ED7E49E92A3}"/>
              </a:ext>
            </a:extLst>
          </p:cNvPr>
          <p:cNvGrpSpPr/>
          <p:nvPr/>
        </p:nvGrpSpPr>
        <p:grpSpPr>
          <a:xfrm rot="5400000">
            <a:off x="5331777" y="-5331777"/>
            <a:ext cx="1528446" cy="12192000"/>
            <a:chOff x="3200400" y="-2835286"/>
            <a:chExt cx="1528446" cy="9693286"/>
          </a:xfrm>
        </p:grpSpPr>
        <p:sp>
          <p:nvSpPr>
            <p:cNvPr id="4" name="Rectangle 3">
              <a:extLst>
                <a:ext uri="{FF2B5EF4-FFF2-40B4-BE49-F238E27FC236}">
                  <a16:creationId xmlns:a16="http://schemas.microsoft.com/office/drawing/2014/main" id="{83501E9A-9594-5D49-89DA-34AECF5A4D24}"/>
                </a:ext>
              </a:extLst>
            </p:cNvPr>
            <p:cNvSpPr/>
            <p:nvPr userDrawn="1"/>
          </p:nvSpPr>
          <p:spPr>
            <a:xfrm>
              <a:off x="3200400" y="-2835286"/>
              <a:ext cx="1238864" cy="96932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5" name="Right Brace 4">
              <a:extLst>
                <a:ext uri="{FF2B5EF4-FFF2-40B4-BE49-F238E27FC236}">
                  <a16:creationId xmlns:a16="http://schemas.microsoft.com/office/drawing/2014/main" id="{5A3D7190-2A50-4F75-75EE-F14A6FC285AD}"/>
                </a:ext>
              </a:extLst>
            </p:cNvPr>
            <p:cNvSpPr/>
            <p:nvPr userDrawn="1"/>
          </p:nvSpPr>
          <p:spPr>
            <a:xfrm>
              <a:off x="4073526" y="4059061"/>
              <a:ext cx="655320" cy="2701746"/>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grpSp>
      <p:sp>
        <p:nvSpPr>
          <p:cNvPr id="9" name="Title 1">
            <a:extLst>
              <a:ext uri="{FF2B5EF4-FFF2-40B4-BE49-F238E27FC236}">
                <a16:creationId xmlns:a16="http://schemas.microsoft.com/office/drawing/2014/main" id="{15B4B0CA-F3AA-DA99-FCFB-7A576C2450EC}"/>
              </a:ext>
            </a:extLst>
          </p:cNvPr>
          <p:cNvSpPr>
            <a:spLocks noGrp="1"/>
          </p:cNvSpPr>
          <p:nvPr>
            <p:ph type="title"/>
          </p:nvPr>
        </p:nvSpPr>
        <p:spPr>
          <a:xfrm>
            <a:off x="766430" y="345370"/>
            <a:ext cx="8616980" cy="684000"/>
          </a:xfrm>
        </p:spPr>
        <p:txBody>
          <a:bodyPr lIns="0" tIns="0" rIns="0" bIns="0" anchor="ctr">
            <a:noAutofit/>
          </a:bodyPr>
          <a:lstStyle>
            <a:lvl1pPr algn="ctr">
              <a:defRPr sz="4800">
                <a:solidFill>
                  <a:schemeClr val="bg1"/>
                </a:solidFill>
              </a:defRPr>
            </a:lvl1pPr>
          </a:lstStyle>
          <a:p>
            <a:r>
              <a:rPr lang="en-US" dirty="0"/>
              <a:t>Click to edit Master title style</a:t>
            </a:r>
            <a:endParaRPr lang="en-ZA" dirty="0"/>
          </a:p>
        </p:txBody>
      </p:sp>
    </p:spTree>
    <p:extLst>
      <p:ext uri="{BB962C8B-B14F-4D97-AF65-F5344CB8AC3E}">
        <p14:creationId xmlns:p14="http://schemas.microsoft.com/office/powerpoint/2010/main" val="3023899063"/>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ED104272-4DB3-288B-21F9-DEE6710656BE}"/>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4" name="Footer Placeholder 3">
            <a:extLst>
              <a:ext uri="{FF2B5EF4-FFF2-40B4-BE49-F238E27FC236}">
                <a16:creationId xmlns:a16="http://schemas.microsoft.com/office/drawing/2014/main" id="{1FC8DD0D-4CBB-F39E-9A9B-F0F1082345F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7" name="Rectangle 6">
            <a:extLst>
              <a:ext uri="{FF2B5EF4-FFF2-40B4-BE49-F238E27FC236}">
                <a16:creationId xmlns:a16="http://schemas.microsoft.com/office/drawing/2014/main" id="{8F246FA6-137F-1D2F-5E70-12E74040FE17}"/>
              </a:ext>
            </a:extLst>
          </p:cNvPr>
          <p:cNvSpPr/>
          <p:nvPr/>
        </p:nvSpPr>
        <p:spPr>
          <a:xfrm>
            <a:off x="0" y="0"/>
            <a:ext cx="3200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8E205A93-7F11-0976-C4A0-70026DD8E572}"/>
              </a:ext>
            </a:extLst>
          </p:cNvPr>
          <p:cNvSpPr/>
          <p:nvPr/>
        </p:nvSpPr>
        <p:spPr>
          <a:xfrm>
            <a:off x="3200400" y="0"/>
            <a:ext cx="32004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3ECFDFEF-3ED1-F788-90E6-7CEBFD5733D6}"/>
              </a:ext>
            </a:extLst>
          </p:cNvPr>
          <p:cNvSpPr/>
          <p:nvPr/>
        </p:nvSpPr>
        <p:spPr>
          <a:xfrm>
            <a:off x="6400800" y="0"/>
            <a:ext cx="5791200" cy="6858000"/>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ight Brace 9">
            <a:extLst>
              <a:ext uri="{FF2B5EF4-FFF2-40B4-BE49-F238E27FC236}">
                <a16:creationId xmlns:a16="http://schemas.microsoft.com/office/drawing/2014/main" id="{33A9C1F7-B70A-1F2E-78BF-A1B3E3FF6D9A}"/>
              </a:ext>
            </a:extLst>
          </p:cNvPr>
          <p:cNvSpPr/>
          <p:nvPr/>
        </p:nvSpPr>
        <p:spPr>
          <a:xfrm>
            <a:off x="2827020" y="2529812"/>
            <a:ext cx="655320" cy="3489064"/>
          </a:xfrm>
          <a:prstGeom prst="rightBrace">
            <a:avLst>
              <a:gd name="adj1" fmla="val 136005"/>
              <a:gd name="adj2" fmla="val 49028"/>
            </a:avLst>
          </a:prstGeom>
          <a:solidFill>
            <a:schemeClr val="tx2"/>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3" name="Text Placeholder 12">
            <a:extLst>
              <a:ext uri="{FF2B5EF4-FFF2-40B4-BE49-F238E27FC236}">
                <a16:creationId xmlns:a16="http://schemas.microsoft.com/office/drawing/2014/main" id="{277180BB-24A0-AE41-E3CF-4163A44EB158}"/>
              </a:ext>
            </a:extLst>
          </p:cNvPr>
          <p:cNvSpPr>
            <a:spLocks noGrp="1"/>
          </p:cNvSpPr>
          <p:nvPr>
            <p:ph type="body" sz="quarter" idx="13"/>
          </p:nvPr>
        </p:nvSpPr>
        <p:spPr>
          <a:xfrm>
            <a:off x="1219200" y="759937"/>
            <a:ext cx="7391400" cy="2941637"/>
          </a:xfrm>
        </p:spPr>
        <p:txBody>
          <a:bodyPr>
            <a:noAutofit/>
          </a:bodyPr>
          <a:lstStyle>
            <a:lvl1pPr marL="0" indent="0">
              <a:buNone/>
              <a:defRPr sz="6600">
                <a:solidFill>
                  <a:schemeClr val="bg1"/>
                </a:solidFill>
                <a:latin typeface="+mj-lt"/>
              </a:defRPr>
            </a:lvl1pPr>
            <a:lvl2pPr>
              <a:defRPr sz="4400">
                <a:solidFill>
                  <a:schemeClr val="bg1"/>
                </a:solidFill>
                <a:latin typeface="+mj-lt"/>
              </a:defRPr>
            </a:lvl2pPr>
            <a:lvl3pPr>
              <a:defRPr sz="4000">
                <a:solidFill>
                  <a:schemeClr val="bg1"/>
                </a:solidFill>
                <a:latin typeface="+mj-lt"/>
              </a:defRPr>
            </a:lvl3pPr>
            <a:lvl4pPr>
              <a:defRPr sz="3600">
                <a:solidFill>
                  <a:schemeClr val="bg1"/>
                </a:solidFill>
                <a:latin typeface="+mj-lt"/>
              </a:defRPr>
            </a:lvl4pPr>
            <a:lvl5pPr>
              <a:defRPr sz="3600">
                <a:solidFill>
                  <a:schemeClr val="bg1"/>
                </a:solidFill>
                <a:latin typeface="+mj-lt"/>
              </a:defRPr>
            </a:lvl5pPr>
          </a:lstStyle>
          <a:p>
            <a:pPr lvl="0"/>
            <a:r>
              <a:rPr lang="en-US" dirty="0"/>
              <a:t>Click to edit Master text styles</a:t>
            </a:r>
            <a:endParaRPr lang="en-ZA" dirty="0"/>
          </a:p>
        </p:txBody>
      </p:sp>
      <p:cxnSp>
        <p:nvCxnSpPr>
          <p:cNvPr id="15" name="Straight Connector 14">
            <a:extLst>
              <a:ext uri="{FF2B5EF4-FFF2-40B4-BE49-F238E27FC236}">
                <a16:creationId xmlns:a16="http://schemas.microsoft.com/office/drawing/2014/main" id="{09E4CD09-A226-66A4-D0B6-98CDBCA9DDBC}"/>
              </a:ext>
            </a:extLst>
          </p:cNvPr>
          <p:cNvCxnSpPr/>
          <p:nvPr/>
        </p:nvCxnSpPr>
        <p:spPr>
          <a:xfrm>
            <a:off x="609600" y="639432"/>
            <a:ext cx="0" cy="1890380"/>
          </a:xfrm>
          <a:prstGeom prst="line">
            <a:avLst/>
          </a:prstGeom>
          <a:ln w="57150">
            <a:solidFill>
              <a:srgbClr val="00B0F0"/>
            </a:solidFill>
          </a:ln>
        </p:spPr>
        <p:style>
          <a:lnRef idx="2">
            <a:schemeClr val="accent1"/>
          </a:lnRef>
          <a:fillRef idx="0">
            <a:schemeClr val="accent1"/>
          </a:fillRef>
          <a:effectRef idx="1">
            <a:schemeClr val="accent1"/>
          </a:effectRef>
          <a:fontRef idx="minor">
            <a:schemeClr val="tx1"/>
          </a:fontRef>
        </p:style>
      </p:cxnSp>
      <p:pic>
        <p:nvPicPr>
          <p:cNvPr id="17" name="Graphic 16">
            <a:extLst>
              <a:ext uri="{FF2B5EF4-FFF2-40B4-BE49-F238E27FC236}">
                <a16:creationId xmlns:a16="http://schemas.microsoft.com/office/drawing/2014/main" id="{6C0FCE06-49E9-C32C-E467-2DB15DC6C0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17295" y="4779440"/>
            <a:ext cx="1327785" cy="1576910"/>
          </a:xfrm>
          <a:prstGeom prst="rect">
            <a:avLst/>
          </a:prstGeom>
        </p:spPr>
      </p:pic>
      <p:sp>
        <p:nvSpPr>
          <p:cNvPr id="19" name="Picture Placeholder 18">
            <a:extLst>
              <a:ext uri="{FF2B5EF4-FFF2-40B4-BE49-F238E27FC236}">
                <a16:creationId xmlns:a16="http://schemas.microsoft.com/office/drawing/2014/main" id="{F5821D6A-5681-F190-BD3F-666F06999E97}"/>
              </a:ext>
            </a:extLst>
          </p:cNvPr>
          <p:cNvSpPr>
            <a:spLocks noGrp="1"/>
          </p:cNvSpPr>
          <p:nvPr>
            <p:ph type="pic" sz="quarter" idx="14"/>
          </p:nvPr>
        </p:nvSpPr>
        <p:spPr>
          <a:xfrm>
            <a:off x="6118225" y="639763"/>
            <a:ext cx="5616575" cy="6218237"/>
          </a:xfrm>
        </p:spPr>
        <p:txBody>
          <a:bodyPr/>
          <a:lstStyle/>
          <a:p>
            <a:endParaRPr lang="en-ZA"/>
          </a:p>
        </p:txBody>
      </p:sp>
    </p:spTree>
    <p:extLst>
      <p:ext uri="{BB962C8B-B14F-4D97-AF65-F5344CB8AC3E}">
        <p14:creationId xmlns:p14="http://schemas.microsoft.com/office/powerpoint/2010/main" val="37601156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ED104272-4DB3-288B-21F9-DEE6710656BE}"/>
              </a:ext>
            </a:extLst>
          </p:cNvPr>
          <p:cNvSpPr>
            <a:spLocks noGrp="1"/>
          </p:cNvSpPr>
          <p:nvPr>
            <p:ph type="dt" sz="half" idx="10"/>
          </p:nvPr>
        </p:nvSpPr>
        <p:spPr/>
        <p:txBody>
          <a:bodyPr/>
          <a:lstStyle/>
          <a:p>
            <a:fld id="{2F0024F3-716D-4858-A47B-A94DB0594318}" type="datetimeFigureOut">
              <a:rPr lang="en-ZA" smtClean="0"/>
              <a:t>2026/05/11</a:t>
            </a:fld>
            <a:endParaRPr lang="en-ZA"/>
          </a:p>
        </p:txBody>
      </p:sp>
      <p:sp>
        <p:nvSpPr>
          <p:cNvPr id="4" name="Footer Placeholder 3">
            <a:extLst>
              <a:ext uri="{FF2B5EF4-FFF2-40B4-BE49-F238E27FC236}">
                <a16:creationId xmlns:a16="http://schemas.microsoft.com/office/drawing/2014/main" id="{1FC8DD0D-4CBB-F39E-9A9B-F0F1082345F7}"/>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7" name="Rectangle 6">
            <a:extLst>
              <a:ext uri="{FF2B5EF4-FFF2-40B4-BE49-F238E27FC236}">
                <a16:creationId xmlns:a16="http://schemas.microsoft.com/office/drawing/2014/main" id="{8F246FA6-137F-1D2F-5E70-12E74040FE17}"/>
              </a:ext>
            </a:extLst>
          </p:cNvPr>
          <p:cNvSpPr/>
          <p:nvPr/>
        </p:nvSpPr>
        <p:spPr>
          <a:xfrm>
            <a:off x="0" y="0"/>
            <a:ext cx="3200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8" name="Rectangle 7">
            <a:extLst>
              <a:ext uri="{FF2B5EF4-FFF2-40B4-BE49-F238E27FC236}">
                <a16:creationId xmlns:a16="http://schemas.microsoft.com/office/drawing/2014/main" id="{8E205A93-7F11-0976-C4A0-70026DD8E572}"/>
              </a:ext>
            </a:extLst>
          </p:cNvPr>
          <p:cNvSpPr/>
          <p:nvPr/>
        </p:nvSpPr>
        <p:spPr>
          <a:xfrm>
            <a:off x="3200400" y="0"/>
            <a:ext cx="32004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Rectangle 8">
            <a:extLst>
              <a:ext uri="{FF2B5EF4-FFF2-40B4-BE49-F238E27FC236}">
                <a16:creationId xmlns:a16="http://schemas.microsoft.com/office/drawing/2014/main" id="{3ECFDFEF-3ED1-F788-90E6-7CEBFD5733D6}"/>
              </a:ext>
            </a:extLst>
          </p:cNvPr>
          <p:cNvSpPr/>
          <p:nvPr/>
        </p:nvSpPr>
        <p:spPr>
          <a:xfrm>
            <a:off x="6400800" y="0"/>
            <a:ext cx="57912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0" name="Right Brace 9">
            <a:extLst>
              <a:ext uri="{FF2B5EF4-FFF2-40B4-BE49-F238E27FC236}">
                <a16:creationId xmlns:a16="http://schemas.microsoft.com/office/drawing/2014/main" id="{33A9C1F7-B70A-1F2E-78BF-A1B3E3FF6D9A}"/>
              </a:ext>
            </a:extLst>
          </p:cNvPr>
          <p:cNvSpPr/>
          <p:nvPr/>
        </p:nvSpPr>
        <p:spPr>
          <a:xfrm>
            <a:off x="2827020" y="2529812"/>
            <a:ext cx="655320" cy="3489064"/>
          </a:xfrm>
          <a:prstGeom prst="rightBrace">
            <a:avLst>
              <a:gd name="adj1" fmla="val 136005"/>
              <a:gd name="adj2" fmla="val 49028"/>
            </a:avLst>
          </a:prstGeom>
          <a:solidFill>
            <a:schemeClr val="tx2"/>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p:nvSpPr>
        <p:spPr>
          <a:xfrm>
            <a:off x="6019800" y="2529812"/>
            <a:ext cx="655320" cy="3489064"/>
          </a:xfrm>
          <a:prstGeom prst="rightBrace">
            <a:avLst>
              <a:gd name="adj1" fmla="val 136005"/>
              <a:gd name="adj2" fmla="val 49028"/>
            </a:avLst>
          </a:prstGeom>
          <a:solidFill>
            <a:schemeClr val="bg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20028905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205A93-7F11-0976-C4A0-70026DD8E572}"/>
              </a:ext>
            </a:extLst>
          </p:cNvPr>
          <p:cNvSpPr/>
          <p:nvPr/>
        </p:nvSpPr>
        <p:spPr>
          <a:xfrm>
            <a:off x="0" y="0"/>
            <a:ext cx="6400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3" name="Picture 12">
            <a:extLst>
              <a:ext uri="{FF2B5EF4-FFF2-40B4-BE49-F238E27FC236}">
                <a16:creationId xmlns:a16="http://schemas.microsoft.com/office/drawing/2014/main" id="{53F27F6E-68FB-C893-931C-A2A109602E02}"/>
              </a:ext>
            </a:extLst>
          </p:cNvPr>
          <p:cNvPicPr>
            <a:picLocks noChangeAspect="1"/>
          </p:cNvPicPr>
          <p:nvPr/>
        </p:nvPicPr>
        <p:blipFill>
          <a:blip r:embed="rId2">
            <a:alphaModFix amt="12000"/>
            <a:extLst>
              <a:ext uri="{28A0092B-C50C-407E-A947-70E740481C1C}">
                <a14:useLocalDpi xmlns:a14="http://schemas.microsoft.com/office/drawing/2010/main" val="0"/>
              </a:ext>
            </a:extLst>
          </a:blip>
          <a:srcRect l="41743" t="15491" b="15491"/>
          <a:stretch/>
        </p:blipFill>
        <p:spPr>
          <a:xfrm>
            <a:off x="-104538" y="0"/>
            <a:ext cx="5791200" cy="6858000"/>
          </a:xfrm>
          <a:prstGeom prst="rect">
            <a:avLst/>
          </a:prstGeom>
          <a:effectLst/>
        </p:spPr>
      </p:pic>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a:xfrm>
            <a:off x="838200" y="2589876"/>
            <a:ext cx="4937760" cy="1325563"/>
          </a:xfrm>
        </p:spPr>
        <p:txBody>
          <a:bodyPr>
            <a:noAutofit/>
          </a:bodyPr>
          <a:lstStyle>
            <a:lvl1pPr>
              <a:defRPr sz="8000">
                <a:solidFill>
                  <a:schemeClr val="bg1"/>
                </a:solidFill>
              </a:defRPr>
            </a:lvl1pPr>
          </a:lstStyle>
          <a:p>
            <a:r>
              <a:rPr lang="en-US" dirty="0"/>
              <a:t>Click to edit Master title style</a:t>
            </a:r>
            <a:endParaRPr lang="en-ZA" dirty="0"/>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9" name="Rectangle 8">
            <a:extLst>
              <a:ext uri="{FF2B5EF4-FFF2-40B4-BE49-F238E27FC236}">
                <a16:creationId xmlns:a16="http://schemas.microsoft.com/office/drawing/2014/main" id="{3ECFDFEF-3ED1-F788-90E6-7CEBFD5733D6}"/>
              </a:ext>
            </a:extLst>
          </p:cNvPr>
          <p:cNvSpPr/>
          <p:nvPr/>
        </p:nvSpPr>
        <p:spPr>
          <a:xfrm>
            <a:off x="6400800" y="0"/>
            <a:ext cx="5791200" cy="6858000"/>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9648571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205A93-7F11-0976-C4A0-70026DD8E572}"/>
              </a:ext>
            </a:extLst>
          </p:cNvPr>
          <p:cNvSpPr/>
          <p:nvPr/>
        </p:nvSpPr>
        <p:spPr>
          <a:xfrm>
            <a:off x="0" y="0"/>
            <a:ext cx="64008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3" name="Picture 12">
            <a:extLst>
              <a:ext uri="{FF2B5EF4-FFF2-40B4-BE49-F238E27FC236}">
                <a16:creationId xmlns:a16="http://schemas.microsoft.com/office/drawing/2014/main" id="{53F27F6E-68FB-C893-931C-A2A109602E02}"/>
              </a:ext>
            </a:extLst>
          </p:cNvPr>
          <p:cNvPicPr>
            <a:picLocks noChangeAspect="1"/>
          </p:cNvPicPr>
          <p:nvPr/>
        </p:nvPicPr>
        <p:blipFill>
          <a:blip r:embed="rId2">
            <a:alphaModFix amt="12000"/>
            <a:extLst>
              <a:ext uri="{28A0092B-C50C-407E-A947-70E740481C1C}">
                <a14:useLocalDpi xmlns:a14="http://schemas.microsoft.com/office/drawing/2010/main" val="0"/>
              </a:ext>
            </a:extLst>
          </a:blip>
          <a:srcRect l="41743" t="15491" b="15491"/>
          <a:stretch/>
        </p:blipFill>
        <p:spPr>
          <a:xfrm>
            <a:off x="-104538" y="0"/>
            <a:ext cx="5791200" cy="6858000"/>
          </a:xfrm>
          <a:prstGeom prst="rect">
            <a:avLst/>
          </a:prstGeom>
          <a:effectLst/>
        </p:spPr>
      </p:pic>
      <p:sp>
        <p:nvSpPr>
          <p:cNvPr id="2" name="Title 1">
            <a:extLst>
              <a:ext uri="{FF2B5EF4-FFF2-40B4-BE49-F238E27FC236}">
                <a16:creationId xmlns:a16="http://schemas.microsoft.com/office/drawing/2014/main" id="{B7F4471A-C296-0823-504B-AA54C1E8DDFC}"/>
              </a:ext>
            </a:extLst>
          </p:cNvPr>
          <p:cNvSpPr>
            <a:spLocks noGrp="1"/>
          </p:cNvSpPr>
          <p:nvPr>
            <p:ph type="title"/>
          </p:nvPr>
        </p:nvSpPr>
        <p:spPr>
          <a:xfrm>
            <a:off x="838200" y="2589876"/>
            <a:ext cx="4937760" cy="1325563"/>
          </a:xfrm>
        </p:spPr>
        <p:txBody>
          <a:bodyPr>
            <a:noAutofit/>
          </a:bodyPr>
          <a:lstStyle>
            <a:lvl1pPr>
              <a:defRPr sz="8000">
                <a:solidFill>
                  <a:schemeClr val="bg1"/>
                </a:solidFill>
              </a:defRPr>
            </a:lvl1pPr>
          </a:lstStyle>
          <a:p>
            <a:r>
              <a:rPr lang="en-US" dirty="0"/>
              <a:t>Click to edit Master title style</a:t>
            </a:r>
            <a:endParaRPr lang="en-ZA" dirty="0"/>
          </a:p>
        </p:txBody>
      </p:sp>
      <p:sp>
        <p:nvSpPr>
          <p:cNvPr id="5" name="Slide Number Placeholder 4">
            <a:extLst>
              <a:ext uri="{FF2B5EF4-FFF2-40B4-BE49-F238E27FC236}">
                <a16:creationId xmlns:a16="http://schemas.microsoft.com/office/drawing/2014/main" id="{4A808768-5AAE-1124-600D-CF4D7BB7230D}"/>
              </a:ext>
            </a:extLst>
          </p:cNvPr>
          <p:cNvSpPr>
            <a:spLocks noGrp="1"/>
          </p:cNvSpPr>
          <p:nvPr>
            <p:ph type="sldNum" sz="quarter" idx="12"/>
          </p:nvPr>
        </p:nvSpPr>
        <p:spPr/>
        <p:txBody>
          <a:bodyPr/>
          <a:lstStyle/>
          <a:p>
            <a:fld id="{1364E149-6B8E-4F8F-B4E5-14C644F62B3E}" type="slidenum">
              <a:rPr lang="en-ZA" smtClean="0"/>
              <a:t>‹#›</a:t>
            </a:fld>
            <a:endParaRPr lang="en-ZA"/>
          </a:p>
        </p:txBody>
      </p:sp>
      <p:sp>
        <p:nvSpPr>
          <p:cNvPr id="9" name="Rectangle 8">
            <a:extLst>
              <a:ext uri="{FF2B5EF4-FFF2-40B4-BE49-F238E27FC236}">
                <a16:creationId xmlns:a16="http://schemas.microsoft.com/office/drawing/2014/main" id="{3ECFDFEF-3ED1-F788-90E6-7CEBFD5733D6}"/>
              </a:ext>
            </a:extLst>
          </p:cNvPr>
          <p:cNvSpPr/>
          <p:nvPr/>
        </p:nvSpPr>
        <p:spPr>
          <a:xfrm>
            <a:off x="6400800" y="0"/>
            <a:ext cx="579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Right Brace 10">
            <a:extLst>
              <a:ext uri="{FF2B5EF4-FFF2-40B4-BE49-F238E27FC236}">
                <a16:creationId xmlns:a16="http://schemas.microsoft.com/office/drawing/2014/main" id="{793589C7-D9A6-8850-43AC-1760A5310F2D}"/>
              </a:ext>
            </a:extLst>
          </p:cNvPr>
          <p:cNvSpPr/>
          <p:nvPr/>
        </p:nvSpPr>
        <p:spPr>
          <a:xfrm>
            <a:off x="6019800" y="2529812"/>
            <a:ext cx="655320" cy="3489064"/>
          </a:xfrm>
          <a:prstGeom prst="rightBrace">
            <a:avLst>
              <a:gd name="adj1" fmla="val 136005"/>
              <a:gd name="adj2" fmla="val 49028"/>
            </a:avLst>
          </a:prstGeom>
          <a:solidFill>
            <a:schemeClr val="accent1"/>
          </a:solidFill>
          <a:ln>
            <a:no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ZA"/>
          </a:p>
        </p:txBody>
      </p:sp>
    </p:spTree>
    <p:extLst>
      <p:ext uri="{BB962C8B-B14F-4D97-AF65-F5344CB8AC3E}">
        <p14:creationId xmlns:p14="http://schemas.microsoft.com/office/powerpoint/2010/main" val="37078255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A4A866-6991-C6DB-63B2-89D87C81C4CA}"/>
              </a:ext>
            </a:extLst>
          </p:cNvPr>
          <p:cNvSpPr/>
          <p:nvPr/>
        </p:nvSpPr>
        <p:spPr>
          <a:xfrm>
            <a:off x="0" y="0"/>
            <a:ext cx="5289630" cy="440995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Rectangle 2">
            <a:extLst>
              <a:ext uri="{FF2B5EF4-FFF2-40B4-BE49-F238E27FC236}">
                <a16:creationId xmlns:a16="http://schemas.microsoft.com/office/drawing/2014/main" id="{F2275CE5-8A00-5D82-748F-46F3EE013F32}"/>
              </a:ext>
            </a:extLst>
          </p:cNvPr>
          <p:cNvSpPr/>
          <p:nvPr/>
        </p:nvSpPr>
        <p:spPr>
          <a:xfrm>
            <a:off x="0" y="4409954"/>
            <a:ext cx="5289630" cy="244804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Picture Placeholder 6">
            <a:extLst>
              <a:ext uri="{FF2B5EF4-FFF2-40B4-BE49-F238E27FC236}">
                <a16:creationId xmlns:a16="http://schemas.microsoft.com/office/drawing/2014/main" id="{208045D3-AC78-47A3-4350-79D7A9F83671}"/>
              </a:ext>
            </a:extLst>
          </p:cNvPr>
          <p:cNvSpPr>
            <a:spLocks noGrp="1"/>
          </p:cNvSpPr>
          <p:nvPr>
            <p:ph type="pic" sz="quarter" idx="10"/>
          </p:nvPr>
        </p:nvSpPr>
        <p:spPr>
          <a:xfrm>
            <a:off x="5289550" y="0"/>
            <a:ext cx="6902450" cy="6858000"/>
          </a:xfrm>
        </p:spPr>
        <p:txBody>
          <a:bodyPr/>
          <a:lstStyle/>
          <a:p>
            <a:endParaRPr lang="en-ZA"/>
          </a:p>
        </p:txBody>
      </p:sp>
      <p:pic>
        <p:nvPicPr>
          <p:cNvPr id="6" name="Graphic 5">
            <a:extLst>
              <a:ext uri="{FF2B5EF4-FFF2-40B4-BE49-F238E27FC236}">
                <a16:creationId xmlns:a16="http://schemas.microsoft.com/office/drawing/2014/main" id="{80318BD5-A4D5-F903-5134-BFA7073019A9}"/>
              </a:ext>
            </a:extLst>
          </p:cNvPr>
          <p:cNvPicPr>
            <a:picLocks noChangeAspect="1"/>
          </p:cNvPicPr>
          <p:nvPr/>
        </p:nvPicPr>
        <p:blipFill>
          <a:blip>
            <a:extLst>
              <a:ext uri="{96DAC541-7B7A-43D3-8B79-37D633B846F1}">
                <asvg:svgBlip xmlns:asvg="http://schemas.microsoft.com/office/drawing/2016/SVG/main" r:embed="rId2"/>
              </a:ext>
            </a:extLst>
          </a:blip>
          <a:srcRect r="70186"/>
          <a:stretch/>
        </p:blipFill>
        <p:spPr>
          <a:xfrm>
            <a:off x="11285221" y="236440"/>
            <a:ext cx="494424" cy="636685"/>
          </a:xfrm>
          <a:prstGeom prst="rect">
            <a:avLst/>
          </a:prstGeom>
        </p:spPr>
      </p:pic>
      <p:sp>
        <p:nvSpPr>
          <p:cNvPr id="9" name="Text Placeholder 8">
            <a:extLst>
              <a:ext uri="{FF2B5EF4-FFF2-40B4-BE49-F238E27FC236}">
                <a16:creationId xmlns:a16="http://schemas.microsoft.com/office/drawing/2014/main" id="{B6BD30D4-1D98-51FE-3FF8-2FBA3409ECD8}"/>
              </a:ext>
            </a:extLst>
          </p:cNvPr>
          <p:cNvSpPr>
            <a:spLocks noGrp="1"/>
          </p:cNvSpPr>
          <p:nvPr>
            <p:ph type="body" sz="quarter" idx="11"/>
          </p:nvPr>
        </p:nvSpPr>
        <p:spPr>
          <a:xfrm>
            <a:off x="517524" y="873125"/>
            <a:ext cx="7224395" cy="2784475"/>
          </a:xfrm>
        </p:spPr>
        <p:txBody>
          <a:bodyPr>
            <a:noAutofit/>
          </a:bodyPr>
          <a:lstStyle>
            <a:lvl1pPr marL="0" indent="0">
              <a:buNone/>
              <a:defRPr sz="7200">
                <a:solidFill>
                  <a:schemeClr val="bg1"/>
                </a:solidFill>
                <a:latin typeface="+mj-lt"/>
              </a:defRPr>
            </a:lvl1pPr>
            <a:lvl2pPr>
              <a:defRPr sz="5400">
                <a:latin typeface="+mj-lt"/>
              </a:defRPr>
            </a:lvl2pPr>
            <a:lvl3pPr>
              <a:defRPr sz="4800">
                <a:latin typeface="+mj-lt"/>
              </a:defRPr>
            </a:lvl3pPr>
            <a:lvl4pPr>
              <a:defRPr sz="4400">
                <a:latin typeface="+mj-lt"/>
              </a:defRPr>
            </a:lvl4pPr>
            <a:lvl5pPr>
              <a:defRPr sz="4400">
                <a:latin typeface="+mj-lt"/>
              </a:defRPr>
            </a:lvl5pPr>
          </a:lstStyle>
          <a:p>
            <a:pPr lvl="0"/>
            <a:r>
              <a:rPr lang="en-US" dirty="0"/>
              <a:t>Click to edit Master text styles</a:t>
            </a:r>
            <a:endParaRPr lang="en-ZA" dirty="0"/>
          </a:p>
        </p:txBody>
      </p:sp>
      <p:sp>
        <p:nvSpPr>
          <p:cNvPr id="11" name="Text Placeholder 10">
            <a:extLst>
              <a:ext uri="{FF2B5EF4-FFF2-40B4-BE49-F238E27FC236}">
                <a16:creationId xmlns:a16="http://schemas.microsoft.com/office/drawing/2014/main" id="{53760D0A-B49B-4A0E-BCC8-EDFBAEB246A3}"/>
              </a:ext>
            </a:extLst>
          </p:cNvPr>
          <p:cNvSpPr>
            <a:spLocks noGrp="1"/>
          </p:cNvSpPr>
          <p:nvPr>
            <p:ph type="body" sz="quarter" idx="12"/>
          </p:nvPr>
        </p:nvSpPr>
        <p:spPr>
          <a:xfrm>
            <a:off x="517525" y="5089525"/>
            <a:ext cx="4054475" cy="1204913"/>
          </a:xfrm>
        </p:spPr>
        <p:txBody>
          <a:bodyPr>
            <a:noAutofit/>
          </a:bodyPr>
          <a:lstStyle>
            <a:lvl1pPr marL="0" indent="0">
              <a:buNone/>
              <a:defRPr sz="2000">
                <a:solidFill>
                  <a:schemeClr val="bg1"/>
                </a:solidFill>
              </a:defRPr>
            </a:lvl1pPr>
            <a:lvl2pPr marL="457200" indent="0">
              <a:buNone/>
              <a:defRPr sz="1800">
                <a:solidFill>
                  <a:schemeClr val="bg1"/>
                </a:solidFill>
              </a:defRPr>
            </a:lvl2pPr>
            <a:lvl3pPr marL="914400" indent="0">
              <a:buNone/>
              <a:defRPr sz="16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Tree>
    <p:extLst>
      <p:ext uri="{BB962C8B-B14F-4D97-AF65-F5344CB8AC3E}">
        <p14:creationId xmlns:p14="http://schemas.microsoft.com/office/powerpoint/2010/main" val="3963485716"/>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le and Bod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D215AD-7353-6FBF-BFE9-39CBFE49C9D3}"/>
              </a:ext>
            </a:extLst>
          </p:cNvPr>
          <p:cNvSpPr/>
          <p:nvPr/>
        </p:nvSpPr>
        <p:spPr>
          <a:xfrm>
            <a:off x="0" y="0"/>
            <a:ext cx="12192000" cy="1238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14" name="Graphic 13">
            <a:extLst>
              <a:ext uri="{FF2B5EF4-FFF2-40B4-BE49-F238E27FC236}">
                <a16:creationId xmlns:a16="http://schemas.microsoft.com/office/drawing/2014/main" id="{B395F87C-D889-E81B-F7F8-0D19CCA5CA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33702" y="-1"/>
            <a:ext cx="1858298" cy="1238865"/>
          </a:xfrm>
          <a:prstGeom prst="rect">
            <a:avLst/>
          </a:prstGeom>
        </p:spPr>
      </p:pic>
      <p:sp>
        <p:nvSpPr>
          <p:cNvPr id="8" name="Title 1">
            <a:extLst>
              <a:ext uri="{FF2B5EF4-FFF2-40B4-BE49-F238E27FC236}">
                <a16:creationId xmlns:a16="http://schemas.microsoft.com/office/drawing/2014/main" id="{51289552-338F-C010-768D-0D27954807A6}"/>
              </a:ext>
            </a:extLst>
          </p:cNvPr>
          <p:cNvSpPr>
            <a:spLocks noGrp="1"/>
          </p:cNvSpPr>
          <p:nvPr>
            <p:ph type="title"/>
          </p:nvPr>
        </p:nvSpPr>
        <p:spPr>
          <a:xfrm>
            <a:off x="1510635" y="345370"/>
            <a:ext cx="8616979" cy="684000"/>
          </a:xfrm>
        </p:spPr>
        <p:txBody>
          <a:bodyPr lIns="0" tIns="0" rIns="0" bIns="0" anchor="ctr">
            <a:noAutofit/>
          </a:bodyPr>
          <a:lstStyle>
            <a:lvl1pPr>
              <a:defRPr sz="4800">
                <a:solidFill>
                  <a:schemeClr val="bg1"/>
                </a:solidFill>
              </a:defRPr>
            </a:lvl1pPr>
          </a:lstStyle>
          <a:p>
            <a:r>
              <a:rPr lang="en-US" dirty="0"/>
              <a:t>Click to edit Master title style</a:t>
            </a:r>
            <a:endParaRPr lang="en-ZA" dirty="0"/>
          </a:p>
        </p:txBody>
      </p:sp>
      <p:sp>
        <p:nvSpPr>
          <p:cNvPr id="10" name="Footer Placeholder 3">
            <a:extLst>
              <a:ext uri="{FF2B5EF4-FFF2-40B4-BE49-F238E27FC236}">
                <a16:creationId xmlns:a16="http://schemas.microsoft.com/office/drawing/2014/main" id="{33CF1D06-20E6-0BD1-8963-A367328EEA04}"/>
              </a:ext>
            </a:extLst>
          </p:cNvPr>
          <p:cNvSpPr>
            <a:spLocks noGrp="1"/>
          </p:cNvSpPr>
          <p:nvPr>
            <p:ph type="ftr" sz="quarter" idx="11"/>
          </p:nvPr>
        </p:nvSpPr>
        <p:spPr>
          <a:xfrm>
            <a:off x="1510635" y="6165602"/>
            <a:ext cx="4114800" cy="402838"/>
          </a:xfrm>
        </p:spPr>
        <p:txBody>
          <a:bodyPr lIns="0"/>
          <a:lstStyle>
            <a:lvl1pPr algn="l">
              <a:defRPr/>
            </a:lvl1pPr>
          </a:lstStyle>
          <a:p>
            <a:r>
              <a:rPr lang="en-ZA" dirty="0"/>
              <a:t>eduvos.com</a:t>
            </a:r>
          </a:p>
        </p:txBody>
      </p:sp>
      <p:sp>
        <p:nvSpPr>
          <p:cNvPr id="11" name="Slide Number Placeholder 4">
            <a:extLst>
              <a:ext uri="{FF2B5EF4-FFF2-40B4-BE49-F238E27FC236}">
                <a16:creationId xmlns:a16="http://schemas.microsoft.com/office/drawing/2014/main" id="{1B2F4197-06CD-A4DE-DF14-5BED4591BD3B}"/>
              </a:ext>
            </a:extLst>
          </p:cNvPr>
          <p:cNvSpPr>
            <a:spLocks noGrp="1"/>
          </p:cNvSpPr>
          <p:nvPr>
            <p:ph type="sldNum" sz="quarter" idx="12"/>
          </p:nvPr>
        </p:nvSpPr>
        <p:spPr>
          <a:xfrm>
            <a:off x="10937558" y="6165602"/>
            <a:ext cx="738505" cy="365125"/>
          </a:xfrm>
        </p:spPr>
        <p:txBody>
          <a:bodyPr rIns="0"/>
          <a:lstStyle/>
          <a:p>
            <a:fld id="{C45CFD10-50C9-47C7-9308-AA126F3F89FE}" type="slidenum">
              <a:rPr lang="en-ZA" smtClean="0"/>
              <a:t>‹#›</a:t>
            </a:fld>
            <a:endParaRPr lang="en-ZA"/>
          </a:p>
        </p:txBody>
      </p:sp>
      <p:pic>
        <p:nvPicPr>
          <p:cNvPr id="12" name="Graphic 11">
            <a:extLst>
              <a:ext uri="{FF2B5EF4-FFF2-40B4-BE49-F238E27FC236}">
                <a16:creationId xmlns:a16="http://schemas.microsoft.com/office/drawing/2014/main" id="{CA836988-02BD-DCE4-CA73-61F655A55FFB}"/>
              </a:ext>
            </a:extLst>
          </p:cNvPr>
          <p:cNvPicPr>
            <a:picLocks noChangeAspect="1"/>
          </p:cNvPicPr>
          <p:nvPr/>
        </p:nvPicPr>
        <p:blipFill>
          <a:blip>
            <a:extLst>
              <a:ext uri="{96DAC541-7B7A-43D3-8B79-37D633B846F1}">
                <asvg:svgBlip xmlns:asvg="http://schemas.microsoft.com/office/drawing/2016/SVG/main" r:embed="rId3"/>
              </a:ext>
            </a:extLst>
          </a:blip>
          <a:srcRect r="70186"/>
          <a:stretch/>
        </p:blipFill>
        <p:spPr>
          <a:xfrm>
            <a:off x="630146" y="236440"/>
            <a:ext cx="494424" cy="636685"/>
          </a:xfrm>
          <a:prstGeom prst="rect">
            <a:avLst/>
          </a:prstGeom>
        </p:spPr>
      </p:pic>
      <p:sp>
        <p:nvSpPr>
          <p:cNvPr id="13" name="Text Placeholder 8">
            <a:extLst>
              <a:ext uri="{FF2B5EF4-FFF2-40B4-BE49-F238E27FC236}">
                <a16:creationId xmlns:a16="http://schemas.microsoft.com/office/drawing/2014/main" id="{8AF9ABA7-79CB-F9DA-B066-A164C732FFDD}"/>
              </a:ext>
            </a:extLst>
          </p:cNvPr>
          <p:cNvSpPr>
            <a:spLocks noGrp="1"/>
          </p:cNvSpPr>
          <p:nvPr>
            <p:ph type="body" sz="quarter" idx="13"/>
          </p:nvPr>
        </p:nvSpPr>
        <p:spPr>
          <a:xfrm>
            <a:off x="1510635" y="1621546"/>
            <a:ext cx="9426923" cy="4038986"/>
          </a:xfrm>
        </p:spPr>
        <p:txBody>
          <a:bodyPr/>
          <a:lstStyle>
            <a:lvl2pPr marL="541338" indent="-342900">
              <a:buFont typeface="Arial" panose="020B0604020202020204" pitchFamily="34" charset="0"/>
              <a:buChar char="•"/>
              <a:defRPr/>
            </a:lvl2pPr>
            <a:lvl3pPr marL="895350" indent="-342900">
              <a:buFont typeface="Wingdings" panose="05000000000000000000" pitchFamily="2" charset="2"/>
              <a:buChar char="§"/>
              <a:defRPr/>
            </a:lvl3pPr>
            <a:lvl4pPr marL="1258888" indent="-342900">
              <a:buFont typeface="Courier New" panose="02070309020205020404" pitchFamily="49" charset="0"/>
              <a:buChar char="o"/>
              <a:defRPr/>
            </a:lvl4pPr>
            <a:lvl5pPr marL="1258888" indent="-3429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grpSp>
        <p:nvGrpSpPr>
          <p:cNvPr id="18" name="Group 17">
            <a:extLst>
              <a:ext uri="{FF2B5EF4-FFF2-40B4-BE49-F238E27FC236}">
                <a16:creationId xmlns:a16="http://schemas.microsoft.com/office/drawing/2014/main" id="{2FD65F46-A884-065C-FF51-5A15A9F869B2}"/>
              </a:ext>
            </a:extLst>
          </p:cNvPr>
          <p:cNvGrpSpPr/>
          <p:nvPr/>
        </p:nvGrpSpPr>
        <p:grpSpPr>
          <a:xfrm>
            <a:off x="-228000" y="6613460"/>
            <a:ext cx="12420000" cy="256116"/>
            <a:chOff x="1934840" y="6601883"/>
            <a:chExt cx="12092580" cy="245079"/>
          </a:xfrm>
        </p:grpSpPr>
        <p:sp>
          <p:nvSpPr>
            <p:cNvPr id="19" name="Freeform: Shape 18">
              <a:extLst>
                <a:ext uri="{FF2B5EF4-FFF2-40B4-BE49-F238E27FC236}">
                  <a16:creationId xmlns:a16="http://schemas.microsoft.com/office/drawing/2014/main" id="{110F151D-A9F5-978E-FD3B-B1698EEE1AB9}"/>
                </a:ext>
              </a:extLst>
            </p:cNvPr>
            <p:cNvSpPr/>
            <p:nvPr/>
          </p:nvSpPr>
          <p:spPr>
            <a:xfrm>
              <a:off x="1934840"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E6E6E6"/>
            </a:solidFill>
            <a:ln w="2699" cap="flat">
              <a:noFill/>
              <a:prstDash val="solid"/>
              <a:miter/>
            </a:ln>
          </p:spPr>
          <p:txBody>
            <a:bodyPr rtlCol="0" anchor="ctr"/>
            <a:lstStyle/>
            <a:p>
              <a:endParaRPr lang="en-ZA"/>
            </a:p>
          </p:txBody>
        </p:sp>
        <p:sp>
          <p:nvSpPr>
            <p:cNvPr id="20" name="Freeform: Shape 19">
              <a:extLst>
                <a:ext uri="{FF2B5EF4-FFF2-40B4-BE49-F238E27FC236}">
                  <a16:creationId xmlns:a16="http://schemas.microsoft.com/office/drawing/2014/main" id="{6DFBBF60-DA6D-E3A3-9620-B5304FA8FECF}"/>
                </a:ext>
              </a:extLst>
            </p:cNvPr>
            <p:cNvSpPr/>
            <p:nvPr/>
          </p:nvSpPr>
          <p:spPr>
            <a:xfrm>
              <a:off x="2176665" y="6605083"/>
              <a:ext cx="241878" cy="241879"/>
            </a:xfrm>
            <a:custGeom>
              <a:avLst/>
              <a:gdLst>
                <a:gd name="connsiteX0" fmla="*/ 243278 w 243278"/>
                <a:gd name="connsiteY0" fmla="*/ 0 h 243278"/>
                <a:gd name="connsiteX1" fmla="*/ 0 w 243278"/>
                <a:gd name="connsiteY1" fmla="*/ 0 h 243278"/>
                <a:gd name="connsiteX2" fmla="*/ 0 w 243278"/>
                <a:gd name="connsiteY2" fmla="*/ 243278 h 243278"/>
                <a:gd name="connsiteX3" fmla="*/ 243278 w 243278"/>
                <a:gd name="connsiteY3" fmla="*/ 243278 h 243278"/>
                <a:gd name="connsiteX4" fmla="*/ 243278 w 243278"/>
                <a:gd name="connsiteY4" fmla="*/ 0 h 24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278" h="243278">
                  <a:moveTo>
                    <a:pt x="243278" y="0"/>
                  </a:moveTo>
                  <a:lnTo>
                    <a:pt x="0" y="0"/>
                  </a:lnTo>
                  <a:lnTo>
                    <a:pt x="0" y="243278"/>
                  </a:lnTo>
                  <a:lnTo>
                    <a:pt x="243278" y="243278"/>
                  </a:lnTo>
                  <a:lnTo>
                    <a:pt x="243278" y="0"/>
                  </a:lnTo>
                  <a:close/>
                </a:path>
              </a:pathLst>
            </a:custGeom>
            <a:solidFill>
              <a:srgbClr val="CFAD80"/>
            </a:solidFill>
            <a:ln w="2699" cap="flat">
              <a:noFill/>
              <a:prstDash val="solid"/>
              <a:miter/>
            </a:ln>
          </p:spPr>
          <p:txBody>
            <a:bodyPr rtlCol="0" anchor="ctr"/>
            <a:lstStyle/>
            <a:p>
              <a:endParaRPr lang="en-ZA"/>
            </a:p>
          </p:txBody>
        </p:sp>
        <p:sp>
          <p:nvSpPr>
            <p:cNvPr id="23" name="Freeform: Shape 22">
              <a:extLst>
                <a:ext uri="{FF2B5EF4-FFF2-40B4-BE49-F238E27FC236}">
                  <a16:creationId xmlns:a16="http://schemas.microsoft.com/office/drawing/2014/main" id="{D31ABB92-4C00-DAF3-5C30-4A315A498BD5}"/>
                </a:ext>
              </a:extLst>
            </p:cNvPr>
            <p:cNvSpPr/>
            <p:nvPr/>
          </p:nvSpPr>
          <p:spPr>
            <a:xfrm>
              <a:off x="2176665" y="6605083"/>
              <a:ext cx="241878" cy="241879"/>
            </a:xfrm>
            <a:custGeom>
              <a:avLst/>
              <a:gdLst>
                <a:gd name="connsiteX0" fmla="*/ 0 w 243278"/>
                <a:gd name="connsiteY0" fmla="*/ 243251 h 243278"/>
                <a:gd name="connsiteX1" fmla="*/ 243278 w 243278"/>
                <a:gd name="connsiteY1" fmla="*/ 0 h 243278"/>
                <a:gd name="connsiteX2" fmla="*/ 0 w 243278"/>
                <a:gd name="connsiteY2" fmla="*/ 0 h 243278"/>
                <a:gd name="connsiteX3" fmla="*/ 0 w 243278"/>
                <a:gd name="connsiteY3" fmla="*/ 243278 h 243278"/>
              </a:gdLst>
              <a:ahLst/>
              <a:cxnLst>
                <a:cxn ang="0">
                  <a:pos x="connsiteX0" y="connsiteY0"/>
                </a:cxn>
                <a:cxn ang="0">
                  <a:pos x="connsiteX1" y="connsiteY1"/>
                </a:cxn>
                <a:cxn ang="0">
                  <a:pos x="connsiteX2" y="connsiteY2"/>
                </a:cxn>
                <a:cxn ang="0">
                  <a:pos x="connsiteX3" y="connsiteY3"/>
                </a:cxn>
              </a:cxnLst>
              <a:rect l="l" t="t" r="r" b="b"/>
              <a:pathLst>
                <a:path w="243278" h="243278">
                  <a:moveTo>
                    <a:pt x="0" y="243251"/>
                  </a:moveTo>
                  <a:lnTo>
                    <a:pt x="243278" y="0"/>
                  </a:lnTo>
                  <a:lnTo>
                    <a:pt x="0" y="0"/>
                  </a:lnTo>
                  <a:lnTo>
                    <a:pt x="0" y="243278"/>
                  </a:lnTo>
                  <a:close/>
                </a:path>
              </a:pathLst>
            </a:custGeom>
            <a:solidFill>
              <a:srgbClr val="000000"/>
            </a:solidFill>
            <a:ln w="2699" cap="flat">
              <a:noFill/>
              <a:prstDash val="solid"/>
              <a:miter/>
            </a:ln>
          </p:spPr>
          <p:txBody>
            <a:bodyPr rtlCol="0" anchor="ctr"/>
            <a:lstStyle/>
            <a:p>
              <a:endParaRPr lang="en-ZA"/>
            </a:p>
          </p:txBody>
        </p:sp>
        <p:pic>
          <p:nvPicPr>
            <p:cNvPr id="30" name="Graphic 29">
              <a:extLst>
                <a:ext uri="{FF2B5EF4-FFF2-40B4-BE49-F238E27FC236}">
                  <a16:creationId xmlns:a16="http://schemas.microsoft.com/office/drawing/2014/main" id="{81FAA0BA-6334-194F-EEF0-712D75E15E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2418544" y="6601886"/>
              <a:ext cx="2902219" cy="244539"/>
            </a:xfrm>
            <a:prstGeom prst="rect">
              <a:avLst/>
            </a:prstGeom>
          </p:spPr>
        </p:pic>
        <p:pic>
          <p:nvPicPr>
            <p:cNvPr id="31" name="Graphic 30">
              <a:extLst>
                <a:ext uri="{FF2B5EF4-FFF2-40B4-BE49-F238E27FC236}">
                  <a16:creationId xmlns:a16="http://schemas.microsoft.com/office/drawing/2014/main" id="{43122096-C3FC-CA9A-5063-E2C47C7E05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0763" y="6601885"/>
              <a:ext cx="2902219" cy="244539"/>
            </a:xfrm>
            <a:prstGeom prst="rect">
              <a:avLst/>
            </a:prstGeom>
          </p:spPr>
        </p:pic>
        <p:pic>
          <p:nvPicPr>
            <p:cNvPr id="32" name="Graphic 31">
              <a:extLst>
                <a:ext uri="{FF2B5EF4-FFF2-40B4-BE49-F238E27FC236}">
                  <a16:creationId xmlns:a16="http://schemas.microsoft.com/office/drawing/2014/main" id="{5FB5C521-FA2B-6E8A-9A3E-28ECB0B3C2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22981" y="6601884"/>
              <a:ext cx="2902219" cy="244539"/>
            </a:xfrm>
            <a:prstGeom prst="rect">
              <a:avLst/>
            </a:prstGeom>
          </p:spPr>
        </p:pic>
        <p:pic>
          <p:nvPicPr>
            <p:cNvPr id="21" name="Graphic 20">
              <a:extLst>
                <a:ext uri="{FF2B5EF4-FFF2-40B4-BE49-F238E27FC236}">
                  <a16:creationId xmlns:a16="http://schemas.microsoft.com/office/drawing/2014/main" id="{CAC637B3-679D-1968-077A-5B34D3527C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25201" y="6601883"/>
              <a:ext cx="2902219" cy="244539"/>
            </a:xfrm>
            <a:prstGeom prst="rect">
              <a:avLst/>
            </a:prstGeom>
          </p:spPr>
        </p:pic>
      </p:grpSp>
    </p:spTree>
    <p:extLst>
      <p:ext uri="{BB962C8B-B14F-4D97-AF65-F5344CB8AC3E}">
        <p14:creationId xmlns:p14="http://schemas.microsoft.com/office/powerpoint/2010/main" val="548936397"/>
      </p:ext>
    </p:extLst>
  </p:cSld>
  <p:clrMapOvr>
    <a:masterClrMapping/>
  </p:clrMapOvr>
  <p:extLst>
    <p:ext uri="{DCECCB84-F9BA-43D5-87BE-67443E8EF086}">
      <p15:sldGuideLst xmlns:p15="http://schemas.microsoft.com/office/powerpoint/2012/main">
        <p15:guide id="1" orient="horz" pos="210">
          <p15:clr>
            <a:srgbClr val="FBAE40"/>
          </p15:clr>
        </p15:guide>
        <p15:guide id="2" orient="horz" pos="550">
          <p15:clr>
            <a:srgbClr val="FBAE40"/>
          </p15:clr>
        </p15:guide>
        <p15:guide id="3" pos="2502">
          <p15:clr>
            <a:srgbClr val="FBAE40"/>
          </p15:clr>
        </p15:guide>
        <p15:guide id="4" pos="2706">
          <p15:clr>
            <a:srgbClr val="FBAE40"/>
          </p15:clr>
        </p15:guide>
        <p15:guide id="5" pos="4974">
          <p15:clr>
            <a:srgbClr val="FBAE40"/>
          </p15:clr>
        </p15:guide>
        <p15:guide id="6" pos="5178">
          <p15:clr>
            <a:srgbClr val="FBAE40"/>
          </p15:clr>
        </p15:guide>
        <p15:guide id="7" orient="horz" pos="3884">
          <p15:clr>
            <a:srgbClr val="FBAE40"/>
          </p15:clr>
        </p15:guide>
        <p15:guide id="8" orient="horz" pos="4133">
          <p15:clr>
            <a:srgbClr val="FBAE40"/>
          </p15:clr>
        </p15:guide>
        <p15:guide id="9" orient="horz" pos="368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04273C-3A3F-B555-8789-ED650B50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2CCFC35-2457-ECBB-481F-76123FD22F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ZA" dirty="0"/>
          </a:p>
        </p:txBody>
      </p:sp>
      <p:sp>
        <p:nvSpPr>
          <p:cNvPr id="4" name="Date Placeholder 3">
            <a:extLst>
              <a:ext uri="{FF2B5EF4-FFF2-40B4-BE49-F238E27FC236}">
                <a16:creationId xmlns:a16="http://schemas.microsoft.com/office/drawing/2014/main" id="{09F95325-3DD8-BE2E-99FD-6CFCE5C1CC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0024F3-716D-4858-A47B-A94DB0594318}" type="datetimeFigureOut">
              <a:rPr lang="en-ZA" smtClean="0"/>
              <a:t>2026/05/11</a:t>
            </a:fld>
            <a:endParaRPr lang="en-ZA"/>
          </a:p>
        </p:txBody>
      </p:sp>
      <p:sp>
        <p:nvSpPr>
          <p:cNvPr id="5" name="Footer Placeholder 4">
            <a:extLst>
              <a:ext uri="{FF2B5EF4-FFF2-40B4-BE49-F238E27FC236}">
                <a16:creationId xmlns:a16="http://schemas.microsoft.com/office/drawing/2014/main" id="{460F0A8D-ACC9-87FC-DD8A-3A3B65A03D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9C8F8D83-5F58-5C1A-E403-F704D8DB41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64E149-6B8E-4F8F-B4E5-14C644F62B3E}" type="slidenum">
              <a:rPr lang="en-ZA" smtClean="0"/>
              <a:t>‹#›</a:t>
            </a:fld>
            <a:endParaRPr lang="en-ZA"/>
          </a:p>
        </p:txBody>
      </p:sp>
    </p:spTree>
    <p:extLst>
      <p:ext uri="{BB962C8B-B14F-4D97-AF65-F5344CB8AC3E}">
        <p14:creationId xmlns:p14="http://schemas.microsoft.com/office/powerpoint/2010/main" val="22124692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svg"/><Relationship Id="rId2" Type="http://schemas.microsoft.com/office/2018/10/relationships/comments" Target="../comments/modernComment_137_79881A5D.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2" Type="http://schemas.microsoft.com/office/2018/10/relationships/comments" Target="../comments/modernComment_138_FDDBD49A.xml"/><Relationship Id="rId1" Type="http://schemas.openxmlformats.org/officeDocument/2006/relationships/slideLayout" Target="../slideLayouts/slideLayout9.xml"/><Relationship Id="rId4" Type="http://schemas.openxmlformats.org/officeDocument/2006/relationships/image" Target="../media/image1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microsoft.com/office/2018/10/relationships/comments" Target="../comments/modernComment_167_D17BB4F7.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 name="Graphic 361">
            <a:extLst>
              <a:ext uri="{FF2B5EF4-FFF2-40B4-BE49-F238E27FC236}">
                <a16:creationId xmlns:a16="http://schemas.microsoft.com/office/drawing/2014/main" id="{391A2ECC-3ECC-01B9-8A5C-BCB31CA468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7696" y="476250"/>
            <a:ext cx="3458527" cy="1278508"/>
          </a:xfrm>
          <a:prstGeom prst="rect">
            <a:avLst/>
          </a:prstGeom>
        </p:spPr>
      </p:pic>
      <p:sp>
        <p:nvSpPr>
          <p:cNvPr id="363" name="Title 1">
            <a:extLst>
              <a:ext uri="{FF2B5EF4-FFF2-40B4-BE49-F238E27FC236}">
                <a16:creationId xmlns:a16="http://schemas.microsoft.com/office/drawing/2014/main" id="{32D37EA8-F6F3-C2D3-F66C-7176E45266B7}"/>
              </a:ext>
            </a:extLst>
          </p:cNvPr>
          <p:cNvSpPr txBox="1">
            <a:spLocks/>
          </p:cNvSpPr>
          <p:nvPr/>
        </p:nvSpPr>
        <p:spPr>
          <a:xfrm>
            <a:off x="597696" y="779184"/>
            <a:ext cx="8336280" cy="28527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ZA" sz="6000" b="0" i="0" u="none" strike="noStrike" kern="1200" cap="none" spc="0" normalizeH="0" baseline="0" noProof="0" dirty="0">
                <a:ln>
                  <a:noFill/>
                </a:ln>
                <a:solidFill>
                  <a:srgbClr val="CFAD80"/>
                </a:solidFill>
                <a:effectLst/>
                <a:uLnTx/>
                <a:uFillTx/>
                <a:latin typeface="Arial" panose="020B0604020202020204" pitchFamily="34" charset="0"/>
                <a:ea typeface="+mj-ea"/>
                <a:cs typeface="Arial" panose="020B0604020202020204" pitchFamily="34" charset="0"/>
              </a:rPr>
              <a:t>Program Design</a:t>
            </a:r>
            <a:br>
              <a:rPr kumimoji="0" lang="en-ZA" sz="6000" b="0" i="0" u="none" strike="noStrike" kern="1200" cap="none" spc="0" normalizeH="0" baseline="0" noProof="0" dirty="0">
                <a:ln>
                  <a:noFill/>
                </a:ln>
                <a:solidFill>
                  <a:srgbClr val="CFAD80"/>
                </a:solidFill>
                <a:effectLst/>
                <a:uLnTx/>
                <a:uFillTx/>
                <a:latin typeface="Arial" panose="020B0604020202020204" pitchFamily="34" charset="0"/>
                <a:ea typeface="+mj-ea"/>
                <a:cs typeface="Arial" panose="020B0604020202020204" pitchFamily="34" charset="0"/>
              </a:rPr>
            </a:br>
            <a:r>
              <a:rPr kumimoji="0" lang="en-ZA" sz="4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ITPRA0</a:t>
            </a:r>
            <a:endParaRPr kumimoji="0" lang="en-ZA" sz="60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038962781"/>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Title 1">
            <a:extLst>
              <a:ext uri="{FF2B5EF4-FFF2-40B4-BE49-F238E27FC236}">
                <a16:creationId xmlns:a16="http://schemas.microsoft.com/office/drawing/2014/main" id="{32D37EA8-F6F3-C2D3-F66C-7176E45266B7}"/>
              </a:ext>
            </a:extLst>
          </p:cNvPr>
          <p:cNvSpPr txBox="1">
            <a:spLocks/>
          </p:cNvSpPr>
          <p:nvPr/>
        </p:nvSpPr>
        <p:spPr>
          <a:xfrm>
            <a:off x="933738" y="2090440"/>
            <a:ext cx="10324524" cy="267711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Disclaimer</a:t>
            </a:r>
          </a:p>
          <a:p>
            <a:pPr marL="0" marR="0" lvl="0" indent="0" algn="ctr" defTabSz="914400" rtl="0" eaLnBrk="1" fontAlgn="auto" latinLnBrk="0" hangingPunct="1">
              <a:lnSpc>
                <a:spcPct val="150000"/>
              </a:lnSpc>
              <a:spcBef>
                <a:spcPct val="0"/>
              </a:spcBef>
              <a:spcAft>
                <a:spcPts val="0"/>
              </a:spcAft>
              <a:buClrTx/>
              <a:buSzTx/>
              <a:buFontTx/>
              <a:buNone/>
              <a:tabLst/>
              <a:defRPr/>
            </a:pPr>
            <a:endPar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endParaRPr>
          </a:p>
          <a:p>
            <a:pPr marL="0" marR="0" lvl="0" indent="0" algn="ctr" defTabSz="914400" rtl="0" eaLnBrk="1" fontAlgn="auto" latinLnBrk="0" hangingPunct="1">
              <a:lnSpc>
                <a:spcPct val="150000"/>
              </a:lnSpc>
              <a:spcBef>
                <a:spcPct val="0"/>
              </a:spcBef>
              <a:spcAft>
                <a:spcPts val="0"/>
              </a:spcAft>
              <a:buClrTx/>
              <a:buSzTx/>
              <a:buFontTx/>
              <a:buNone/>
              <a:tabLst/>
              <a:defRPr/>
            </a:pPr>
            <a:r>
              <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Please note that content made available on </a:t>
            </a:r>
            <a:r>
              <a:rPr kumimoji="0" lang="en-ZA" sz="2400" b="0" i="0" u="none" strike="noStrike" kern="100" cap="none" spc="0" normalizeH="0" baseline="0" noProof="0" dirty="0" err="1">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myLMS</a:t>
            </a:r>
            <a:r>
              <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 may deviate only slightly from what is covered in lecturer-led sessions, however, the content uploaded to </a:t>
            </a:r>
            <a:r>
              <a:rPr kumimoji="0" lang="en-ZA" sz="2400" b="0" i="0" u="none" strike="noStrike" kern="100" cap="none" spc="0" normalizeH="0" baseline="0" noProof="0" dirty="0" err="1">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myLMS</a:t>
            </a:r>
            <a:r>
              <a:rPr kumimoji="0" lang="en-ZA" sz="2400" b="0" i="0" u="none" strike="noStrike" kern="100" cap="none" spc="0" normalizeH="0" baseline="0" noProof="0" dirty="0">
                <a:ln>
                  <a:noFill/>
                </a:ln>
                <a:solidFill>
                  <a:prstClr val="white"/>
                </a:solidFill>
                <a:effectLst/>
                <a:uLnTx/>
                <a:uFillTx/>
                <a:latin typeface="Arial" panose="020B0604020202020204" pitchFamily="34" charset="0"/>
                <a:ea typeface="Aptos" panose="020B0004020202020204" pitchFamily="34" charset="0"/>
                <a:cs typeface="Arial" panose="020B0604020202020204" pitchFamily="34" charset="0"/>
              </a:rPr>
              <a:t> represents all the material that you need to refer to in preparation for your assessments.</a:t>
            </a:r>
          </a:p>
        </p:txBody>
      </p:sp>
      <p:pic>
        <p:nvPicPr>
          <p:cNvPr id="2" name="Graphic 1">
            <a:extLst>
              <a:ext uri="{FF2B5EF4-FFF2-40B4-BE49-F238E27FC236}">
                <a16:creationId xmlns:a16="http://schemas.microsoft.com/office/drawing/2014/main" id="{8C0DA887-F084-A6A9-9611-08454386A7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0004" y="476250"/>
            <a:ext cx="2259518" cy="832454"/>
          </a:xfrm>
          <a:prstGeom prst="rect">
            <a:avLst/>
          </a:prstGeom>
        </p:spPr>
      </p:pic>
      <p:pic>
        <p:nvPicPr>
          <p:cNvPr id="5" name="Graphic 4">
            <a:extLst>
              <a:ext uri="{FF2B5EF4-FFF2-40B4-BE49-F238E27FC236}">
                <a16:creationId xmlns:a16="http://schemas.microsoft.com/office/drawing/2014/main" id="{1D91EA01-69C8-29A5-F32B-BE41966011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3685" y="7378034"/>
            <a:ext cx="7334250" cy="4905375"/>
          </a:xfrm>
          <a:prstGeom prst="rect">
            <a:avLst/>
          </a:prstGeom>
        </p:spPr>
      </p:pic>
    </p:spTree>
    <p:extLst>
      <p:ext uri="{BB962C8B-B14F-4D97-AF65-F5344CB8AC3E}">
        <p14:creationId xmlns:p14="http://schemas.microsoft.com/office/powerpoint/2010/main" val="425904245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F297E3-53A5-9CB4-8444-1D0477E55A18}"/>
              </a:ext>
            </a:extLst>
          </p:cNvPr>
          <p:cNvSpPr>
            <a:spLocks noGrp="1"/>
          </p:cNvSpPr>
          <p:nvPr>
            <p:ph type="title"/>
          </p:nvPr>
        </p:nvSpPr>
        <p:spPr/>
        <p:txBody>
          <a:bodyPr/>
          <a:lstStyle/>
          <a:p>
            <a:r>
              <a:rPr lang="en-US" sz="4000" dirty="0">
                <a:latin typeface="Arial" panose="020B0604020202020204" pitchFamily="34" charset="0"/>
                <a:cs typeface="Arial" panose="020B0604020202020204" pitchFamily="34" charset="0"/>
              </a:rPr>
              <a:t>Eduvos and the Flipped Classroom</a:t>
            </a:r>
          </a:p>
        </p:txBody>
      </p:sp>
      <p:sp>
        <p:nvSpPr>
          <p:cNvPr id="16" name="Text Placeholder 15">
            <a:extLst>
              <a:ext uri="{FF2B5EF4-FFF2-40B4-BE49-F238E27FC236}">
                <a16:creationId xmlns:a16="http://schemas.microsoft.com/office/drawing/2014/main" id="{EF4B11BA-7A9A-AAB9-8FF2-97334BFF590C}"/>
              </a:ext>
            </a:extLst>
          </p:cNvPr>
          <p:cNvSpPr>
            <a:spLocks noGrp="1"/>
          </p:cNvSpPr>
          <p:nvPr>
            <p:ph type="body" sz="quarter" idx="4294967295"/>
          </p:nvPr>
        </p:nvSpPr>
        <p:spPr>
          <a:xfrm>
            <a:off x="8220074" y="3189777"/>
            <a:ext cx="3132137" cy="2846387"/>
          </a:xfrm>
        </p:spPr>
        <p:txBody>
          <a:bodyPr vert="horz" lIns="91440" tIns="45720" rIns="91440" bIns="45720" rtlCol="0" anchor="t">
            <a:normAutofit/>
          </a:bodyPr>
          <a:lstStyle/>
          <a:p>
            <a:pPr marL="0" indent="0" algn="ctr">
              <a:lnSpc>
                <a:spcPct val="150000"/>
              </a:lnSpc>
              <a:spcBef>
                <a:spcPts val="1200"/>
              </a:spcBef>
              <a:buNone/>
              <a:defRPr/>
            </a:pPr>
            <a:r>
              <a:rPr lang="en-ZA" sz="1200" dirty="0">
                <a:latin typeface="Arial" panose="020B0604020202020204" pitchFamily="34" charset="0"/>
                <a:cs typeface="Arial" panose="020B0604020202020204" pitchFamily="34" charset="0"/>
              </a:rPr>
              <a:t>Depending on how difficult this lecturer-led session is, your lecturer may recommend some concepts to revise for this week's learning opportunities. Then you will focus on the following learning opportunities on myLMS in your self-study time to prepare for the next lecturer-led session(s). </a:t>
            </a:r>
            <a:endParaRPr lang="en-ZA" sz="1200" b="0" i="0" u="none" strike="noStrike" kern="1200" cap="none" spc="0" normalizeH="0" baseline="0" noProof="0" dirty="0">
              <a:ln>
                <a:noFill/>
              </a:ln>
              <a:solidFill>
                <a:schemeClr val="tx1">
                  <a:lumMod val="65000"/>
                  <a:lumOff val="35000"/>
                </a:schemeClr>
              </a:solidFill>
              <a:effectLst/>
              <a:uLnTx/>
              <a:uFillTx/>
              <a:latin typeface="Arial" panose="020B0604020202020204" pitchFamily="34" charset="0"/>
              <a:cs typeface="Arial" panose="020B0604020202020204" pitchFamily="34" charset="0"/>
            </a:endParaRPr>
          </a:p>
          <a:p>
            <a:pPr algn="ctr"/>
            <a:endParaRPr lang="en-ZA" sz="1600" dirty="0">
              <a:solidFill>
                <a:schemeClr val="tx1">
                  <a:lumMod val="65000"/>
                  <a:lumOff val="35000"/>
                </a:schemeClr>
              </a:solidFill>
            </a:endParaRPr>
          </a:p>
        </p:txBody>
      </p:sp>
      <p:sp>
        <p:nvSpPr>
          <p:cNvPr id="17" name="Text Placeholder 16">
            <a:extLst>
              <a:ext uri="{FF2B5EF4-FFF2-40B4-BE49-F238E27FC236}">
                <a16:creationId xmlns:a16="http://schemas.microsoft.com/office/drawing/2014/main" id="{5ABE80F9-DE00-9C6B-3B42-D264CD6C7210}"/>
              </a:ext>
            </a:extLst>
          </p:cNvPr>
          <p:cNvSpPr>
            <a:spLocks noGrp="1"/>
          </p:cNvSpPr>
          <p:nvPr>
            <p:ph type="body" sz="quarter" idx="4294967295"/>
          </p:nvPr>
        </p:nvSpPr>
        <p:spPr>
          <a:xfrm>
            <a:off x="8218488" y="2644866"/>
            <a:ext cx="3362175" cy="393879"/>
          </a:xfrm>
        </p:spPr>
        <p:txBody>
          <a:bodyPr vert="horz" lIns="91440" tIns="45720" rIns="91440" bIns="45720" rtlCol="0" anchor="ctr">
            <a:normAutofit/>
          </a:bodyPr>
          <a:lstStyle/>
          <a:p>
            <a:pPr marL="0" indent="0" algn="ctr">
              <a:buNone/>
            </a:pPr>
            <a:r>
              <a:rPr lang="en-ZA" sz="1800" dirty="0">
                <a:solidFill>
                  <a:schemeClr val="accent2"/>
                </a:solidFill>
                <a:latin typeface="Arial" panose="020B0604020202020204" pitchFamily="34" charset="0"/>
                <a:cs typeface="Arial" panose="020B0604020202020204" pitchFamily="34" charset="0"/>
              </a:rPr>
              <a:t>After this lecturer-led session</a:t>
            </a:r>
            <a:endParaRPr lang="en-US" sz="2000" dirty="0">
              <a:solidFill>
                <a:schemeClr val="accent2"/>
              </a:solidFill>
              <a:latin typeface="Arial" panose="020B0604020202020204" pitchFamily="34" charset="0"/>
              <a:cs typeface="Arial" panose="020B0604020202020204" pitchFamily="34" charset="0"/>
            </a:endParaRPr>
          </a:p>
        </p:txBody>
      </p:sp>
      <p:sp>
        <p:nvSpPr>
          <p:cNvPr id="2" name="Oval 1">
            <a:extLst>
              <a:ext uri="{FF2B5EF4-FFF2-40B4-BE49-F238E27FC236}">
                <a16:creationId xmlns:a16="http://schemas.microsoft.com/office/drawing/2014/main" id="{922C3C54-8AB4-5D2A-7CC6-12ACF2571CD9}"/>
              </a:ext>
            </a:extLst>
          </p:cNvPr>
          <p:cNvSpPr/>
          <p:nvPr/>
        </p:nvSpPr>
        <p:spPr>
          <a:xfrm>
            <a:off x="1848950" y="1673164"/>
            <a:ext cx="788375" cy="788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a:t>
            </a:r>
            <a:endParaRPr kumimoji="0" lang="en-ZA"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Oval 2">
            <a:extLst>
              <a:ext uri="{FF2B5EF4-FFF2-40B4-BE49-F238E27FC236}">
                <a16:creationId xmlns:a16="http://schemas.microsoft.com/office/drawing/2014/main" id="{BAA0E3CB-CE57-17B8-C66A-A2783FEB17C9}"/>
              </a:ext>
            </a:extLst>
          </p:cNvPr>
          <p:cNvSpPr/>
          <p:nvPr/>
        </p:nvSpPr>
        <p:spPr>
          <a:xfrm>
            <a:off x="5701812" y="1673164"/>
            <a:ext cx="788375" cy="788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a:t>
            </a:r>
            <a:endParaRPr kumimoji="0" lang="en-ZA"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Oval 3">
            <a:extLst>
              <a:ext uri="{FF2B5EF4-FFF2-40B4-BE49-F238E27FC236}">
                <a16:creationId xmlns:a16="http://schemas.microsoft.com/office/drawing/2014/main" id="{E38D6B66-C64D-CA58-43A0-426BB41D95EB}"/>
              </a:ext>
            </a:extLst>
          </p:cNvPr>
          <p:cNvSpPr/>
          <p:nvPr/>
        </p:nvSpPr>
        <p:spPr>
          <a:xfrm>
            <a:off x="9391956" y="1673164"/>
            <a:ext cx="788375" cy="78837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3</a:t>
            </a:r>
            <a:endParaRPr kumimoji="0" lang="en-ZA" sz="2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7" name="Slide Number Placeholder 3">
            <a:extLst>
              <a:ext uri="{FF2B5EF4-FFF2-40B4-BE49-F238E27FC236}">
                <a16:creationId xmlns:a16="http://schemas.microsoft.com/office/drawing/2014/main" id="{94BF3A28-6182-C78A-0AAC-CEFF192C055B}"/>
              </a:ext>
            </a:extLst>
          </p:cNvPr>
          <p:cNvSpPr txBox="1">
            <a:spLocks/>
          </p:cNvSpPr>
          <p:nvPr/>
        </p:nvSpPr>
        <p:spPr>
          <a:xfrm>
            <a:off x="11216640" y="6165602"/>
            <a:ext cx="459423" cy="402838"/>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C45CFD10-50C9-47C7-9308-AA126F3F89FE}" type="slidenum">
              <a:rPr kumimoji="0" lang="en-ZA" sz="1400" b="0" i="0" u="none" strike="noStrike" kern="1200" cap="none" spc="0" normalizeH="0" baseline="0" noProof="0" smtClean="0">
                <a:ln>
                  <a:noFill/>
                </a:ln>
                <a:solidFill>
                  <a:srgbClr val="CFAD80"/>
                </a:solidFill>
                <a:effectLst/>
                <a:uLnTx/>
                <a:uFillTx/>
                <a:latin typeface="CocogoosePro Ligh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ZA" sz="1400" b="0" i="0" u="none" strike="noStrike" kern="1200" cap="none" spc="0" normalizeH="0" baseline="0" noProof="0" dirty="0">
              <a:ln>
                <a:noFill/>
              </a:ln>
              <a:solidFill>
                <a:srgbClr val="CFAD80"/>
              </a:solidFill>
              <a:effectLst/>
              <a:uLnTx/>
              <a:uFillTx/>
              <a:latin typeface="CocogoosePro Light"/>
              <a:ea typeface="+mn-ea"/>
              <a:cs typeface="+mn-cs"/>
            </a:endParaRPr>
          </a:p>
        </p:txBody>
      </p:sp>
      <p:sp>
        <p:nvSpPr>
          <p:cNvPr id="52" name="Text Placeholder 13">
            <a:extLst>
              <a:ext uri="{FF2B5EF4-FFF2-40B4-BE49-F238E27FC236}">
                <a16:creationId xmlns:a16="http://schemas.microsoft.com/office/drawing/2014/main" id="{5D09F38F-3BA0-74A7-A8DB-7433D3491CBA}"/>
              </a:ext>
            </a:extLst>
          </p:cNvPr>
          <p:cNvSpPr txBox="1">
            <a:spLocks/>
          </p:cNvSpPr>
          <p:nvPr/>
        </p:nvSpPr>
        <p:spPr>
          <a:xfrm>
            <a:off x="677068" y="3193316"/>
            <a:ext cx="3132137" cy="284718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0"/>
              </a:spcAft>
              <a:buClr>
                <a:srgbClr val="1B4087"/>
              </a:buClr>
              <a:buSzPct val="150000"/>
              <a:buFont typeface="Arial" panose="020B0604020202020204" pitchFamily="34" charset="0"/>
              <a:buNone/>
              <a:tabLst/>
              <a:defRPr/>
            </a:pPr>
            <a:r>
              <a:rPr kumimoji="0" lang="en-ZA" sz="12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At home, in your self-study time, you worked through </a:t>
            </a:r>
            <a:r>
              <a:rPr kumimoji="0" lang="en-ZA" sz="1200" b="0" i="0" u="none" strike="noStrike" kern="1200" cap="none" spc="0" normalizeH="0" baseline="0" noProof="0" dirty="0" err="1">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myLMS</a:t>
            </a:r>
            <a:r>
              <a:rPr kumimoji="0" lang="en-ZA" sz="12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 content to prepare you for this lecturer-led session. You have completed any practice activities and prepared any questions you may still have on the content. The lecturer-led session will not be a traditional lecture.</a:t>
            </a:r>
            <a:endParaRPr kumimoji="0" lang="en-US" sz="12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endParaRPr>
          </a:p>
        </p:txBody>
      </p:sp>
      <p:sp>
        <p:nvSpPr>
          <p:cNvPr id="53" name="Text Placeholder 14">
            <a:extLst>
              <a:ext uri="{FF2B5EF4-FFF2-40B4-BE49-F238E27FC236}">
                <a16:creationId xmlns:a16="http://schemas.microsoft.com/office/drawing/2014/main" id="{A17E74CB-F460-0E37-394C-50A5DD89BBE1}"/>
              </a:ext>
            </a:extLst>
          </p:cNvPr>
          <p:cNvSpPr txBox="1">
            <a:spLocks/>
          </p:cNvSpPr>
          <p:nvPr/>
        </p:nvSpPr>
        <p:spPr>
          <a:xfrm>
            <a:off x="534089" y="2630488"/>
            <a:ext cx="3390930" cy="3938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1B4087"/>
              </a:buClr>
              <a:buSzPct val="150000"/>
              <a:buFont typeface="Arial" panose="020B0604020202020204" pitchFamily="34" charset="0"/>
              <a:buNone/>
              <a:tabLst/>
              <a:defRPr/>
            </a:pPr>
            <a:r>
              <a:rPr kumimoji="0" lang="en-ZA" sz="1800" b="0" i="0" u="none" strike="noStrike" kern="1200" cap="none" spc="0" normalizeH="0" baseline="0" noProof="0" dirty="0">
                <a:ln>
                  <a:noFill/>
                </a:ln>
                <a:solidFill>
                  <a:srgbClr val="1B4087"/>
                </a:solidFill>
                <a:effectLst/>
                <a:uLnTx/>
                <a:uFillTx/>
                <a:latin typeface="Arial" panose="020B0604020202020204" pitchFamily="34" charset="0"/>
                <a:ea typeface="+mn-ea"/>
                <a:cs typeface="Arial" panose="020B0604020202020204" pitchFamily="34" charset="0"/>
              </a:rPr>
              <a:t>Before this lecturer-led session</a:t>
            </a:r>
            <a:endParaRPr kumimoji="0" lang="en-US" sz="1800" b="0" i="0" u="none" strike="noStrike" kern="1200" cap="none" spc="0" normalizeH="0" baseline="0" noProof="0" dirty="0">
              <a:ln>
                <a:noFill/>
              </a:ln>
              <a:solidFill>
                <a:srgbClr val="1B4087"/>
              </a:solidFill>
              <a:effectLst/>
              <a:uLnTx/>
              <a:uFillTx/>
              <a:latin typeface="Arial" panose="020B0604020202020204" pitchFamily="34" charset="0"/>
              <a:ea typeface="+mn-ea"/>
              <a:cs typeface="Arial" panose="020B0604020202020204" pitchFamily="34" charset="0"/>
            </a:endParaRPr>
          </a:p>
        </p:txBody>
      </p:sp>
      <p:sp>
        <p:nvSpPr>
          <p:cNvPr id="10" name="Text Placeholder 15">
            <a:extLst>
              <a:ext uri="{FF2B5EF4-FFF2-40B4-BE49-F238E27FC236}">
                <a16:creationId xmlns:a16="http://schemas.microsoft.com/office/drawing/2014/main" id="{0DCCCFB0-2A75-977E-9B47-200451241701}"/>
              </a:ext>
            </a:extLst>
          </p:cNvPr>
          <p:cNvSpPr txBox="1">
            <a:spLocks/>
          </p:cNvSpPr>
          <p:nvPr/>
        </p:nvSpPr>
        <p:spPr>
          <a:xfrm>
            <a:off x="4529930" y="3189777"/>
            <a:ext cx="3132137" cy="284638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1200"/>
              </a:spcBef>
              <a:spcAft>
                <a:spcPts val="0"/>
              </a:spcAft>
              <a:buClr>
                <a:srgbClr val="1B4087"/>
              </a:buClr>
              <a:buSzPct val="150000"/>
              <a:buFont typeface="Arial" panose="020B0604020202020204" pitchFamily="34" charset="0"/>
              <a:buNone/>
              <a:tabLst/>
              <a:defRPr/>
            </a:pPr>
            <a:r>
              <a:rPr kumimoji="0" lang="en-ZA" sz="1200" b="0" i="0" u="none" strike="noStrike" kern="1200" cap="none" spc="0" normalizeH="0" baseline="0" noProof="0" dirty="0">
                <a:ln>
                  <a:noFill/>
                </a:ln>
                <a:solidFill>
                  <a:prstClr val="black">
                    <a:lumMod val="65000"/>
                    <a:lumOff val="35000"/>
                  </a:prstClr>
                </a:solidFill>
                <a:effectLst/>
                <a:uLnTx/>
                <a:uFillTx/>
                <a:latin typeface="Arial" panose="020B0604020202020204" pitchFamily="34" charset="0"/>
                <a:ea typeface="+mn-ea"/>
                <a:cs typeface="Arial" panose="020B0604020202020204" pitchFamily="34" charset="0"/>
              </a:rPr>
              <a:t>During your lecturer-led session(s), you will engage with your peers and lecturer in active learning. I.e. you will have an opportunity to ask your questions, to debate topics, and to practice working through the technical aspects of what you learnt at home. You will be exposed to higher-order thinking activities. Your lecturer will guide you on what to prepare before attending your next session.</a:t>
            </a:r>
            <a:endParaRPr kumimoji="0" lang="en-ZA"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1" name="Text Placeholder 16">
            <a:extLst>
              <a:ext uri="{FF2B5EF4-FFF2-40B4-BE49-F238E27FC236}">
                <a16:creationId xmlns:a16="http://schemas.microsoft.com/office/drawing/2014/main" id="{2298FB94-C75B-4433-92C0-2B83D33158A8}"/>
              </a:ext>
            </a:extLst>
          </p:cNvPr>
          <p:cNvSpPr txBox="1">
            <a:spLocks/>
          </p:cNvSpPr>
          <p:nvPr/>
        </p:nvSpPr>
        <p:spPr>
          <a:xfrm>
            <a:off x="4505684" y="2630488"/>
            <a:ext cx="3390930" cy="40825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Clr>
                <a:schemeClr val="accent2"/>
              </a:buClr>
              <a:buSzPct val="150000"/>
              <a:buFont typeface="Arial" panose="020B0604020202020204" pitchFamily="34" charset="0"/>
              <a:buChar char="•"/>
              <a:defRPr sz="2800" kern="1200">
                <a:solidFill>
                  <a:schemeClr val="tx1">
                    <a:lumMod val="65000"/>
                    <a:lumOff val="35000"/>
                  </a:schemeClr>
                </a:solidFill>
                <a:latin typeface="CocogoosePro Light" panose="00000400000000000000" pitchFamily="50" charset="0"/>
                <a:ea typeface="+mn-ea"/>
                <a:cs typeface="+mn-cs"/>
              </a:defRPr>
            </a:lvl1pPr>
            <a:lvl2pPr marL="6858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400" kern="1200">
                <a:solidFill>
                  <a:schemeClr val="tx1">
                    <a:lumMod val="65000"/>
                    <a:lumOff val="35000"/>
                  </a:schemeClr>
                </a:solidFill>
                <a:latin typeface="CocogoosePro Light" panose="00000400000000000000" pitchFamily="50" charset="0"/>
                <a:ea typeface="+mn-ea"/>
                <a:cs typeface="+mn-cs"/>
              </a:defRPr>
            </a:lvl2pPr>
            <a:lvl3pPr marL="11430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2000" kern="1200">
                <a:solidFill>
                  <a:schemeClr val="tx1">
                    <a:lumMod val="65000"/>
                    <a:lumOff val="35000"/>
                  </a:schemeClr>
                </a:solidFill>
                <a:latin typeface="CocogoosePro Light" panose="00000400000000000000" pitchFamily="50" charset="0"/>
                <a:ea typeface="+mn-ea"/>
                <a:cs typeface="+mn-cs"/>
              </a:defRPr>
            </a:lvl3pPr>
            <a:lvl4pPr marL="16002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4pPr>
            <a:lvl5pPr marL="2057400" indent="-228600" algn="l" defTabSz="914400" rtl="0" eaLnBrk="1" latinLnBrk="0" hangingPunct="1">
              <a:lnSpc>
                <a:spcPct val="90000"/>
              </a:lnSpc>
              <a:spcBef>
                <a:spcPts val="500"/>
              </a:spcBef>
              <a:buClr>
                <a:schemeClr val="accent2"/>
              </a:buClr>
              <a:buSzPct val="150000"/>
              <a:buFont typeface="Arial" panose="020B0604020202020204" pitchFamily="34" charset="0"/>
              <a:buChar char="•"/>
              <a:defRPr sz="1800" kern="1200">
                <a:solidFill>
                  <a:schemeClr val="tx1">
                    <a:lumMod val="65000"/>
                    <a:lumOff val="35000"/>
                  </a:schemeClr>
                </a:solidFill>
                <a:latin typeface="CocogoosePro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
                <a:srgbClr val="1B4087"/>
              </a:buClr>
              <a:buSzPct val="150000"/>
              <a:buFont typeface="Arial" panose="020B0604020202020204" pitchFamily="34" charset="0"/>
              <a:buNone/>
              <a:tabLst/>
              <a:defRPr/>
            </a:pPr>
            <a:r>
              <a:rPr kumimoji="0" lang="en-ZA" sz="1800" b="0" i="0" u="none" strike="noStrike" kern="1200" cap="none" spc="0" normalizeH="0" baseline="0" noProof="0" dirty="0">
                <a:ln>
                  <a:noFill/>
                </a:ln>
                <a:solidFill>
                  <a:srgbClr val="1B4087"/>
                </a:solidFill>
                <a:effectLst/>
                <a:uLnTx/>
                <a:uFillTx/>
                <a:latin typeface="Arial" panose="020B0604020202020204" pitchFamily="34" charset="0"/>
                <a:ea typeface="+mn-ea"/>
                <a:cs typeface="Arial" panose="020B0604020202020204" pitchFamily="34" charset="0"/>
              </a:rPr>
              <a:t>During this lecturer-led session</a:t>
            </a:r>
            <a:endParaRPr kumimoji="0" lang="en-US" sz="2400" b="0" i="0" u="none" strike="noStrike" kern="1200" cap="none" spc="0" normalizeH="0" baseline="0" noProof="0" dirty="0">
              <a:ln>
                <a:noFill/>
              </a:ln>
              <a:solidFill>
                <a:srgbClr val="1B4087"/>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658541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F958E30E-8BA7-6007-E227-FB3A8769B6DA}"/>
              </a:ext>
            </a:extLst>
          </p:cNvPr>
          <p:cNvSpPr txBox="1"/>
          <p:nvPr/>
        </p:nvSpPr>
        <p:spPr>
          <a:xfrm>
            <a:off x="1286105" y="423061"/>
            <a:ext cx="10448695"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srgbClr val="2AE0BD"/>
                </a:solidFill>
                <a:effectLst/>
                <a:uLnTx/>
                <a:uFillTx/>
                <a:latin typeface="Arial" panose="020B0604020202020204" pitchFamily="34" charset="0"/>
                <a:ea typeface="+mn-ea"/>
                <a:cs typeface="Arial" panose="020B0604020202020204" pitchFamily="34" charset="0"/>
              </a:rPr>
              <a:t>What will be covered in the rest of today’s session</a:t>
            </a:r>
            <a:r>
              <a:rPr kumimoji="0" lang="en-US" sz="3600" b="0" i="1" u="none" strike="noStrike" kern="1200" cap="none" spc="0" normalizeH="0" baseline="0" noProof="0" dirty="0">
                <a:ln>
                  <a:noFill/>
                </a:ln>
                <a:solidFill>
                  <a:srgbClr val="2AE0BD"/>
                </a:solidFill>
                <a:effectLst/>
                <a:uLnTx/>
                <a:uFillTx/>
                <a:latin typeface="Arial" panose="020B0604020202020204" pitchFamily="34" charset="0"/>
                <a:ea typeface="+mn-ea"/>
                <a:cs typeface="Arial" panose="020B0604020202020204" pitchFamily="34" charset="0"/>
              </a:rPr>
              <a:t>?</a:t>
            </a:r>
            <a:endParaRPr kumimoji="0" lang="en-ZA" sz="3600" b="0" i="1" u="none" strike="noStrike" kern="1200" cap="none" spc="0" normalizeH="0" baseline="0" noProof="0" dirty="0">
              <a:ln>
                <a:noFill/>
              </a:ln>
              <a:solidFill>
                <a:srgbClr val="2AE0BD"/>
              </a:solidFill>
              <a:effectLst/>
              <a:uLnTx/>
              <a:uFillTx/>
              <a:latin typeface="Arial" panose="020B0604020202020204" pitchFamily="34" charset="0"/>
              <a:ea typeface="+mn-ea"/>
              <a:cs typeface="Arial" panose="020B0604020202020204" pitchFamily="34" charset="0"/>
            </a:endParaRPr>
          </a:p>
        </p:txBody>
      </p:sp>
      <p:sp>
        <p:nvSpPr>
          <p:cNvPr id="39" name="TextBox 38">
            <a:extLst>
              <a:ext uri="{FF2B5EF4-FFF2-40B4-BE49-F238E27FC236}">
                <a16:creationId xmlns:a16="http://schemas.microsoft.com/office/drawing/2014/main" id="{926A2917-C7CE-45C4-E711-4939F583C89B}"/>
              </a:ext>
            </a:extLst>
          </p:cNvPr>
          <p:cNvSpPr txBox="1"/>
          <p:nvPr/>
        </p:nvSpPr>
        <p:spPr>
          <a:xfrm>
            <a:off x="6284371" y="1881532"/>
            <a:ext cx="5450429" cy="397031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What will be covered in the lecture-led session: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Count-controlled loops (for)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Condition-controlled loops (while)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Loop control using break and continue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Strings and lists as sequences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Iterating through sequences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Indexing and slicing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Creating and modifying lists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List methods and operations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Mutable vs immutable objects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Accumulator pattern (totals, averages)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Guess and Check pattern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Handling files</a:t>
            </a:r>
          </a:p>
        </p:txBody>
      </p:sp>
      <p:pic>
        <p:nvPicPr>
          <p:cNvPr id="48" name="Graphic 47">
            <a:extLst>
              <a:ext uri="{FF2B5EF4-FFF2-40B4-BE49-F238E27FC236}">
                <a16:creationId xmlns:a16="http://schemas.microsoft.com/office/drawing/2014/main" id="{4A3C9EA7-50BB-EA71-FF86-C7EF505F99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264231" y="1276467"/>
            <a:ext cx="5556170" cy="125848"/>
          </a:xfrm>
          <a:prstGeom prst="rect">
            <a:avLst/>
          </a:prstGeom>
        </p:spPr>
      </p:pic>
      <p:grpSp>
        <p:nvGrpSpPr>
          <p:cNvPr id="4" name="Graphic 9">
            <a:extLst>
              <a:ext uri="{FF2B5EF4-FFF2-40B4-BE49-F238E27FC236}">
                <a16:creationId xmlns:a16="http://schemas.microsoft.com/office/drawing/2014/main" id="{77DA2A28-30DD-C5E9-08F5-D7A6A460E2CC}"/>
              </a:ext>
            </a:extLst>
          </p:cNvPr>
          <p:cNvGrpSpPr/>
          <p:nvPr/>
        </p:nvGrpSpPr>
        <p:grpSpPr>
          <a:xfrm>
            <a:off x="547841" y="373487"/>
            <a:ext cx="434604" cy="732076"/>
            <a:chOff x="11234574" y="516131"/>
            <a:chExt cx="489199" cy="824039"/>
          </a:xfrm>
          <a:solidFill>
            <a:schemeClr val="bg1"/>
          </a:solidFill>
        </p:grpSpPr>
        <p:sp>
          <p:nvSpPr>
            <p:cNvPr id="5" name="Freeform: Shape 4">
              <a:extLst>
                <a:ext uri="{FF2B5EF4-FFF2-40B4-BE49-F238E27FC236}">
                  <a16:creationId xmlns:a16="http://schemas.microsoft.com/office/drawing/2014/main" id="{11485288-7B2A-8473-D75C-04DD6BB58B8A}"/>
                </a:ext>
              </a:extLst>
            </p:cNvPr>
            <p:cNvSpPr/>
            <p:nvPr/>
          </p:nvSpPr>
          <p:spPr>
            <a:xfrm>
              <a:off x="11415327" y="516131"/>
              <a:ext cx="128429" cy="127893"/>
            </a:xfrm>
            <a:custGeom>
              <a:avLst/>
              <a:gdLst>
                <a:gd name="connsiteX0" fmla="*/ 64248 w 128429"/>
                <a:gd name="connsiteY0" fmla="*/ 0 h 127893"/>
                <a:gd name="connsiteX1" fmla="*/ 0 w 128429"/>
                <a:gd name="connsiteY1" fmla="*/ 63913 h 127893"/>
                <a:gd name="connsiteX2" fmla="*/ 64181 w 128429"/>
                <a:gd name="connsiteY2" fmla="*/ 127894 h 127893"/>
                <a:gd name="connsiteX3" fmla="*/ 128430 w 128429"/>
                <a:gd name="connsiteY3" fmla="*/ 63980 h 127893"/>
                <a:gd name="connsiteX4" fmla="*/ 128430 w 128429"/>
                <a:gd name="connsiteY4" fmla="*/ 63980 h 127893"/>
                <a:gd name="connsiteX5" fmla="*/ 64248 w 128429"/>
                <a:gd name="connsiteY5" fmla="*/ 0 h 127893"/>
                <a:gd name="connsiteX6" fmla="*/ 64248 w 128429"/>
                <a:gd name="connsiteY6" fmla="*/ 104378 h 127893"/>
                <a:gd name="connsiteX7" fmla="*/ 23649 w 128429"/>
                <a:gd name="connsiteY7" fmla="*/ 63980 h 127893"/>
                <a:gd name="connsiteX8" fmla="*/ 64248 w 128429"/>
                <a:gd name="connsiteY8" fmla="*/ 23515 h 127893"/>
                <a:gd name="connsiteX9" fmla="*/ 104847 w 128429"/>
                <a:gd name="connsiteY9" fmla="*/ 63913 h 127893"/>
                <a:gd name="connsiteX10" fmla="*/ 64248 w 128429"/>
                <a:gd name="connsiteY10" fmla="*/ 104378 h 127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8429" h="127893">
                  <a:moveTo>
                    <a:pt x="64248" y="0"/>
                  </a:moveTo>
                  <a:cubicBezTo>
                    <a:pt x="28741" y="0"/>
                    <a:pt x="0" y="28607"/>
                    <a:pt x="0" y="63913"/>
                  </a:cubicBezTo>
                  <a:cubicBezTo>
                    <a:pt x="0" y="99220"/>
                    <a:pt x="28741" y="127894"/>
                    <a:pt x="64181" y="127894"/>
                  </a:cubicBezTo>
                  <a:cubicBezTo>
                    <a:pt x="99689" y="127894"/>
                    <a:pt x="128430" y="99287"/>
                    <a:pt x="128430" y="63980"/>
                  </a:cubicBezTo>
                  <a:lnTo>
                    <a:pt x="128430" y="63980"/>
                  </a:lnTo>
                  <a:cubicBezTo>
                    <a:pt x="128430" y="28674"/>
                    <a:pt x="99622" y="67"/>
                    <a:pt x="64248" y="0"/>
                  </a:cubicBezTo>
                  <a:close/>
                  <a:moveTo>
                    <a:pt x="64248" y="104378"/>
                  </a:moveTo>
                  <a:cubicBezTo>
                    <a:pt x="41805" y="104378"/>
                    <a:pt x="23649" y="86290"/>
                    <a:pt x="23649" y="63980"/>
                  </a:cubicBezTo>
                  <a:cubicBezTo>
                    <a:pt x="23649" y="41671"/>
                    <a:pt x="41805" y="23582"/>
                    <a:pt x="64248" y="23515"/>
                  </a:cubicBezTo>
                  <a:cubicBezTo>
                    <a:pt x="86692" y="23515"/>
                    <a:pt x="104847" y="41604"/>
                    <a:pt x="104847" y="63913"/>
                  </a:cubicBezTo>
                  <a:cubicBezTo>
                    <a:pt x="104847" y="86223"/>
                    <a:pt x="86692" y="104311"/>
                    <a:pt x="64248" y="104378"/>
                  </a:cubicBez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6" name="Freeform: Shape 5">
              <a:extLst>
                <a:ext uri="{FF2B5EF4-FFF2-40B4-BE49-F238E27FC236}">
                  <a16:creationId xmlns:a16="http://schemas.microsoft.com/office/drawing/2014/main" id="{7A026EF8-C282-9B3E-420D-5F19C54F6D4F}"/>
                </a:ext>
              </a:extLst>
            </p:cNvPr>
            <p:cNvSpPr/>
            <p:nvPr/>
          </p:nvSpPr>
          <p:spPr>
            <a:xfrm>
              <a:off x="11234574" y="1037286"/>
              <a:ext cx="221753" cy="173249"/>
            </a:xfrm>
            <a:custGeom>
              <a:avLst/>
              <a:gdLst>
                <a:gd name="connsiteX0" fmla="*/ 67 w 221753"/>
                <a:gd name="connsiteY0" fmla="*/ 0 h 173249"/>
                <a:gd name="connsiteX1" fmla="*/ 67 w 221753"/>
                <a:gd name="connsiteY1" fmla="*/ 14404 h 173249"/>
                <a:gd name="connsiteX2" fmla="*/ 47701 w 221753"/>
                <a:gd name="connsiteY2" fmla="*/ 173249 h 173249"/>
                <a:gd name="connsiteX3" fmla="*/ 221754 w 221753"/>
                <a:gd name="connsiteY3" fmla="*/ 0 h 173249"/>
                <a:gd name="connsiteX4" fmla="*/ 0 w 221753"/>
                <a:gd name="connsiteY4" fmla="*/ 0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53" h="173249">
                  <a:moveTo>
                    <a:pt x="67" y="0"/>
                  </a:moveTo>
                  <a:lnTo>
                    <a:pt x="67" y="14404"/>
                  </a:lnTo>
                  <a:cubicBezTo>
                    <a:pt x="-201" y="70881"/>
                    <a:pt x="16414" y="126152"/>
                    <a:pt x="47701" y="173249"/>
                  </a:cubicBezTo>
                  <a:lnTo>
                    <a:pt x="221754" y="0"/>
                  </a:lnTo>
                  <a:lnTo>
                    <a:pt x="0" y="0"/>
                  </a:ln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35" name="Freeform: Shape 34">
              <a:extLst>
                <a:ext uri="{FF2B5EF4-FFF2-40B4-BE49-F238E27FC236}">
                  <a16:creationId xmlns:a16="http://schemas.microsoft.com/office/drawing/2014/main" id="{BBB5A4F2-8BAF-A524-45F8-436D1DA00882}"/>
                </a:ext>
              </a:extLst>
            </p:cNvPr>
            <p:cNvSpPr/>
            <p:nvPr/>
          </p:nvSpPr>
          <p:spPr>
            <a:xfrm>
              <a:off x="11300698" y="1057116"/>
              <a:ext cx="357150" cy="241986"/>
            </a:xfrm>
            <a:custGeom>
              <a:avLst/>
              <a:gdLst>
                <a:gd name="connsiteX0" fmla="*/ 0 w 357150"/>
                <a:gd name="connsiteY0" fmla="*/ 177805 h 241986"/>
                <a:gd name="connsiteX1" fmla="*/ 2278 w 357150"/>
                <a:gd name="connsiteY1" fmla="*/ 180552 h 241986"/>
                <a:gd name="connsiteX2" fmla="*/ 74633 w 357150"/>
                <a:gd name="connsiteY2" fmla="*/ 241986 h 241986"/>
                <a:gd name="connsiteX3" fmla="*/ 87697 w 357150"/>
                <a:gd name="connsiteY3" fmla="*/ 228989 h 241986"/>
                <a:gd name="connsiteX4" fmla="*/ 100895 w 357150"/>
                <a:gd name="connsiteY4" fmla="*/ 215858 h 241986"/>
                <a:gd name="connsiteX5" fmla="*/ 178609 w 357150"/>
                <a:gd name="connsiteY5" fmla="*/ 138479 h 241986"/>
                <a:gd name="connsiteX6" fmla="*/ 256323 w 357150"/>
                <a:gd name="connsiteY6" fmla="*/ 215858 h 241986"/>
                <a:gd name="connsiteX7" fmla="*/ 269521 w 357150"/>
                <a:gd name="connsiteY7" fmla="*/ 228989 h 241986"/>
                <a:gd name="connsiteX8" fmla="*/ 282585 w 357150"/>
                <a:gd name="connsiteY8" fmla="*/ 241986 h 241986"/>
                <a:gd name="connsiteX9" fmla="*/ 354940 w 357150"/>
                <a:gd name="connsiteY9" fmla="*/ 180552 h 241986"/>
                <a:gd name="connsiteX10" fmla="*/ 357151 w 357150"/>
                <a:gd name="connsiteY10" fmla="*/ 177805 h 241986"/>
                <a:gd name="connsiteX11" fmla="*/ 178609 w 357150"/>
                <a:gd name="connsiteY11" fmla="*/ 0 h 241986"/>
                <a:gd name="connsiteX12" fmla="*/ 67 w 357150"/>
                <a:gd name="connsiteY12" fmla="*/ 177738 h 241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150" h="241986">
                  <a:moveTo>
                    <a:pt x="0" y="177805"/>
                  </a:moveTo>
                  <a:cubicBezTo>
                    <a:pt x="737" y="178743"/>
                    <a:pt x="1474" y="179614"/>
                    <a:pt x="2278" y="180552"/>
                  </a:cubicBezTo>
                  <a:cubicBezTo>
                    <a:pt x="22979" y="204737"/>
                    <a:pt x="47366" y="225439"/>
                    <a:pt x="74633" y="241986"/>
                  </a:cubicBezTo>
                  <a:lnTo>
                    <a:pt x="87697" y="228989"/>
                  </a:lnTo>
                  <a:lnTo>
                    <a:pt x="100895" y="215858"/>
                  </a:lnTo>
                  <a:lnTo>
                    <a:pt x="178609" y="138479"/>
                  </a:lnTo>
                  <a:lnTo>
                    <a:pt x="256323" y="215858"/>
                  </a:lnTo>
                  <a:lnTo>
                    <a:pt x="269521" y="228989"/>
                  </a:lnTo>
                  <a:lnTo>
                    <a:pt x="282585" y="241986"/>
                  </a:lnTo>
                  <a:cubicBezTo>
                    <a:pt x="309852" y="225439"/>
                    <a:pt x="334239" y="204737"/>
                    <a:pt x="354940" y="180552"/>
                  </a:cubicBezTo>
                  <a:cubicBezTo>
                    <a:pt x="355744" y="179614"/>
                    <a:pt x="356481" y="178743"/>
                    <a:pt x="357151" y="177805"/>
                  </a:cubicBezTo>
                  <a:lnTo>
                    <a:pt x="178609" y="0"/>
                  </a:lnTo>
                  <a:lnTo>
                    <a:pt x="67" y="177738"/>
                  </a:ln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45" name="Freeform: Shape 44">
              <a:extLst>
                <a:ext uri="{FF2B5EF4-FFF2-40B4-BE49-F238E27FC236}">
                  <a16:creationId xmlns:a16="http://schemas.microsoft.com/office/drawing/2014/main" id="{DD9FF288-F339-E9D0-26E7-5B02B6A5EA0C}"/>
                </a:ext>
              </a:extLst>
            </p:cNvPr>
            <p:cNvSpPr/>
            <p:nvPr/>
          </p:nvSpPr>
          <p:spPr>
            <a:xfrm>
              <a:off x="11234574" y="667473"/>
              <a:ext cx="489198" cy="339665"/>
            </a:xfrm>
            <a:custGeom>
              <a:avLst/>
              <a:gdLst>
                <a:gd name="connsiteX0" fmla="*/ 244666 w 489198"/>
                <a:gd name="connsiteY0" fmla="*/ 339665 h 339665"/>
                <a:gd name="connsiteX1" fmla="*/ 489198 w 489198"/>
                <a:gd name="connsiteY1" fmla="*/ 339665 h 339665"/>
                <a:gd name="connsiteX2" fmla="*/ 489198 w 489198"/>
                <a:gd name="connsiteY2" fmla="*/ 67 h 339665"/>
                <a:gd name="connsiteX3" fmla="*/ 453557 w 489198"/>
                <a:gd name="connsiteY3" fmla="*/ 67 h 339665"/>
                <a:gd name="connsiteX4" fmla="*/ 421868 w 489198"/>
                <a:gd name="connsiteY4" fmla="*/ 31555 h 339665"/>
                <a:gd name="connsiteX5" fmla="*/ 288816 w 489198"/>
                <a:gd name="connsiteY5" fmla="*/ 31555 h 339665"/>
                <a:gd name="connsiteX6" fmla="*/ 244599 w 489198"/>
                <a:gd name="connsiteY6" fmla="*/ 51988 h 339665"/>
                <a:gd name="connsiteX7" fmla="*/ 200382 w 489198"/>
                <a:gd name="connsiteY7" fmla="*/ 31622 h 339665"/>
                <a:gd name="connsiteX8" fmla="*/ 67397 w 489198"/>
                <a:gd name="connsiteY8" fmla="*/ 31622 h 339665"/>
                <a:gd name="connsiteX9" fmla="*/ 35641 w 489198"/>
                <a:gd name="connsiteY9" fmla="*/ 201 h 339665"/>
                <a:gd name="connsiteX10" fmla="*/ 35641 w 489198"/>
                <a:gd name="connsiteY10" fmla="*/ 0 h 339665"/>
                <a:gd name="connsiteX11" fmla="*/ 0 w 489198"/>
                <a:gd name="connsiteY11" fmla="*/ 0 h 339665"/>
                <a:gd name="connsiteX12" fmla="*/ 0 w 489198"/>
                <a:gd name="connsiteY12" fmla="*/ 339598 h 339665"/>
                <a:gd name="connsiteX13" fmla="*/ 244599 w 489198"/>
                <a:gd name="connsiteY13" fmla="*/ 339598 h 339665"/>
                <a:gd name="connsiteX14" fmla="*/ 391251 w 489198"/>
                <a:gd name="connsiteY14" fmla="*/ 85419 h 339665"/>
                <a:gd name="connsiteX15" fmla="*/ 435133 w 489198"/>
                <a:gd name="connsiteY15" fmla="*/ 129100 h 339665"/>
                <a:gd name="connsiteX16" fmla="*/ 391251 w 489198"/>
                <a:gd name="connsiteY16" fmla="*/ 172780 h 339665"/>
                <a:gd name="connsiteX17" fmla="*/ 347303 w 489198"/>
                <a:gd name="connsiteY17" fmla="*/ 129100 h 339665"/>
                <a:gd name="connsiteX18" fmla="*/ 391251 w 489198"/>
                <a:gd name="connsiteY18" fmla="*/ 85486 h 339665"/>
                <a:gd name="connsiteX19" fmla="*/ 391251 w 489198"/>
                <a:gd name="connsiteY19" fmla="*/ 85486 h 339665"/>
                <a:gd name="connsiteX20" fmla="*/ 244666 w 489198"/>
                <a:gd name="connsiteY20" fmla="*/ 127827 h 339665"/>
                <a:gd name="connsiteX21" fmla="*/ 332162 w 489198"/>
                <a:gd name="connsiteY21" fmla="*/ 214853 h 339665"/>
                <a:gd name="connsiteX22" fmla="*/ 244666 w 489198"/>
                <a:gd name="connsiteY22" fmla="*/ 301947 h 339665"/>
                <a:gd name="connsiteX23" fmla="*/ 157171 w 489198"/>
                <a:gd name="connsiteY23" fmla="*/ 214853 h 339665"/>
                <a:gd name="connsiteX24" fmla="*/ 244666 w 489198"/>
                <a:gd name="connsiteY24" fmla="*/ 127827 h 339665"/>
                <a:gd name="connsiteX25" fmla="*/ 98081 w 489198"/>
                <a:gd name="connsiteY25" fmla="*/ 85486 h 339665"/>
                <a:gd name="connsiteX26" fmla="*/ 142030 w 489198"/>
                <a:gd name="connsiteY26" fmla="*/ 129167 h 339665"/>
                <a:gd name="connsiteX27" fmla="*/ 98081 w 489198"/>
                <a:gd name="connsiteY27" fmla="*/ 172780 h 339665"/>
                <a:gd name="connsiteX28" fmla="*/ 98081 w 489198"/>
                <a:gd name="connsiteY28" fmla="*/ 172780 h 339665"/>
                <a:gd name="connsiteX29" fmla="*/ 54199 w 489198"/>
                <a:gd name="connsiteY29" fmla="*/ 129167 h 339665"/>
                <a:gd name="connsiteX30" fmla="*/ 98081 w 489198"/>
                <a:gd name="connsiteY30" fmla="*/ 85486 h 339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9198" h="339665">
                  <a:moveTo>
                    <a:pt x="244666" y="339665"/>
                  </a:moveTo>
                  <a:lnTo>
                    <a:pt x="489198" y="339665"/>
                  </a:lnTo>
                  <a:lnTo>
                    <a:pt x="489198" y="67"/>
                  </a:lnTo>
                  <a:lnTo>
                    <a:pt x="453557" y="67"/>
                  </a:lnTo>
                  <a:cubicBezTo>
                    <a:pt x="453557" y="17486"/>
                    <a:pt x="439354" y="31555"/>
                    <a:pt x="421868" y="31555"/>
                  </a:cubicBezTo>
                  <a:lnTo>
                    <a:pt x="288816" y="31555"/>
                  </a:lnTo>
                  <a:cubicBezTo>
                    <a:pt x="271933" y="32359"/>
                    <a:pt x="256055" y="39661"/>
                    <a:pt x="244599" y="51988"/>
                  </a:cubicBezTo>
                  <a:cubicBezTo>
                    <a:pt x="233076" y="39728"/>
                    <a:pt x="217265" y="32359"/>
                    <a:pt x="200382" y="31622"/>
                  </a:cubicBezTo>
                  <a:lnTo>
                    <a:pt x="67397" y="31622"/>
                  </a:lnTo>
                  <a:cubicBezTo>
                    <a:pt x="49911" y="31622"/>
                    <a:pt x="35708" y="17620"/>
                    <a:pt x="35641" y="201"/>
                  </a:cubicBezTo>
                  <a:lnTo>
                    <a:pt x="35641" y="0"/>
                  </a:lnTo>
                  <a:lnTo>
                    <a:pt x="0" y="0"/>
                  </a:lnTo>
                  <a:lnTo>
                    <a:pt x="0" y="339598"/>
                  </a:lnTo>
                  <a:lnTo>
                    <a:pt x="244599" y="339598"/>
                  </a:lnTo>
                  <a:close/>
                  <a:moveTo>
                    <a:pt x="391251" y="85419"/>
                  </a:moveTo>
                  <a:cubicBezTo>
                    <a:pt x="391251" y="109537"/>
                    <a:pt x="410881" y="129100"/>
                    <a:pt x="435133" y="129100"/>
                  </a:cubicBezTo>
                  <a:cubicBezTo>
                    <a:pt x="410881" y="129100"/>
                    <a:pt x="391251" y="148662"/>
                    <a:pt x="391251" y="172780"/>
                  </a:cubicBezTo>
                  <a:cubicBezTo>
                    <a:pt x="391251" y="148662"/>
                    <a:pt x="371555" y="129100"/>
                    <a:pt x="347303" y="129100"/>
                  </a:cubicBezTo>
                  <a:cubicBezTo>
                    <a:pt x="371555" y="129100"/>
                    <a:pt x="391184" y="109604"/>
                    <a:pt x="391251" y="85486"/>
                  </a:cubicBezTo>
                  <a:lnTo>
                    <a:pt x="391251" y="85486"/>
                  </a:lnTo>
                  <a:close/>
                  <a:moveTo>
                    <a:pt x="244666" y="127827"/>
                  </a:moveTo>
                  <a:cubicBezTo>
                    <a:pt x="244666" y="175929"/>
                    <a:pt x="283858" y="214920"/>
                    <a:pt x="332162" y="214853"/>
                  </a:cubicBezTo>
                  <a:cubicBezTo>
                    <a:pt x="283858" y="214853"/>
                    <a:pt x="244666" y="253844"/>
                    <a:pt x="244666" y="301947"/>
                  </a:cubicBezTo>
                  <a:cubicBezTo>
                    <a:pt x="244666" y="253844"/>
                    <a:pt x="205474" y="214853"/>
                    <a:pt x="157171" y="214853"/>
                  </a:cubicBezTo>
                  <a:cubicBezTo>
                    <a:pt x="205474" y="214853"/>
                    <a:pt x="244599" y="175862"/>
                    <a:pt x="244666" y="127827"/>
                  </a:cubicBezTo>
                  <a:close/>
                  <a:moveTo>
                    <a:pt x="98081" y="85486"/>
                  </a:moveTo>
                  <a:cubicBezTo>
                    <a:pt x="98081" y="109604"/>
                    <a:pt x="117777" y="129234"/>
                    <a:pt x="142030" y="129167"/>
                  </a:cubicBezTo>
                  <a:cubicBezTo>
                    <a:pt x="117777" y="129167"/>
                    <a:pt x="98081" y="148662"/>
                    <a:pt x="98081" y="172780"/>
                  </a:cubicBezTo>
                  <a:lnTo>
                    <a:pt x="98081" y="172780"/>
                  </a:lnTo>
                  <a:cubicBezTo>
                    <a:pt x="98081" y="148729"/>
                    <a:pt x="78451" y="129167"/>
                    <a:pt x="54199" y="129167"/>
                  </a:cubicBezTo>
                  <a:cubicBezTo>
                    <a:pt x="78451" y="129167"/>
                    <a:pt x="98081" y="109604"/>
                    <a:pt x="98081" y="85486"/>
                  </a:cubicBez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46" name="Freeform: Shape 45">
              <a:extLst>
                <a:ext uri="{FF2B5EF4-FFF2-40B4-BE49-F238E27FC236}">
                  <a16:creationId xmlns:a16="http://schemas.microsoft.com/office/drawing/2014/main" id="{50E33388-751A-DC30-A875-1FCC66588FCE}"/>
                </a:ext>
              </a:extLst>
            </p:cNvPr>
            <p:cNvSpPr/>
            <p:nvPr/>
          </p:nvSpPr>
          <p:spPr>
            <a:xfrm>
              <a:off x="11501952" y="1037286"/>
              <a:ext cx="221822" cy="173249"/>
            </a:xfrm>
            <a:custGeom>
              <a:avLst/>
              <a:gdLst>
                <a:gd name="connsiteX0" fmla="*/ 174120 w 221822"/>
                <a:gd name="connsiteY0" fmla="*/ 173249 h 173249"/>
                <a:gd name="connsiteX1" fmla="*/ 221821 w 221822"/>
                <a:gd name="connsiteY1" fmla="*/ 14404 h 173249"/>
                <a:gd name="connsiteX2" fmla="*/ 221821 w 221822"/>
                <a:gd name="connsiteY2" fmla="*/ 0 h 173249"/>
                <a:gd name="connsiteX3" fmla="*/ 0 w 221822"/>
                <a:gd name="connsiteY3" fmla="*/ 0 h 173249"/>
                <a:gd name="connsiteX4" fmla="*/ 174120 w 221822"/>
                <a:gd name="connsiteY4" fmla="*/ 173249 h 173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822" h="173249">
                  <a:moveTo>
                    <a:pt x="174120" y="173249"/>
                  </a:moveTo>
                  <a:cubicBezTo>
                    <a:pt x="205474" y="126152"/>
                    <a:pt x="222022" y="70881"/>
                    <a:pt x="221821" y="14404"/>
                  </a:cubicBezTo>
                  <a:lnTo>
                    <a:pt x="221821" y="0"/>
                  </a:lnTo>
                  <a:lnTo>
                    <a:pt x="0" y="0"/>
                  </a:lnTo>
                  <a:lnTo>
                    <a:pt x="174120" y="173249"/>
                  </a:ln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sp>
          <p:nvSpPr>
            <p:cNvPr id="47" name="Freeform: Shape 46">
              <a:extLst>
                <a:ext uri="{FF2B5EF4-FFF2-40B4-BE49-F238E27FC236}">
                  <a16:creationId xmlns:a16="http://schemas.microsoft.com/office/drawing/2014/main" id="{74E689CE-C40A-9C4B-3E18-BDA971B85E11}"/>
                </a:ext>
              </a:extLst>
            </p:cNvPr>
            <p:cNvSpPr/>
            <p:nvPr/>
          </p:nvSpPr>
          <p:spPr>
            <a:xfrm>
              <a:off x="11402933" y="1238204"/>
              <a:ext cx="152547" cy="101966"/>
            </a:xfrm>
            <a:custGeom>
              <a:avLst/>
              <a:gdLst>
                <a:gd name="connsiteX0" fmla="*/ 76307 w 152547"/>
                <a:gd name="connsiteY0" fmla="*/ 0 h 101966"/>
                <a:gd name="connsiteX1" fmla="*/ 27066 w 152547"/>
                <a:gd name="connsiteY1" fmla="*/ 48973 h 101966"/>
                <a:gd name="connsiteX2" fmla="*/ 0 w 152547"/>
                <a:gd name="connsiteY2" fmla="*/ 75905 h 101966"/>
                <a:gd name="connsiteX3" fmla="*/ 72221 w 152547"/>
                <a:gd name="connsiteY3" fmla="*/ 101029 h 101966"/>
                <a:gd name="connsiteX4" fmla="*/ 76240 w 152547"/>
                <a:gd name="connsiteY4" fmla="*/ 101966 h 101966"/>
                <a:gd name="connsiteX5" fmla="*/ 80260 w 152547"/>
                <a:gd name="connsiteY5" fmla="*/ 101029 h 101966"/>
                <a:gd name="connsiteX6" fmla="*/ 152548 w 152547"/>
                <a:gd name="connsiteY6" fmla="*/ 75905 h 101966"/>
                <a:gd name="connsiteX7" fmla="*/ 125482 w 152547"/>
                <a:gd name="connsiteY7" fmla="*/ 48973 h 101966"/>
                <a:gd name="connsiteX8" fmla="*/ 76307 w 152547"/>
                <a:gd name="connsiteY8" fmla="*/ 0 h 10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547" h="101966">
                  <a:moveTo>
                    <a:pt x="76307" y="0"/>
                  </a:moveTo>
                  <a:lnTo>
                    <a:pt x="27066" y="48973"/>
                  </a:lnTo>
                  <a:lnTo>
                    <a:pt x="0" y="75905"/>
                  </a:lnTo>
                  <a:cubicBezTo>
                    <a:pt x="23046" y="86960"/>
                    <a:pt x="47299" y="95401"/>
                    <a:pt x="72221" y="101029"/>
                  </a:cubicBezTo>
                  <a:lnTo>
                    <a:pt x="76240" y="101966"/>
                  </a:lnTo>
                  <a:lnTo>
                    <a:pt x="80260" y="101029"/>
                  </a:lnTo>
                  <a:cubicBezTo>
                    <a:pt x="105249" y="95401"/>
                    <a:pt x="129502" y="86960"/>
                    <a:pt x="152548" y="75905"/>
                  </a:cubicBezTo>
                  <a:lnTo>
                    <a:pt x="125482" y="48973"/>
                  </a:lnTo>
                  <a:lnTo>
                    <a:pt x="76307" y="0"/>
                  </a:lnTo>
                  <a:close/>
                </a:path>
              </a:pathLst>
            </a:custGeom>
            <a:grpFill/>
            <a:ln w="6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black"/>
                </a:solidFill>
                <a:effectLst/>
                <a:uLnTx/>
                <a:uFillTx/>
                <a:latin typeface="CocogoosePro Light"/>
                <a:ea typeface="+mn-ea"/>
                <a:cs typeface="+mn-cs"/>
              </a:endParaRPr>
            </a:p>
          </p:txBody>
        </p:sp>
      </p:grpSp>
    </p:spTree>
    <p:extLst>
      <p:ext uri="{BB962C8B-B14F-4D97-AF65-F5344CB8AC3E}">
        <p14:creationId xmlns:p14="http://schemas.microsoft.com/office/powerpoint/2010/main" val="3514545399"/>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B74A8-296C-0F49-E900-66ED84B7B0CB}"/>
              </a:ext>
            </a:extLst>
          </p:cNvPr>
          <p:cNvSpPr>
            <a:spLocks noGrp="1"/>
          </p:cNvSpPr>
          <p:nvPr>
            <p:ph type="title"/>
          </p:nvPr>
        </p:nvSpPr>
        <p:spPr/>
        <p:txBody>
          <a:bodyPr/>
          <a:lstStyle/>
          <a:p>
            <a:r>
              <a:rPr lang="en-US" dirty="0"/>
              <a:t>Repetitive tasks</a:t>
            </a:r>
            <a:endParaRPr lang="en-ZA" dirty="0"/>
          </a:p>
        </p:txBody>
      </p:sp>
      <p:sp>
        <p:nvSpPr>
          <p:cNvPr id="3" name="Content Placeholder 2">
            <a:extLst>
              <a:ext uri="{FF2B5EF4-FFF2-40B4-BE49-F238E27FC236}">
                <a16:creationId xmlns:a16="http://schemas.microsoft.com/office/drawing/2014/main" id="{E4011C23-6C04-B0F3-21A8-DAE27226B530}"/>
              </a:ext>
            </a:extLst>
          </p:cNvPr>
          <p:cNvSpPr>
            <a:spLocks noGrp="1"/>
          </p:cNvSpPr>
          <p:nvPr>
            <p:ph type="body" sz="quarter" idx="13"/>
          </p:nvPr>
        </p:nvSpPr>
        <p:spPr/>
        <p:txBody>
          <a:bodyPr/>
          <a:lstStyle/>
          <a:p>
            <a:r>
              <a:rPr lang="en-US" dirty="0"/>
              <a:t>Many real-world tasks are repetitive</a:t>
            </a:r>
          </a:p>
          <a:p>
            <a:r>
              <a:rPr lang="en-US" dirty="0"/>
              <a:t>Example: Payroll processing</a:t>
            </a:r>
          </a:p>
          <a:p>
            <a:r>
              <a:rPr lang="en-US" dirty="0"/>
              <a:t>Early “computers” were people doing calculations</a:t>
            </a:r>
          </a:p>
          <a:p>
            <a:r>
              <a:rPr lang="en-US" dirty="0"/>
              <a:t>Modern computers:</a:t>
            </a:r>
          </a:p>
          <a:p>
            <a:pPr lvl="1"/>
            <a:r>
              <a:rPr lang="en-US" dirty="0"/>
              <a:t>Work fast</a:t>
            </a:r>
          </a:p>
          <a:p>
            <a:pPr lvl="1"/>
            <a:r>
              <a:rPr lang="en-US" dirty="0"/>
              <a:t>Do not get tired</a:t>
            </a:r>
          </a:p>
          <a:p>
            <a:pPr lvl="1"/>
            <a:r>
              <a:rPr lang="en-US" dirty="0"/>
              <a:t>Handle repetition efficiently</a:t>
            </a:r>
            <a:endParaRPr lang="en-ZA" dirty="0"/>
          </a:p>
        </p:txBody>
      </p:sp>
    </p:spTree>
    <p:extLst>
      <p:ext uri="{BB962C8B-B14F-4D97-AF65-F5344CB8AC3E}">
        <p14:creationId xmlns:p14="http://schemas.microsoft.com/office/powerpoint/2010/main" val="2079925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63954-30B1-39EE-04AE-0F1EA28384B7}"/>
              </a:ext>
            </a:extLst>
          </p:cNvPr>
          <p:cNvSpPr>
            <a:spLocks noGrp="1"/>
          </p:cNvSpPr>
          <p:nvPr>
            <p:ph type="title"/>
          </p:nvPr>
        </p:nvSpPr>
        <p:spPr/>
        <p:txBody>
          <a:bodyPr/>
          <a:lstStyle/>
          <a:p>
            <a:r>
              <a:rPr lang="en-US" dirty="0"/>
              <a:t>Iteration Loops</a:t>
            </a:r>
            <a:endParaRPr lang="en-ZA" dirty="0"/>
          </a:p>
        </p:txBody>
      </p:sp>
      <p:sp>
        <p:nvSpPr>
          <p:cNvPr id="3" name="Content Placeholder 2">
            <a:extLst>
              <a:ext uri="{FF2B5EF4-FFF2-40B4-BE49-F238E27FC236}">
                <a16:creationId xmlns:a16="http://schemas.microsoft.com/office/drawing/2014/main" id="{0543BC40-D1BB-17BF-833C-DBC0FEA48BFD}"/>
              </a:ext>
            </a:extLst>
          </p:cNvPr>
          <p:cNvSpPr>
            <a:spLocks noGrp="1"/>
          </p:cNvSpPr>
          <p:nvPr>
            <p:ph type="body" sz="quarter" idx="13"/>
          </p:nvPr>
        </p:nvSpPr>
        <p:spPr/>
        <p:txBody>
          <a:bodyPr>
            <a:normAutofit lnSpcReduction="10000"/>
          </a:bodyPr>
          <a:lstStyle/>
          <a:p>
            <a:r>
              <a:rPr lang="en-US" dirty="0"/>
              <a:t>Repetition in programming = Iteration / Loops</a:t>
            </a:r>
          </a:p>
          <a:p>
            <a:r>
              <a:rPr lang="en-US" dirty="0"/>
              <a:t>Used to repeat tasks automatically</a:t>
            </a:r>
          </a:p>
          <a:p>
            <a:r>
              <a:rPr lang="en-US" dirty="0"/>
              <a:t>Important because:</a:t>
            </a:r>
          </a:p>
          <a:p>
            <a:pPr lvl="1"/>
            <a:r>
              <a:rPr lang="en-US" dirty="0"/>
              <a:t>Saves time</a:t>
            </a:r>
          </a:p>
          <a:p>
            <a:pPr lvl="1"/>
            <a:r>
              <a:rPr lang="en-US" dirty="0"/>
              <a:t>Reduces code duplication</a:t>
            </a:r>
          </a:p>
          <a:p>
            <a:r>
              <a:rPr lang="en-US" dirty="0"/>
              <a:t>Example</a:t>
            </a:r>
          </a:p>
          <a:p>
            <a:pPr marL="457200" lvl="1" indent="0">
              <a:buNone/>
            </a:pPr>
            <a:r>
              <a:rPr lang="en-ZA" dirty="0"/>
              <a:t>for </a:t>
            </a:r>
            <a:r>
              <a:rPr lang="en-ZA" dirty="0" err="1"/>
              <a:t>i</a:t>
            </a:r>
            <a:r>
              <a:rPr lang="en-ZA" dirty="0"/>
              <a:t> in range(5):</a:t>
            </a:r>
          </a:p>
          <a:p>
            <a:pPr marL="457200" lvl="1" indent="0">
              <a:buNone/>
            </a:pPr>
            <a:r>
              <a:rPr lang="en-ZA" dirty="0"/>
              <a:t>    print("Hello")</a:t>
            </a:r>
          </a:p>
          <a:p>
            <a:r>
              <a:rPr lang="en-ZA" dirty="0"/>
              <a:t>Prints Hello 5 times</a:t>
            </a:r>
          </a:p>
        </p:txBody>
      </p:sp>
    </p:spTree>
    <p:extLst>
      <p:ext uri="{BB962C8B-B14F-4D97-AF65-F5344CB8AC3E}">
        <p14:creationId xmlns:p14="http://schemas.microsoft.com/office/powerpoint/2010/main" val="527790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D2884-DF7D-692D-7758-5A8B479DC3A4}"/>
              </a:ext>
            </a:extLst>
          </p:cNvPr>
          <p:cNvSpPr>
            <a:spLocks noGrp="1"/>
          </p:cNvSpPr>
          <p:nvPr>
            <p:ph type="title"/>
          </p:nvPr>
        </p:nvSpPr>
        <p:spPr/>
        <p:txBody>
          <a:bodyPr/>
          <a:lstStyle/>
          <a:p>
            <a:r>
              <a:rPr lang="en-US" dirty="0"/>
              <a:t>Sequences in Python</a:t>
            </a:r>
            <a:endParaRPr lang="en-ZA" dirty="0"/>
          </a:p>
        </p:txBody>
      </p:sp>
      <p:sp>
        <p:nvSpPr>
          <p:cNvPr id="3" name="Content Placeholder 2">
            <a:extLst>
              <a:ext uri="{FF2B5EF4-FFF2-40B4-BE49-F238E27FC236}">
                <a16:creationId xmlns:a16="http://schemas.microsoft.com/office/drawing/2014/main" id="{C4CD1798-BB4D-B446-C3FA-76F1950F4FBA}"/>
              </a:ext>
            </a:extLst>
          </p:cNvPr>
          <p:cNvSpPr>
            <a:spLocks noGrp="1"/>
          </p:cNvSpPr>
          <p:nvPr>
            <p:ph type="body" sz="quarter" idx="13"/>
          </p:nvPr>
        </p:nvSpPr>
        <p:spPr/>
        <p:txBody>
          <a:bodyPr/>
          <a:lstStyle/>
          <a:p>
            <a:r>
              <a:rPr lang="en-US" dirty="0"/>
              <a:t>Repetitive tasks usually use data collections </a:t>
            </a:r>
          </a:p>
          <a:p>
            <a:r>
              <a:rPr lang="en-US" dirty="0"/>
              <a:t>Common Python sequences: </a:t>
            </a:r>
          </a:p>
          <a:p>
            <a:pPr lvl="1"/>
            <a:r>
              <a:rPr lang="en-US" b="1" dirty="0"/>
              <a:t>Lists</a:t>
            </a:r>
            <a:r>
              <a:rPr lang="en-US" dirty="0"/>
              <a:t> → multiple items </a:t>
            </a:r>
          </a:p>
          <a:p>
            <a:pPr lvl="1"/>
            <a:r>
              <a:rPr lang="en-US" b="1" dirty="0"/>
              <a:t>Strings</a:t>
            </a:r>
            <a:r>
              <a:rPr lang="en-US" dirty="0"/>
              <a:t> → sequence of characters</a:t>
            </a:r>
          </a:p>
          <a:p>
            <a:endParaRPr lang="en-ZA" dirty="0"/>
          </a:p>
        </p:txBody>
      </p:sp>
    </p:spTree>
    <p:extLst>
      <p:ext uri="{BB962C8B-B14F-4D97-AF65-F5344CB8AC3E}">
        <p14:creationId xmlns:p14="http://schemas.microsoft.com/office/powerpoint/2010/main" val="3455666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68B40-2B99-0C91-8905-0D88F4499E15}"/>
              </a:ext>
            </a:extLst>
          </p:cNvPr>
          <p:cNvSpPr>
            <a:spLocks noGrp="1"/>
          </p:cNvSpPr>
          <p:nvPr>
            <p:ph type="title"/>
          </p:nvPr>
        </p:nvSpPr>
        <p:spPr/>
        <p:txBody>
          <a:bodyPr/>
          <a:lstStyle/>
          <a:p>
            <a:r>
              <a:rPr lang="en-US" dirty="0"/>
              <a:t>Types of Loops</a:t>
            </a:r>
            <a:endParaRPr lang="en-ZA" dirty="0"/>
          </a:p>
        </p:txBody>
      </p:sp>
      <p:sp>
        <p:nvSpPr>
          <p:cNvPr id="3" name="Content Placeholder 2">
            <a:extLst>
              <a:ext uri="{FF2B5EF4-FFF2-40B4-BE49-F238E27FC236}">
                <a16:creationId xmlns:a16="http://schemas.microsoft.com/office/drawing/2014/main" id="{AFCEBB34-083D-34CA-C171-B402479AA2B9}"/>
              </a:ext>
            </a:extLst>
          </p:cNvPr>
          <p:cNvSpPr>
            <a:spLocks noGrp="1"/>
          </p:cNvSpPr>
          <p:nvPr>
            <p:ph type="body" sz="quarter" idx="13"/>
          </p:nvPr>
        </p:nvSpPr>
        <p:spPr/>
        <p:txBody>
          <a:bodyPr/>
          <a:lstStyle/>
          <a:p>
            <a:r>
              <a:rPr lang="en-US" dirty="0"/>
              <a:t>Two main types of loops:</a:t>
            </a:r>
          </a:p>
          <a:p>
            <a:pPr lvl="1"/>
            <a:r>
              <a:rPr lang="en-US" dirty="0"/>
              <a:t>Count-controlled loops: repeat a fixed number of times </a:t>
            </a:r>
          </a:p>
          <a:p>
            <a:pPr lvl="1"/>
            <a:r>
              <a:rPr lang="en-US" dirty="0"/>
              <a:t>Condition-controlled loops: repeat while a condition is true</a:t>
            </a:r>
          </a:p>
          <a:p>
            <a:pPr marL="0" indent="0">
              <a:buNone/>
            </a:pPr>
            <a:endParaRPr lang="en-ZA" dirty="0"/>
          </a:p>
        </p:txBody>
      </p:sp>
    </p:spTree>
    <p:extLst>
      <p:ext uri="{BB962C8B-B14F-4D97-AF65-F5344CB8AC3E}">
        <p14:creationId xmlns:p14="http://schemas.microsoft.com/office/powerpoint/2010/main" val="3648600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4A40E-C5EA-D0AA-C59C-6882B7693D81}"/>
              </a:ext>
            </a:extLst>
          </p:cNvPr>
          <p:cNvSpPr>
            <a:spLocks noGrp="1"/>
          </p:cNvSpPr>
          <p:nvPr>
            <p:ph type="title"/>
          </p:nvPr>
        </p:nvSpPr>
        <p:spPr/>
        <p:txBody>
          <a:bodyPr/>
          <a:lstStyle/>
          <a:p>
            <a:r>
              <a:rPr lang="en-US" dirty="0"/>
              <a:t>Count Controlled Loops</a:t>
            </a:r>
            <a:endParaRPr lang="en-ZA" dirty="0"/>
          </a:p>
        </p:txBody>
      </p:sp>
      <p:sp>
        <p:nvSpPr>
          <p:cNvPr id="3" name="Content Placeholder 2">
            <a:extLst>
              <a:ext uri="{FF2B5EF4-FFF2-40B4-BE49-F238E27FC236}">
                <a16:creationId xmlns:a16="http://schemas.microsoft.com/office/drawing/2014/main" id="{2E774370-C14D-7F45-59A1-175E4D802495}"/>
              </a:ext>
            </a:extLst>
          </p:cNvPr>
          <p:cNvSpPr>
            <a:spLocks noGrp="1"/>
          </p:cNvSpPr>
          <p:nvPr>
            <p:ph type="body" sz="quarter" idx="13"/>
          </p:nvPr>
        </p:nvSpPr>
        <p:spPr/>
        <p:txBody>
          <a:bodyPr/>
          <a:lstStyle/>
          <a:p>
            <a:r>
              <a:rPr lang="en-US" dirty="0"/>
              <a:t>Used when the number of repetitions is known</a:t>
            </a:r>
          </a:p>
          <a:p>
            <a:r>
              <a:rPr lang="en-US" dirty="0"/>
              <a:t>Implemented using:</a:t>
            </a:r>
          </a:p>
          <a:p>
            <a:pPr lvl="1"/>
            <a:r>
              <a:rPr lang="en-US" dirty="0"/>
              <a:t>for loop</a:t>
            </a:r>
          </a:p>
          <a:p>
            <a:pPr lvl="1"/>
            <a:r>
              <a:rPr lang="en-US" dirty="0"/>
              <a:t>range() function</a:t>
            </a:r>
            <a:endParaRPr lang="en-ZA" dirty="0"/>
          </a:p>
        </p:txBody>
      </p:sp>
    </p:spTree>
    <p:extLst>
      <p:ext uri="{BB962C8B-B14F-4D97-AF65-F5344CB8AC3E}">
        <p14:creationId xmlns:p14="http://schemas.microsoft.com/office/powerpoint/2010/main" val="3269181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E91DB-DE54-4258-2E2C-C67782E316A2}"/>
              </a:ext>
            </a:extLst>
          </p:cNvPr>
          <p:cNvSpPr>
            <a:spLocks noGrp="1"/>
          </p:cNvSpPr>
          <p:nvPr>
            <p:ph type="title"/>
          </p:nvPr>
        </p:nvSpPr>
        <p:spPr/>
        <p:txBody>
          <a:bodyPr/>
          <a:lstStyle/>
          <a:p>
            <a:r>
              <a:rPr lang="en-US" dirty="0"/>
              <a:t>Structure of for loop</a:t>
            </a:r>
            <a:endParaRPr lang="en-ZA" dirty="0"/>
          </a:p>
        </p:txBody>
      </p:sp>
      <p:sp>
        <p:nvSpPr>
          <p:cNvPr id="3" name="Content Placeholder 2">
            <a:extLst>
              <a:ext uri="{FF2B5EF4-FFF2-40B4-BE49-F238E27FC236}">
                <a16:creationId xmlns:a16="http://schemas.microsoft.com/office/drawing/2014/main" id="{D14112C8-2958-7D91-A55D-7F8B12CFDD80}"/>
              </a:ext>
            </a:extLst>
          </p:cNvPr>
          <p:cNvSpPr>
            <a:spLocks noGrp="1"/>
          </p:cNvSpPr>
          <p:nvPr>
            <p:ph type="body" sz="quarter" idx="13"/>
          </p:nvPr>
        </p:nvSpPr>
        <p:spPr/>
        <p:txBody>
          <a:bodyPr/>
          <a:lstStyle/>
          <a:p>
            <a:pPr marL="0" indent="0">
              <a:buNone/>
            </a:pPr>
            <a:r>
              <a:rPr lang="en-US" dirty="0">
                <a:solidFill>
                  <a:schemeClr val="tx2">
                    <a:lumMod val="75000"/>
                    <a:lumOff val="25000"/>
                  </a:schemeClr>
                </a:solidFill>
              </a:rPr>
              <a:t>for variable in range(start, stop, step):</a:t>
            </a:r>
          </a:p>
          <a:p>
            <a:pPr marL="0" indent="0">
              <a:buNone/>
            </a:pPr>
            <a:r>
              <a:rPr lang="en-US" dirty="0">
                <a:solidFill>
                  <a:schemeClr val="tx2">
                    <a:lumMod val="75000"/>
                    <a:lumOff val="25000"/>
                  </a:schemeClr>
                </a:solidFill>
              </a:rPr>
              <a:t>    # code</a:t>
            </a:r>
          </a:p>
          <a:p>
            <a:pPr marL="0" indent="0">
              <a:buNone/>
            </a:pPr>
            <a:endParaRPr lang="en-US" dirty="0">
              <a:solidFill>
                <a:schemeClr val="tx2">
                  <a:lumMod val="75000"/>
                  <a:lumOff val="25000"/>
                </a:schemeClr>
              </a:solidFill>
            </a:endParaRPr>
          </a:p>
          <a:p>
            <a:r>
              <a:rPr lang="en-US" dirty="0"/>
              <a:t>start → where loop begins</a:t>
            </a:r>
          </a:p>
          <a:p>
            <a:r>
              <a:rPr lang="en-US" dirty="0"/>
              <a:t>stop → where loop ends (not included)</a:t>
            </a:r>
          </a:p>
          <a:p>
            <a:r>
              <a:rPr lang="en-US" dirty="0"/>
              <a:t>step → increment/decrement</a:t>
            </a:r>
            <a:endParaRPr lang="en-ZA" dirty="0"/>
          </a:p>
        </p:txBody>
      </p:sp>
    </p:spTree>
    <p:extLst>
      <p:ext uri="{BB962C8B-B14F-4D97-AF65-F5344CB8AC3E}">
        <p14:creationId xmlns:p14="http://schemas.microsoft.com/office/powerpoint/2010/main" val="2537578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F00B4-E43A-214B-0EFD-D354E2B771CF}"/>
              </a:ext>
            </a:extLst>
          </p:cNvPr>
          <p:cNvSpPr>
            <a:spLocks noGrp="1"/>
          </p:cNvSpPr>
          <p:nvPr>
            <p:ph type="title"/>
          </p:nvPr>
        </p:nvSpPr>
        <p:spPr/>
        <p:txBody>
          <a:bodyPr/>
          <a:lstStyle/>
          <a:p>
            <a:r>
              <a:rPr lang="en-US" dirty="0"/>
              <a:t>Example of for loop</a:t>
            </a:r>
            <a:endParaRPr lang="en-ZA" dirty="0"/>
          </a:p>
        </p:txBody>
      </p:sp>
      <p:sp>
        <p:nvSpPr>
          <p:cNvPr id="3" name="Content Placeholder 2">
            <a:extLst>
              <a:ext uri="{FF2B5EF4-FFF2-40B4-BE49-F238E27FC236}">
                <a16:creationId xmlns:a16="http://schemas.microsoft.com/office/drawing/2014/main" id="{88562B72-1E80-3155-87FA-5F2FD24F9021}"/>
              </a:ext>
            </a:extLst>
          </p:cNvPr>
          <p:cNvSpPr>
            <a:spLocks noGrp="1"/>
          </p:cNvSpPr>
          <p:nvPr>
            <p:ph type="body" sz="quarter" idx="13"/>
          </p:nvPr>
        </p:nvSpPr>
        <p:spPr/>
        <p:txBody>
          <a:bodyPr/>
          <a:lstStyle/>
          <a:p>
            <a:pPr marL="0" indent="0">
              <a:buNone/>
            </a:pPr>
            <a:r>
              <a:rPr lang="en-ZA" dirty="0"/>
              <a:t>for </a:t>
            </a:r>
            <a:r>
              <a:rPr lang="en-ZA" dirty="0" err="1"/>
              <a:t>i</a:t>
            </a:r>
            <a:r>
              <a:rPr lang="en-ZA" dirty="0"/>
              <a:t> in range(1, 6):</a:t>
            </a:r>
          </a:p>
          <a:p>
            <a:pPr marL="0" indent="0">
              <a:buNone/>
            </a:pPr>
            <a:r>
              <a:rPr lang="en-ZA" dirty="0"/>
              <a:t>    print(</a:t>
            </a:r>
            <a:r>
              <a:rPr lang="en-ZA" dirty="0" err="1"/>
              <a:t>i</a:t>
            </a:r>
            <a:r>
              <a:rPr lang="en-ZA" dirty="0"/>
              <a:t>)</a:t>
            </a:r>
          </a:p>
        </p:txBody>
      </p:sp>
    </p:spTree>
    <p:extLst>
      <p:ext uri="{BB962C8B-B14F-4D97-AF65-F5344CB8AC3E}">
        <p14:creationId xmlns:p14="http://schemas.microsoft.com/office/powerpoint/2010/main" val="3164560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Step-by-Step Execution (1 to 5)</a:t>
            </a:r>
          </a:p>
        </p:txBody>
      </p:sp>
      <p:graphicFrame>
        <p:nvGraphicFramePr>
          <p:cNvPr id="3" name="Table 2"/>
          <p:cNvGraphicFramePr>
            <a:graphicFrameLocks noGrp="1"/>
          </p:cNvGraphicFramePr>
          <p:nvPr/>
        </p:nvGraphicFramePr>
        <p:xfrm>
          <a:off x="1981200" y="1371600"/>
          <a:ext cx="8229600" cy="36576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09600">
                <a:tc>
                  <a:txBody>
                    <a:bodyPr/>
                    <a:lstStyle/>
                    <a:p>
                      <a:r>
                        <a:t>Step</a:t>
                      </a:r>
                    </a:p>
                  </a:txBody>
                  <a:tcPr/>
                </a:tc>
                <a:tc>
                  <a:txBody>
                    <a:bodyPr/>
                    <a:lstStyle/>
                    <a:p>
                      <a:r>
                        <a:rPr dirty="0"/>
                        <a:t>Value of </a:t>
                      </a:r>
                      <a:r>
                        <a:rPr dirty="0" err="1"/>
                        <a:t>i</a:t>
                      </a:r>
                      <a:endParaRPr dirty="0"/>
                    </a:p>
                  </a:txBody>
                  <a:tcPr/>
                </a:tc>
                <a:tc>
                  <a:txBody>
                    <a:bodyPr/>
                    <a:lstStyle/>
                    <a:p>
                      <a:r>
                        <a:rPr dirty="0"/>
                        <a:t>Output</a:t>
                      </a:r>
                    </a:p>
                  </a:txBody>
                  <a:tcPr/>
                </a:tc>
                <a:extLst>
                  <a:ext uri="{0D108BD9-81ED-4DB2-BD59-A6C34878D82A}">
                    <a16:rowId xmlns:a16="http://schemas.microsoft.com/office/drawing/2014/main" val="10000"/>
                  </a:ext>
                </a:extLst>
              </a:tr>
              <a:tr h="609600">
                <a:tc>
                  <a:txBody>
                    <a:bodyPr/>
                    <a:lstStyle/>
                    <a:p>
                      <a:r>
                        <a:t>1</a:t>
                      </a:r>
                    </a:p>
                  </a:txBody>
                  <a:tcPr/>
                </a:tc>
                <a:tc>
                  <a:txBody>
                    <a:bodyPr/>
                    <a:lstStyle/>
                    <a:p>
                      <a:r>
                        <a:rPr dirty="0"/>
                        <a:t>1</a:t>
                      </a:r>
                    </a:p>
                  </a:txBody>
                  <a:tcPr/>
                </a:tc>
                <a:tc>
                  <a:txBody>
                    <a:bodyPr/>
                    <a:lstStyle/>
                    <a:p>
                      <a:r>
                        <a:t>1</a:t>
                      </a:r>
                    </a:p>
                  </a:txBody>
                  <a:tcPr/>
                </a:tc>
                <a:extLst>
                  <a:ext uri="{0D108BD9-81ED-4DB2-BD59-A6C34878D82A}">
                    <a16:rowId xmlns:a16="http://schemas.microsoft.com/office/drawing/2014/main" val="10001"/>
                  </a:ext>
                </a:extLst>
              </a:tr>
              <a:tr h="609600">
                <a:tc>
                  <a:txBody>
                    <a:bodyPr/>
                    <a:lstStyle/>
                    <a:p>
                      <a:r>
                        <a:rPr dirty="0"/>
                        <a:t>2</a:t>
                      </a:r>
                    </a:p>
                  </a:txBody>
                  <a:tcPr/>
                </a:tc>
                <a:tc>
                  <a:txBody>
                    <a:bodyPr/>
                    <a:lstStyle/>
                    <a:p>
                      <a:r>
                        <a:t>2</a:t>
                      </a:r>
                    </a:p>
                  </a:txBody>
                  <a:tcPr/>
                </a:tc>
                <a:tc>
                  <a:txBody>
                    <a:bodyPr/>
                    <a:lstStyle/>
                    <a:p>
                      <a:r>
                        <a:t>2</a:t>
                      </a:r>
                    </a:p>
                  </a:txBody>
                  <a:tcPr/>
                </a:tc>
                <a:extLst>
                  <a:ext uri="{0D108BD9-81ED-4DB2-BD59-A6C34878D82A}">
                    <a16:rowId xmlns:a16="http://schemas.microsoft.com/office/drawing/2014/main" val="10002"/>
                  </a:ext>
                </a:extLst>
              </a:tr>
              <a:tr h="609600">
                <a:tc>
                  <a:txBody>
                    <a:bodyPr/>
                    <a:lstStyle/>
                    <a:p>
                      <a:r>
                        <a:t>3</a:t>
                      </a:r>
                    </a:p>
                  </a:txBody>
                  <a:tcPr/>
                </a:tc>
                <a:tc>
                  <a:txBody>
                    <a:bodyPr/>
                    <a:lstStyle/>
                    <a:p>
                      <a:r>
                        <a:rPr dirty="0"/>
                        <a:t>3</a:t>
                      </a:r>
                    </a:p>
                  </a:txBody>
                  <a:tcPr/>
                </a:tc>
                <a:tc>
                  <a:txBody>
                    <a:bodyPr/>
                    <a:lstStyle/>
                    <a:p>
                      <a:r>
                        <a:rPr dirty="0"/>
                        <a:t>3</a:t>
                      </a:r>
                    </a:p>
                  </a:txBody>
                  <a:tcPr/>
                </a:tc>
                <a:extLst>
                  <a:ext uri="{0D108BD9-81ED-4DB2-BD59-A6C34878D82A}">
                    <a16:rowId xmlns:a16="http://schemas.microsoft.com/office/drawing/2014/main" val="10003"/>
                  </a:ext>
                </a:extLst>
              </a:tr>
              <a:tr h="609600">
                <a:tc>
                  <a:txBody>
                    <a:bodyPr/>
                    <a:lstStyle/>
                    <a:p>
                      <a:r>
                        <a:rPr dirty="0"/>
                        <a:t>4</a:t>
                      </a:r>
                    </a:p>
                  </a:txBody>
                  <a:tcPr/>
                </a:tc>
                <a:tc>
                  <a:txBody>
                    <a:bodyPr/>
                    <a:lstStyle/>
                    <a:p>
                      <a:r>
                        <a:rPr dirty="0"/>
                        <a:t>4</a:t>
                      </a:r>
                    </a:p>
                  </a:txBody>
                  <a:tcPr/>
                </a:tc>
                <a:tc>
                  <a:txBody>
                    <a:bodyPr/>
                    <a:lstStyle/>
                    <a:p>
                      <a:r>
                        <a:rPr dirty="0"/>
                        <a:t>4</a:t>
                      </a:r>
                    </a:p>
                  </a:txBody>
                  <a:tcPr/>
                </a:tc>
                <a:extLst>
                  <a:ext uri="{0D108BD9-81ED-4DB2-BD59-A6C34878D82A}">
                    <a16:rowId xmlns:a16="http://schemas.microsoft.com/office/drawing/2014/main" val="10004"/>
                  </a:ext>
                </a:extLst>
              </a:tr>
              <a:tr h="609600">
                <a:tc>
                  <a:txBody>
                    <a:bodyPr/>
                    <a:lstStyle/>
                    <a:p>
                      <a:r>
                        <a:rPr dirty="0"/>
                        <a:t>5</a:t>
                      </a:r>
                    </a:p>
                  </a:txBody>
                  <a:tcPr/>
                </a:tc>
                <a:tc>
                  <a:txBody>
                    <a:bodyPr/>
                    <a:lstStyle/>
                    <a:p>
                      <a:r>
                        <a:rPr dirty="0"/>
                        <a:t>5</a:t>
                      </a:r>
                    </a:p>
                  </a:txBody>
                  <a:tcPr/>
                </a:tc>
                <a:tc>
                  <a:txBody>
                    <a:bodyPr/>
                    <a:lstStyle/>
                    <a:p>
                      <a:r>
                        <a:rPr dirty="0"/>
                        <a:t>5</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Loop Variations</a:t>
            </a:r>
          </a:p>
        </p:txBody>
      </p:sp>
      <p:sp>
        <p:nvSpPr>
          <p:cNvPr id="3" name="Content Placeholder 2"/>
          <p:cNvSpPr>
            <a:spLocks noGrp="1"/>
          </p:cNvSpPr>
          <p:nvPr>
            <p:ph type="body" sz="quarter" idx="13"/>
          </p:nvPr>
        </p:nvSpPr>
        <p:spPr/>
        <p:txBody>
          <a:bodyPr/>
          <a:lstStyle/>
          <a:p>
            <a:r>
              <a:rPr dirty="0"/>
              <a:t>range(5) </a:t>
            </a:r>
            <a:r>
              <a:rPr lang="en-US" dirty="0"/>
              <a:t>- </a:t>
            </a:r>
            <a:r>
              <a:rPr dirty="0"/>
              <a:t> 0 to 4</a:t>
            </a:r>
          </a:p>
          <a:p>
            <a:r>
              <a:rPr dirty="0"/>
              <a:t>range(2,11,2) </a:t>
            </a:r>
            <a:r>
              <a:rPr lang="en-US" dirty="0"/>
              <a:t>- </a:t>
            </a:r>
            <a:r>
              <a:rPr dirty="0"/>
              <a:t> even numbers</a:t>
            </a:r>
          </a:p>
          <a:p>
            <a:r>
              <a:rPr dirty="0"/>
              <a:t>range(5,0,-1) - countdown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972BF-323A-1D3D-4E5A-B3C76FA0576D}"/>
              </a:ext>
            </a:extLst>
          </p:cNvPr>
          <p:cNvSpPr>
            <a:spLocks noGrp="1"/>
          </p:cNvSpPr>
          <p:nvPr>
            <p:ph type="title"/>
          </p:nvPr>
        </p:nvSpPr>
        <p:spPr/>
        <p:txBody>
          <a:bodyPr/>
          <a:lstStyle/>
          <a:p>
            <a:r>
              <a:rPr lang="en-US"/>
              <a:t>Accumulation: Totals</a:t>
            </a:r>
            <a:endParaRPr lang="en-ZA" dirty="0"/>
          </a:p>
        </p:txBody>
      </p:sp>
      <p:sp>
        <p:nvSpPr>
          <p:cNvPr id="3" name="Content Placeholder 2">
            <a:extLst>
              <a:ext uri="{FF2B5EF4-FFF2-40B4-BE49-F238E27FC236}">
                <a16:creationId xmlns:a16="http://schemas.microsoft.com/office/drawing/2014/main" id="{18C089B2-0489-FBDC-0CE4-6046BA72CBBA}"/>
              </a:ext>
            </a:extLst>
          </p:cNvPr>
          <p:cNvSpPr>
            <a:spLocks noGrp="1"/>
          </p:cNvSpPr>
          <p:nvPr>
            <p:ph type="body" sz="quarter" idx="16"/>
          </p:nvPr>
        </p:nvSpPr>
        <p:spPr>
          <a:xfrm>
            <a:off x="1228623" y="1617144"/>
            <a:ext cx="4486822" cy="3444260"/>
          </a:xfrm>
        </p:spPr>
        <p:txBody>
          <a:bodyPr>
            <a:normAutofit/>
          </a:bodyPr>
          <a:lstStyle/>
          <a:p>
            <a:pPr marL="0" indent="0">
              <a:buNone/>
            </a:pPr>
            <a:r>
              <a:rPr lang="en-US" sz="2400" dirty="0"/>
              <a:t>total = 0</a:t>
            </a:r>
          </a:p>
          <a:p>
            <a:pPr marL="0" indent="0">
              <a:buNone/>
            </a:pPr>
            <a:r>
              <a:rPr lang="en-US" sz="2400" dirty="0"/>
              <a:t>for </a:t>
            </a:r>
            <a:r>
              <a:rPr lang="en-US" sz="2400" dirty="0" err="1"/>
              <a:t>i</a:t>
            </a:r>
            <a:r>
              <a:rPr lang="en-US" sz="2400" dirty="0"/>
              <a:t> in range(1, 6):</a:t>
            </a:r>
          </a:p>
          <a:p>
            <a:pPr marL="0" indent="0">
              <a:buNone/>
            </a:pPr>
            <a:r>
              <a:rPr lang="en-US" sz="2400" dirty="0"/>
              <a:t>    total += </a:t>
            </a:r>
            <a:r>
              <a:rPr lang="en-US" sz="2400" dirty="0" err="1"/>
              <a:t>i</a:t>
            </a:r>
            <a:endParaRPr lang="en-ZA" sz="2400" dirty="0"/>
          </a:p>
          <a:p>
            <a:endParaRPr lang="en-ZA" sz="2400" dirty="0"/>
          </a:p>
        </p:txBody>
      </p:sp>
      <p:pic>
        <p:nvPicPr>
          <p:cNvPr id="6" name="Content Placeholder 5">
            <a:extLst>
              <a:ext uri="{FF2B5EF4-FFF2-40B4-BE49-F238E27FC236}">
                <a16:creationId xmlns:a16="http://schemas.microsoft.com/office/drawing/2014/main" id="{64A33088-16C1-72C0-7383-B755A14AC122}"/>
              </a:ext>
            </a:extLst>
          </p:cNvPr>
          <p:cNvPicPr>
            <a:picLocks noGrp="1" noChangeAspect="1"/>
          </p:cNvPicPr>
          <p:nvPr>
            <p:ph sz="half" idx="4294967295"/>
          </p:nvPr>
        </p:nvPicPr>
        <p:blipFill>
          <a:blip r:embed="rId3"/>
          <a:stretch>
            <a:fillRect/>
          </a:stretch>
        </p:blipFill>
        <p:spPr>
          <a:xfrm>
            <a:off x="5842361" y="1533979"/>
            <a:ext cx="3771900" cy="3527425"/>
          </a:xfrm>
          <a:prstGeom prst="rect">
            <a:avLst/>
          </a:prstGeom>
        </p:spPr>
      </p:pic>
    </p:spTree>
    <p:extLst>
      <p:ext uri="{BB962C8B-B14F-4D97-AF65-F5344CB8AC3E}">
        <p14:creationId xmlns:p14="http://schemas.microsoft.com/office/powerpoint/2010/main" val="2727113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45E0C-EDD2-0E73-7B93-F8B017821752}"/>
              </a:ext>
            </a:extLst>
          </p:cNvPr>
          <p:cNvSpPr>
            <a:spLocks noGrp="1"/>
          </p:cNvSpPr>
          <p:nvPr>
            <p:ph type="title"/>
          </p:nvPr>
        </p:nvSpPr>
        <p:spPr/>
        <p:txBody>
          <a:bodyPr/>
          <a:lstStyle/>
          <a:p>
            <a:r>
              <a:rPr lang="en-US" dirty="0"/>
              <a:t>Example: Calculating Average</a:t>
            </a:r>
            <a:endParaRPr lang="en-ZA" dirty="0"/>
          </a:p>
        </p:txBody>
      </p:sp>
      <p:sp>
        <p:nvSpPr>
          <p:cNvPr id="3" name="Content Placeholder 2">
            <a:extLst>
              <a:ext uri="{FF2B5EF4-FFF2-40B4-BE49-F238E27FC236}">
                <a16:creationId xmlns:a16="http://schemas.microsoft.com/office/drawing/2014/main" id="{DB484C60-20AF-42F3-ECF7-485FAAE9C087}"/>
              </a:ext>
            </a:extLst>
          </p:cNvPr>
          <p:cNvSpPr>
            <a:spLocks noGrp="1"/>
          </p:cNvSpPr>
          <p:nvPr>
            <p:ph type="body" sz="quarter" idx="16"/>
          </p:nvPr>
        </p:nvSpPr>
        <p:spPr>
          <a:xfrm>
            <a:off x="858509" y="1980214"/>
            <a:ext cx="3528434" cy="3444260"/>
          </a:xfrm>
        </p:spPr>
        <p:txBody>
          <a:bodyPr>
            <a:normAutofit/>
          </a:bodyPr>
          <a:lstStyle/>
          <a:p>
            <a:pPr marL="0" indent="0">
              <a:buNone/>
            </a:pPr>
            <a:r>
              <a:rPr lang="en-US" sz="2000" dirty="0"/>
              <a:t>Start </a:t>
            </a:r>
            <a:br>
              <a:rPr lang="en-US" sz="2000" dirty="0"/>
            </a:br>
            <a:r>
              <a:rPr lang="en-US" sz="2000" dirty="0"/>
              <a:t>Set total = 0 </a:t>
            </a:r>
            <a:br>
              <a:rPr lang="en-US" sz="2000" dirty="0"/>
            </a:br>
            <a:r>
              <a:rPr lang="en-US" sz="2000" dirty="0"/>
              <a:t>For counter from 1 to 10 </a:t>
            </a:r>
            <a:br>
              <a:rPr lang="en-US" sz="2000" dirty="0"/>
            </a:br>
            <a:r>
              <a:rPr lang="en-US" sz="2000" dirty="0"/>
              <a:t>  Input mark </a:t>
            </a:r>
            <a:br>
              <a:rPr lang="en-US" sz="2000" dirty="0"/>
            </a:br>
            <a:r>
              <a:rPr lang="en-US" sz="2000" dirty="0"/>
              <a:t>  Add mark to total </a:t>
            </a:r>
            <a:br>
              <a:rPr lang="en-US" sz="2000" dirty="0"/>
            </a:br>
            <a:r>
              <a:rPr lang="en-US" sz="2000" dirty="0"/>
              <a:t>End For </a:t>
            </a:r>
            <a:br>
              <a:rPr lang="en-US" sz="2000" dirty="0"/>
            </a:br>
            <a:r>
              <a:rPr lang="en-US" sz="2000" dirty="0"/>
              <a:t>Set average = total / 10 </a:t>
            </a:r>
            <a:br>
              <a:rPr lang="en-US" sz="2000" dirty="0"/>
            </a:br>
            <a:r>
              <a:rPr lang="en-US" sz="2000" dirty="0"/>
              <a:t>Display average </a:t>
            </a:r>
            <a:br>
              <a:rPr lang="en-US" sz="2000" dirty="0"/>
            </a:br>
            <a:br>
              <a:rPr lang="en-US" sz="2000" dirty="0"/>
            </a:br>
            <a:r>
              <a:rPr lang="en-US" sz="2000" dirty="0"/>
              <a:t>End </a:t>
            </a:r>
            <a:endParaRPr lang="en-ZA" sz="2000" dirty="0"/>
          </a:p>
        </p:txBody>
      </p:sp>
      <p:sp>
        <p:nvSpPr>
          <p:cNvPr id="5" name="Text Placeholder 4">
            <a:extLst>
              <a:ext uri="{FF2B5EF4-FFF2-40B4-BE49-F238E27FC236}">
                <a16:creationId xmlns:a16="http://schemas.microsoft.com/office/drawing/2014/main" id="{0CE1F6FF-ED1F-7458-7C7D-380645A8E38C}"/>
              </a:ext>
            </a:extLst>
          </p:cNvPr>
          <p:cNvSpPr>
            <a:spLocks noGrp="1"/>
          </p:cNvSpPr>
          <p:nvPr>
            <p:ph type="body" sz="quarter" idx="18"/>
          </p:nvPr>
        </p:nvSpPr>
        <p:spPr>
          <a:xfrm>
            <a:off x="4386943" y="1871357"/>
            <a:ext cx="6946548" cy="3444260"/>
          </a:xfrm>
        </p:spPr>
        <p:txBody>
          <a:bodyPr>
            <a:normAutofit/>
          </a:bodyPr>
          <a:lstStyle/>
          <a:p>
            <a:r>
              <a:rPr lang="en-ZA" sz="2400" dirty="0"/>
              <a:t>total = 0</a:t>
            </a:r>
            <a:br>
              <a:rPr lang="en-ZA" sz="2400" dirty="0"/>
            </a:br>
            <a:r>
              <a:rPr lang="en-ZA" sz="2400" dirty="0"/>
              <a:t>for </a:t>
            </a:r>
            <a:r>
              <a:rPr lang="en-ZA" sz="2400" dirty="0" err="1"/>
              <a:t>i</a:t>
            </a:r>
            <a:r>
              <a:rPr lang="en-ZA" sz="2400" dirty="0"/>
              <a:t> in range(1, 11):</a:t>
            </a:r>
            <a:br>
              <a:rPr lang="en-ZA" sz="2400" dirty="0"/>
            </a:br>
            <a:r>
              <a:rPr lang="en-ZA" sz="2400" dirty="0"/>
              <a:t>    mark = float(input("Enter mark for student " + str(</a:t>
            </a:r>
            <a:r>
              <a:rPr lang="en-ZA" sz="2400" dirty="0" err="1"/>
              <a:t>i</a:t>
            </a:r>
            <a:r>
              <a:rPr lang="en-ZA" sz="2400" dirty="0"/>
              <a:t>) + ": "))</a:t>
            </a:r>
            <a:br>
              <a:rPr lang="en-ZA" sz="2400" dirty="0"/>
            </a:br>
            <a:r>
              <a:rPr lang="en-ZA" sz="2400" dirty="0"/>
              <a:t>    total += mark</a:t>
            </a:r>
          </a:p>
          <a:p>
            <a:br>
              <a:rPr lang="en-ZA" sz="2400" dirty="0"/>
            </a:br>
            <a:r>
              <a:rPr lang="en-ZA" sz="2400" dirty="0"/>
              <a:t>average = total / 10</a:t>
            </a:r>
            <a:br>
              <a:rPr lang="en-ZA" sz="2400" dirty="0"/>
            </a:br>
            <a:r>
              <a:rPr lang="en-ZA" sz="2400" dirty="0"/>
              <a:t>print("Average mark:", average)</a:t>
            </a:r>
          </a:p>
          <a:p>
            <a:endParaRPr lang="en-ZA" sz="2400" dirty="0"/>
          </a:p>
        </p:txBody>
      </p:sp>
    </p:spTree>
    <p:extLst>
      <p:ext uri="{BB962C8B-B14F-4D97-AF65-F5344CB8AC3E}">
        <p14:creationId xmlns:p14="http://schemas.microsoft.com/office/powerpoint/2010/main" val="3188192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6643A-B8DE-5594-4F49-3138E9D1839C}"/>
              </a:ext>
            </a:extLst>
          </p:cNvPr>
          <p:cNvSpPr>
            <a:spLocks noGrp="1"/>
          </p:cNvSpPr>
          <p:nvPr>
            <p:ph type="title"/>
          </p:nvPr>
        </p:nvSpPr>
        <p:spPr/>
        <p:txBody>
          <a:bodyPr/>
          <a:lstStyle/>
          <a:p>
            <a:r>
              <a:rPr lang="en-US" dirty="0"/>
              <a:t>Activity</a:t>
            </a:r>
            <a:endParaRPr lang="en-ZA" dirty="0"/>
          </a:p>
        </p:txBody>
      </p:sp>
      <p:sp>
        <p:nvSpPr>
          <p:cNvPr id="3" name="Text Placeholder 2">
            <a:extLst>
              <a:ext uri="{FF2B5EF4-FFF2-40B4-BE49-F238E27FC236}">
                <a16:creationId xmlns:a16="http://schemas.microsoft.com/office/drawing/2014/main" id="{C9F57429-39AF-4ED9-AA10-696777FB16E8}"/>
              </a:ext>
            </a:extLst>
          </p:cNvPr>
          <p:cNvSpPr>
            <a:spLocks noGrp="1"/>
          </p:cNvSpPr>
          <p:nvPr>
            <p:ph type="body" sz="quarter" idx="16"/>
          </p:nvPr>
        </p:nvSpPr>
        <p:spPr>
          <a:xfrm>
            <a:off x="923822" y="1706869"/>
            <a:ext cx="9667977" cy="3659787"/>
          </a:xfrm>
        </p:spPr>
        <p:txBody>
          <a:bodyPr>
            <a:normAutofit/>
          </a:bodyPr>
          <a:lstStyle/>
          <a:p>
            <a:r>
              <a:rPr lang="en-US" dirty="0"/>
              <a:t>Write a Python program that helps a customer calculate their shopping bill.</a:t>
            </a:r>
          </a:p>
          <a:p>
            <a:r>
              <a:rPr lang="en-US" b="1" dirty="0"/>
              <a:t> Requirements</a:t>
            </a:r>
          </a:p>
          <a:p>
            <a:r>
              <a:rPr lang="en-US" dirty="0"/>
              <a:t>Ask the user to enter the </a:t>
            </a:r>
            <a:r>
              <a:rPr lang="en-US" b="1" dirty="0"/>
              <a:t>price of 5 items</a:t>
            </a:r>
            <a:r>
              <a:rPr lang="en-US" dirty="0"/>
              <a:t> </a:t>
            </a:r>
          </a:p>
          <a:p>
            <a:r>
              <a:rPr lang="en-US" dirty="0"/>
              <a:t>Store the prices in a </a:t>
            </a:r>
            <a:r>
              <a:rPr lang="en-US" b="1" dirty="0"/>
              <a:t>list</a:t>
            </a:r>
            <a:r>
              <a:rPr lang="en-US" dirty="0"/>
              <a:t> </a:t>
            </a:r>
          </a:p>
          <a:p>
            <a:r>
              <a:rPr lang="en-US" dirty="0"/>
              <a:t>Use a loop to: </a:t>
            </a:r>
          </a:p>
          <a:p>
            <a:pPr lvl="1"/>
            <a:r>
              <a:rPr lang="en-US" dirty="0"/>
              <a:t>Calculate the </a:t>
            </a:r>
            <a:r>
              <a:rPr lang="en-US" b="1" dirty="0"/>
              <a:t>total cost</a:t>
            </a:r>
            <a:r>
              <a:rPr lang="en-US" dirty="0"/>
              <a:t> </a:t>
            </a:r>
          </a:p>
          <a:p>
            <a:pPr lvl="1"/>
            <a:r>
              <a:rPr lang="en-US" dirty="0"/>
              <a:t>Calculate the </a:t>
            </a:r>
            <a:r>
              <a:rPr lang="en-US" b="1" dirty="0"/>
              <a:t>average price</a:t>
            </a:r>
            <a:r>
              <a:rPr lang="en-US" dirty="0"/>
              <a:t> </a:t>
            </a:r>
          </a:p>
          <a:p>
            <a:r>
              <a:rPr lang="en-US" dirty="0"/>
              <a:t>Display: </a:t>
            </a:r>
          </a:p>
          <a:p>
            <a:pPr lvl="1"/>
            <a:r>
              <a:rPr lang="en-US" dirty="0"/>
              <a:t>Total amount </a:t>
            </a:r>
          </a:p>
          <a:p>
            <a:pPr lvl="1"/>
            <a:r>
              <a:rPr lang="en-US" dirty="0"/>
              <a:t>Average price</a:t>
            </a:r>
          </a:p>
          <a:p>
            <a:endParaRPr lang="en-ZA" dirty="0"/>
          </a:p>
        </p:txBody>
      </p:sp>
    </p:spTree>
    <p:extLst>
      <p:ext uri="{BB962C8B-B14F-4D97-AF65-F5344CB8AC3E}">
        <p14:creationId xmlns:p14="http://schemas.microsoft.com/office/powerpoint/2010/main" val="22718624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A1BF-DE9A-BEBE-6E47-1A108DCD375D}"/>
              </a:ext>
            </a:extLst>
          </p:cNvPr>
          <p:cNvSpPr>
            <a:spLocks noGrp="1"/>
          </p:cNvSpPr>
          <p:nvPr>
            <p:ph type="title"/>
          </p:nvPr>
        </p:nvSpPr>
        <p:spPr/>
        <p:txBody>
          <a:bodyPr/>
          <a:lstStyle/>
          <a:p>
            <a:r>
              <a:rPr lang="en-US" dirty="0"/>
              <a:t>Activity</a:t>
            </a:r>
            <a:endParaRPr lang="en-ZA" dirty="0"/>
          </a:p>
        </p:txBody>
      </p:sp>
      <p:sp>
        <p:nvSpPr>
          <p:cNvPr id="3" name="Content Placeholder 2">
            <a:extLst>
              <a:ext uri="{FF2B5EF4-FFF2-40B4-BE49-F238E27FC236}">
                <a16:creationId xmlns:a16="http://schemas.microsoft.com/office/drawing/2014/main" id="{0B6DB007-1019-1601-8E4A-A051B7CF4A42}"/>
              </a:ext>
            </a:extLst>
          </p:cNvPr>
          <p:cNvSpPr>
            <a:spLocks noGrp="1"/>
          </p:cNvSpPr>
          <p:nvPr>
            <p:ph type="body" sz="quarter" idx="13"/>
          </p:nvPr>
        </p:nvSpPr>
        <p:spPr/>
        <p:txBody>
          <a:bodyPr/>
          <a:lstStyle/>
          <a:p>
            <a:r>
              <a:rPr lang="en-US" dirty="0"/>
              <a:t>A program is required to accept 5 numbers from the user and determine the </a:t>
            </a:r>
            <a:r>
              <a:rPr lang="en-US" b="1" dirty="0"/>
              <a:t>largest number</a:t>
            </a:r>
            <a:r>
              <a:rPr lang="en-US" dirty="0"/>
              <a:t> entered.</a:t>
            </a:r>
          </a:p>
          <a:p>
            <a:r>
              <a:rPr lang="en-US" b="1" dirty="0"/>
              <a:t>Task - </a:t>
            </a:r>
            <a:r>
              <a:rPr lang="en-US" dirty="0"/>
              <a:t>Write:</a:t>
            </a:r>
          </a:p>
          <a:p>
            <a:pPr lvl="1"/>
            <a:r>
              <a:rPr lang="en-US" dirty="0"/>
              <a:t>An </a:t>
            </a:r>
            <a:r>
              <a:rPr lang="en-US" b="1" dirty="0"/>
              <a:t>algorithm</a:t>
            </a:r>
            <a:endParaRPr lang="en-US" dirty="0"/>
          </a:p>
          <a:p>
            <a:pPr lvl="1"/>
            <a:r>
              <a:rPr lang="en-US" b="1" dirty="0"/>
              <a:t>Pseudocode</a:t>
            </a:r>
            <a:endParaRPr lang="en-US" dirty="0"/>
          </a:p>
          <a:p>
            <a:pPr lvl="1"/>
            <a:r>
              <a:rPr lang="en-US" dirty="0"/>
              <a:t>A </a:t>
            </a:r>
            <a:r>
              <a:rPr lang="en-US" b="1" dirty="0"/>
              <a:t>Python program</a:t>
            </a:r>
            <a:endParaRPr lang="en-US" dirty="0"/>
          </a:p>
          <a:p>
            <a:r>
              <a:rPr lang="en-US" dirty="0"/>
              <a:t>to input 5 numbers and display the largest number.</a:t>
            </a:r>
          </a:p>
        </p:txBody>
      </p:sp>
    </p:spTree>
    <p:extLst>
      <p:ext uri="{BB962C8B-B14F-4D97-AF65-F5344CB8AC3E}">
        <p14:creationId xmlns:p14="http://schemas.microsoft.com/office/powerpoint/2010/main" val="3047236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E0542-9872-BFBA-C9E2-9119A6EF536F}"/>
              </a:ext>
            </a:extLst>
          </p:cNvPr>
          <p:cNvSpPr>
            <a:spLocks noGrp="1"/>
          </p:cNvSpPr>
          <p:nvPr>
            <p:ph type="title"/>
          </p:nvPr>
        </p:nvSpPr>
        <p:spPr/>
        <p:txBody>
          <a:bodyPr/>
          <a:lstStyle/>
          <a:p>
            <a:r>
              <a:rPr lang="en-US" dirty="0"/>
              <a:t>Condition Controlled Loops</a:t>
            </a:r>
            <a:endParaRPr lang="en-ZA" dirty="0"/>
          </a:p>
        </p:txBody>
      </p:sp>
      <p:sp>
        <p:nvSpPr>
          <p:cNvPr id="3" name="Content Placeholder 2">
            <a:extLst>
              <a:ext uri="{FF2B5EF4-FFF2-40B4-BE49-F238E27FC236}">
                <a16:creationId xmlns:a16="http://schemas.microsoft.com/office/drawing/2014/main" id="{F77A98A1-759C-3D70-9C66-DDDF6E2CE9AF}"/>
              </a:ext>
            </a:extLst>
          </p:cNvPr>
          <p:cNvSpPr>
            <a:spLocks noGrp="1"/>
          </p:cNvSpPr>
          <p:nvPr>
            <p:ph type="body" sz="quarter" idx="13"/>
          </p:nvPr>
        </p:nvSpPr>
        <p:spPr/>
        <p:txBody>
          <a:bodyPr/>
          <a:lstStyle/>
          <a:p>
            <a:r>
              <a:rPr lang="en-US" dirty="0"/>
              <a:t>A condition-controlled loop repeats while a condition is true </a:t>
            </a:r>
          </a:p>
          <a:p>
            <a:r>
              <a:rPr lang="en-US" dirty="0"/>
              <a:t>Unlike count-controlled loops: </a:t>
            </a:r>
          </a:p>
          <a:p>
            <a:pPr lvl="1"/>
            <a:r>
              <a:rPr lang="en-US" dirty="0"/>
              <a:t>Number of repetitions is unknown </a:t>
            </a:r>
          </a:p>
          <a:p>
            <a:pPr lvl="1"/>
            <a:r>
              <a:rPr lang="en-US" dirty="0"/>
              <a:t>Depends on a condition </a:t>
            </a:r>
          </a:p>
          <a:p>
            <a:r>
              <a:rPr lang="en-US" dirty="0"/>
              <a:t>Used when you don’t know how many times the loop should run</a:t>
            </a:r>
          </a:p>
          <a:p>
            <a:endParaRPr lang="en-ZA" dirty="0"/>
          </a:p>
        </p:txBody>
      </p:sp>
    </p:spTree>
    <p:extLst>
      <p:ext uri="{BB962C8B-B14F-4D97-AF65-F5344CB8AC3E}">
        <p14:creationId xmlns:p14="http://schemas.microsoft.com/office/powerpoint/2010/main" val="1043015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089FD-BEC3-19F5-0856-8556BFC55414}"/>
              </a:ext>
            </a:extLst>
          </p:cNvPr>
          <p:cNvSpPr>
            <a:spLocks noGrp="1"/>
          </p:cNvSpPr>
          <p:nvPr>
            <p:ph type="title"/>
          </p:nvPr>
        </p:nvSpPr>
        <p:spPr/>
        <p:txBody>
          <a:bodyPr/>
          <a:lstStyle/>
          <a:p>
            <a:r>
              <a:rPr lang="en-US" dirty="0"/>
              <a:t>while loop</a:t>
            </a:r>
            <a:endParaRPr lang="en-ZA" dirty="0"/>
          </a:p>
        </p:txBody>
      </p:sp>
      <p:sp>
        <p:nvSpPr>
          <p:cNvPr id="3" name="Content Placeholder 2">
            <a:extLst>
              <a:ext uri="{FF2B5EF4-FFF2-40B4-BE49-F238E27FC236}">
                <a16:creationId xmlns:a16="http://schemas.microsoft.com/office/drawing/2014/main" id="{4939713A-E8F0-DE4A-04A0-8280825F0170}"/>
              </a:ext>
            </a:extLst>
          </p:cNvPr>
          <p:cNvSpPr>
            <a:spLocks noGrp="1"/>
          </p:cNvSpPr>
          <p:nvPr>
            <p:ph type="body" sz="quarter" idx="13"/>
          </p:nvPr>
        </p:nvSpPr>
        <p:spPr/>
        <p:txBody>
          <a:bodyPr/>
          <a:lstStyle/>
          <a:p>
            <a:pPr marL="0" indent="0">
              <a:buNone/>
            </a:pPr>
            <a:r>
              <a:rPr lang="en-US" dirty="0">
                <a:solidFill>
                  <a:schemeClr val="tx2">
                    <a:lumMod val="75000"/>
                    <a:lumOff val="25000"/>
                  </a:schemeClr>
                </a:solidFill>
              </a:rPr>
              <a:t>while condition:</a:t>
            </a:r>
            <a:br>
              <a:rPr lang="en-US" dirty="0">
                <a:solidFill>
                  <a:schemeClr val="tx2">
                    <a:lumMod val="75000"/>
                    <a:lumOff val="25000"/>
                  </a:schemeClr>
                </a:solidFill>
              </a:rPr>
            </a:br>
            <a:r>
              <a:rPr lang="en-US" dirty="0">
                <a:solidFill>
                  <a:schemeClr val="tx2">
                    <a:lumMod val="75000"/>
                    <a:lumOff val="25000"/>
                  </a:schemeClr>
                </a:solidFill>
              </a:rPr>
              <a:t>    # statements</a:t>
            </a:r>
          </a:p>
          <a:p>
            <a:pPr marL="0" indent="0">
              <a:buNone/>
            </a:pPr>
            <a:endParaRPr lang="en-US" dirty="0">
              <a:solidFill>
                <a:schemeClr val="tx2">
                  <a:lumMod val="75000"/>
                  <a:lumOff val="25000"/>
                </a:schemeClr>
              </a:solidFill>
            </a:endParaRPr>
          </a:p>
          <a:p>
            <a:r>
              <a:rPr lang="en-US" b="1" dirty="0"/>
              <a:t>How it works:</a:t>
            </a:r>
            <a:endParaRPr lang="en-US" dirty="0"/>
          </a:p>
          <a:p>
            <a:pPr lvl="1"/>
            <a:r>
              <a:rPr lang="en-US" dirty="0"/>
              <a:t>Condition is checked </a:t>
            </a:r>
          </a:p>
          <a:p>
            <a:pPr lvl="1"/>
            <a:r>
              <a:rPr lang="en-US" dirty="0"/>
              <a:t>If </a:t>
            </a:r>
            <a:r>
              <a:rPr lang="en-US" b="1" dirty="0"/>
              <a:t>true → loop runs</a:t>
            </a:r>
            <a:r>
              <a:rPr lang="en-US" dirty="0"/>
              <a:t> </a:t>
            </a:r>
          </a:p>
          <a:p>
            <a:pPr lvl="1"/>
            <a:r>
              <a:rPr lang="en-US" dirty="0"/>
              <a:t>Condition is checked again </a:t>
            </a:r>
          </a:p>
          <a:p>
            <a:pPr lvl="1"/>
            <a:r>
              <a:rPr lang="en-US" dirty="0"/>
              <a:t>Stops when condition becomes </a:t>
            </a:r>
            <a:r>
              <a:rPr lang="en-US" b="1" dirty="0"/>
              <a:t>false</a:t>
            </a:r>
            <a:endParaRPr lang="en-US" dirty="0"/>
          </a:p>
          <a:p>
            <a:endParaRPr lang="en-ZA" dirty="0"/>
          </a:p>
        </p:txBody>
      </p:sp>
    </p:spTree>
    <p:extLst>
      <p:ext uri="{BB962C8B-B14F-4D97-AF65-F5344CB8AC3E}">
        <p14:creationId xmlns:p14="http://schemas.microsoft.com/office/powerpoint/2010/main" val="908641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0102A-D3FA-B23B-F4BB-49074D2C097C}"/>
              </a:ext>
            </a:extLst>
          </p:cNvPr>
          <p:cNvSpPr>
            <a:spLocks noGrp="1"/>
          </p:cNvSpPr>
          <p:nvPr>
            <p:ph type="title"/>
          </p:nvPr>
        </p:nvSpPr>
        <p:spPr/>
        <p:txBody>
          <a:bodyPr/>
          <a:lstStyle/>
          <a:p>
            <a:r>
              <a:rPr lang="en-US" dirty="0"/>
              <a:t>Example: Counting 1 to 5</a:t>
            </a:r>
            <a:endParaRPr lang="en-ZA" dirty="0"/>
          </a:p>
        </p:txBody>
      </p:sp>
      <p:sp>
        <p:nvSpPr>
          <p:cNvPr id="3" name="Content Placeholder 2">
            <a:extLst>
              <a:ext uri="{FF2B5EF4-FFF2-40B4-BE49-F238E27FC236}">
                <a16:creationId xmlns:a16="http://schemas.microsoft.com/office/drawing/2014/main" id="{46AEF59E-46A6-EF4D-10D3-729CC57AF78F}"/>
              </a:ext>
            </a:extLst>
          </p:cNvPr>
          <p:cNvSpPr>
            <a:spLocks noGrp="1"/>
          </p:cNvSpPr>
          <p:nvPr>
            <p:ph type="body" sz="quarter" idx="13"/>
          </p:nvPr>
        </p:nvSpPr>
        <p:spPr/>
        <p:txBody>
          <a:bodyPr/>
          <a:lstStyle/>
          <a:p>
            <a:pPr marL="0" indent="0">
              <a:buNone/>
            </a:pPr>
            <a:r>
              <a:rPr lang="en-US" dirty="0"/>
              <a:t>counter = 1</a:t>
            </a:r>
          </a:p>
          <a:p>
            <a:pPr marL="0" indent="0">
              <a:buNone/>
            </a:pPr>
            <a:r>
              <a:rPr lang="en-US" dirty="0"/>
              <a:t>while counter &lt;= 5:</a:t>
            </a:r>
          </a:p>
          <a:p>
            <a:pPr marL="0" indent="0">
              <a:buNone/>
            </a:pPr>
            <a:r>
              <a:rPr lang="en-US" dirty="0"/>
              <a:t>    print(counter)</a:t>
            </a:r>
          </a:p>
          <a:p>
            <a:pPr marL="0" indent="0">
              <a:buNone/>
            </a:pPr>
            <a:r>
              <a:rPr lang="en-US" dirty="0"/>
              <a:t>    counter += 1</a:t>
            </a:r>
            <a:endParaRPr lang="en-ZA" dirty="0"/>
          </a:p>
        </p:txBody>
      </p:sp>
    </p:spTree>
    <p:extLst>
      <p:ext uri="{BB962C8B-B14F-4D97-AF65-F5344CB8AC3E}">
        <p14:creationId xmlns:p14="http://schemas.microsoft.com/office/powerpoint/2010/main" val="2140717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B9C6A-10B1-27D0-F891-D45E605B04CD}"/>
              </a:ext>
            </a:extLst>
          </p:cNvPr>
          <p:cNvSpPr>
            <a:spLocks noGrp="1"/>
          </p:cNvSpPr>
          <p:nvPr>
            <p:ph type="title"/>
          </p:nvPr>
        </p:nvSpPr>
        <p:spPr/>
        <p:txBody>
          <a:bodyPr/>
          <a:lstStyle/>
          <a:p>
            <a:r>
              <a:rPr lang="en-US" dirty="0"/>
              <a:t>Step –by –Step Execution</a:t>
            </a:r>
            <a:endParaRPr lang="en-ZA" dirty="0"/>
          </a:p>
        </p:txBody>
      </p:sp>
      <p:graphicFrame>
        <p:nvGraphicFramePr>
          <p:cNvPr id="5" name="Content Placeholder 4">
            <a:extLst>
              <a:ext uri="{FF2B5EF4-FFF2-40B4-BE49-F238E27FC236}">
                <a16:creationId xmlns:a16="http://schemas.microsoft.com/office/drawing/2014/main" id="{2FA5F450-EC73-2097-D166-87800043C29F}"/>
              </a:ext>
            </a:extLst>
          </p:cNvPr>
          <p:cNvGraphicFramePr>
            <a:graphicFrameLocks noGrp="1"/>
          </p:cNvGraphicFramePr>
          <p:nvPr>
            <p:ph idx="4294967295"/>
            <p:extLst>
              <p:ext uri="{D42A27DB-BD31-4B8C-83A1-F6EECF244321}">
                <p14:modId xmlns:p14="http://schemas.microsoft.com/office/powerpoint/2010/main" val="1585946117"/>
              </p:ext>
            </p:extLst>
          </p:nvPr>
        </p:nvGraphicFramePr>
        <p:xfrm>
          <a:off x="1415143" y="1883002"/>
          <a:ext cx="10515600" cy="3472542"/>
        </p:xfrm>
        <a:graphic>
          <a:graphicData uri="http://schemas.openxmlformats.org/drawingml/2006/table">
            <a:tbl>
              <a:tblPr/>
              <a:tblGrid>
                <a:gridCol w="3505200">
                  <a:extLst>
                    <a:ext uri="{9D8B030D-6E8A-4147-A177-3AD203B41FA5}">
                      <a16:colId xmlns:a16="http://schemas.microsoft.com/office/drawing/2014/main" val="3385240202"/>
                    </a:ext>
                  </a:extLst>
                </a:gridCol>
                <a:gridCol w="3505200">
                  <a:extLst>
                    <a:ext uri="{9D8B030D-6E8A-4147-A177-3AD203B41FA5}">
                      <a16:colId xmlns:a16="http://schemas.microsoft.com/office/drawing/2014/main" val="2052788930"/>
                    </a:ext>
                  </a:extLst>
                </a:gridCol>
                <a:gridCol w="3505200">
                  <a:extLst>
                    <a:ext uri="{9D8B030D-6E8A-4147-A177-3AD203B41FA5}">
                      <a16:colId xmlns:a16="http://schemas.microsoft.com/office/drawing/2014/main" val="1755823564"/>
                    </a:ext>
                  </a:extLst>
                </a:gridCol>
              </a:tblGrid>
              <a:tr h="578757">
                <a:tc>
                  <a:txBody>
                    <a:bodyPr/>
                    <a:lstStyle/>
                    <a:p>
                      <a:pPr>
                        <a:buNone/>
                      </a:pPr>
                      <a:r>
                        <a:rPr lang="en-ZA"/>
                        <a:t>Step</a:t>
                      </a:r>
                    </a:p>
                  </a:txBody>
                  <a:tcPr anchor="ctr">
                    <a:lnL>
                      <a:noFill/>
                    </a:lnL>
                    <a:lnR>
                      <a:noFill/>
                    </a:lnR>
                    <a:lnT>
                      <a:noFill/>
                    </a:lnT>
                    <a:lnB>
                      <a:noFill/>
                    </a:lnB>
                    <a:noFill/>
                  </a:tcPr>
                </a:tc>
                <a:tc>
                  <a:txBody>
                    <a:bodyPr/>
                    <a:lstStyle/>
                    <a:p>
                      <a:pPr>
                        <a:buNone/>
                      </a:pPr>
                      <a:r>
                        <a:rPr lang="en-ZA"/>
                        <a:t>Counter</a:t>
                      </a:r>
                    </a:p>
                  </a:txBody>
                  <a:tcPr anchor="ctr">
                    <a:lnL>
                      <a:noFill/>
                    </a:lnL>
                    <a:lnR>
                      <a:noFill/>
                    </a:lnR>
                    <a:lnT>
                      <a:noFill/>
                    </a:lnT>
                    <a:lnB>
                      <a:noFill/>
                    </a:lnB>
                    <a:noFill/>
                  </a:tcPr>
                </a:tc>
                <a:tc>
                  <a:txBody>
                    <a:bodyPr/>
                    <a:lstStyle/>
                    <a:p>
                      <a:pPr>
                        <a:buNone/>
                      </a:pPr>
                      <a:r>
                        <a:rPr lang="en-ZA"/>
                        <a:t>Output</a:t>
                      </a:r>
                    </a:p>
                  </a:txBody>
                  <a:tcPr anchor="ctr">
                    <a:lnL>
                      <a:noFill/>
                    </a:lnL>
                    <a:lnR>
                      <a:noFill/>
                    </a:lnR>
                    <a:lnT>
                      <a:noFill/>
                    </a:lnT>
                    <a:lnB>
                      <a:noFill/>
                    </a:lnB>
                    <a:noFill/>
                  </a:tcPr>
                </a:tc>
                <a:extLst>
                  <a:ext uri="{0D108BD9-81ED-4DB2-BD59-A6C34878D82A}">
                    <a16:rowId xmlns:a16="http://schemas.microsoft.com/office/drawing/2014/main" val="3012803091"/>
                  </a:ext>
                </a:extLst>
              </a:tr>
              <a:tr h="578757">
                <a:tc>
                  <a:txBody>
                    <a:bodyPr/>
                    <a:lstStyle/>
                    <a:p>
                      <a:pPr>
                        <a:buNone/>
                      </a:pPr>
                      <a:r>
                        <a:rPr lang="en-ZA" dirty="0"/>
                        <a:t>1</a:t>
                      </a:r>
                    </a:p>
                  </a:txBody>
                  <a:tcPr anchor="ctr">
                    <a:lnL>
                      <a:noFill/>
                    </a:lnL>
                    <a:lnR>
                      <a:noFill/>
                    </a:lnR>
                    <a:lnT>
                      <a:noFill/>
                    </a:lnT>
                    <a:lnB>
                      <a:noFill/>
                    </a:lnB>
                    <a:noFill/>
                  </a:tcPr>
                </a:tc>
                <a:tc>
                  <a:txBody>
                    <a:bodyPr/>
                    <a:lstStyle/>
                    <a:p>
                      <a:pPr>
                        <a:buNone/>
                      </a:pPr>
                      <a:r>
                        <a:rPr lang="en-ZA"/>
                        <a:t>1</a:t>
                      </a:r>
                    </a:p>
                  </a:txBody>
                  <a:tcPr anchor="ctr">
                    <a:lnL>
                      <a:noFill/>
                    </a:lnL>
                    <a:lnR>
                      <a:noFill/>
                    </a:lnR>
                    <a:lnT>
                      <a:noFill/>
                    </a:lnT>
                    <a:lnB>
                      <a:noFill/>
                    </a:lnB>
                    <a:noFill/>
                  </a:tcPr>
                </a:tc>
                <a:tc>
                  <a:txBody>
                    <a:bodyPr/>
                    <a:lstStyle/>
                    <a:p>
                      <a:pPr>
                        <a:buNone/>
                      </a:pPr>
                      <a:r>
                        <a:rPr lang="en-ZA"/>
                        <a:t>1</a:t>
                      </a:r>
                    </a:p>
                  </a:txBody>
                  <a:tcPr anchor="ctr">
                    <a:lnL>
                      <a:noFill/>
                    </a:lnL>
                    <a:lnR>
                      <a:noFill/>
                    </a:lnR>
                    <a:lnT>
                      <a:noFill/>
                    </a:lnT>
                    <a:lnB>
                      <a:noFill/>
                    </a:lnB>
                    <a:noFill/>
                  </a:tcPr>
                </a:tc>
                <a:extLst>
                  <a:ext uri="{0D108BD9-81ED-4DB2-BD59-A6C34878D82A}">
                    <a16:rowId xmlns:a16="http://schemas.microsoft.com/office/drawing/2014/main" val="1022250889"/>
                  </a:ext>
                </a:extLst>
              </a:tr>
              <a:tr h="578757">
                <a:tc>
                  <a:txBody>
                    <a:bodyPr/>
                    <a:lstStyle/>
                    <a:p>
                      <a:pPr>
                        <a:buNone/>
                      </a:pPr>
                      <a:r>
                        <a:rPr lang="en-ZA"/>
                        <a:t>2</a:t>
                      </a:r>
                    </a:p>
                  </a:txBody>
                  <a:tcPr anchor="ctr">
                    <a:lnL>
                      <a:noFill/>
                    </a:lnL>
                    <a:lnR>
                      <a:noFill/>
                    </a:lnR>
                    <a:lnT>
                      <a:noFill/>
                    </a:lnT>
                    <a:lnB>
                      <a:noFill/>
                    </a:lnB>
                    <a:noFill/>
                  </a:tcPr>
                </a:tc>
                <a:tc>
                  <a:txBody>
                    <a:bodyPr/>
                    <a:lstStyle/>
                    <a:p>
                      <a:pPr>
                        <a:buNone/>
                      </a:pPr>
                      <a:r>
                        <a:rPr lang="en-ZA"/>
                        <a:t>2</a:t>
                      </a:r>
                    </a:p>
                  </a:txBody>
                  <a:tcPr anchor="ctr">
                    <a:lnL>
                      <a:noFill/>
                    </a:lnL>
                    <a:lnR>
                      <a:noFill/>
                    </a:lnR>
                    <a:lnT>
                      <a:noFill/>
                    </a:lnT>
                    <a:lnB>
                      <a:noFill/>
                    </a:lnB>
                    <a:noFill/>
                  </a:tcPr>
                </a:tc>
                <a:tc>
                  <a:txBody>
                    <a:bodyPr/>
                    <a:lstStyle/>
                    <a:p>
                      <a:pPr>
                        <a:buNone/>
                      </a:pPr>
                      <a:r>
                        <a:rPr lang="en-ZA"/>
                        <a:t>2</a:t>
                      </a:r>
                    </a:p>
                  </a:txBody>
                  <a:tcPr anchor="ctr">
                    <a:lnL>
                      <a:noFill/>
                    </a:lnL>
                    <a:lnR>
                      <a:noFill/>
                    </a:lnR>
                    <a:lnT>
                      <a:noFill/>
                    </a:lnT>
                    <a:lnB>
                      <a:noFill/>
                    </a:lnB>
                    <a:noFill/>
                  </a:tcPr>
                </a:tc>
                <a:extLst>
                  <a:ext uri="{0D108BD9-81ED-4DB2-BD59-A6C34878D82A}">
                    <a16:rowId xmlns:a16="http://schemas.microsoft.com/office/drawing/2014/main" val="283868615"/>
                  </a:ext>
                </a:extLst>
              </a:tr>
              <a:tr h="578757">
                <a:tc>
                  <a:txBody>
                    <a:bodyPr/>
                    <a:lstStyle/>
                    <a:p>
                      <a:pPr>
                        <a:buNone/>
                      </a:pPr>
                      <a:r>
                        <a:rPr lang="en-ZA"/>
                        <a:t>3</a:t>
                      </a:r>
                    </a:p>
                  </a:txBody>
                  <a:tcPr anchor="ctr">
                    <a:lnL>
                      <a:noFill/>
                    </a:lnL>
                    <a:lnR>
                      <a:noFill/>
                    </a:lnR>
                    <a:lnT>
                      <a:noFill/>
                    </a:lnT>
                    <a:lnB>
                      <a:noFill/>
                    </a:lnB>
                    <a:noFill/>
                  </a:tcPr>
                </a:tc>
                <a:tc>
                  <a:txBody>
                    <a:bodyPr/>
                    <a:lstStyle/>
                    <a:p>
                      <a:pPr>
                        <a:buNone/>
                      </a:pPr>
                      <a:r>
                        <a:rPr lang="en-ZA"/>
                        <a:t>3</a:t>
                      </a:r>
                    </a:p>
                  </a:txBody>
                  <a:tcPr anchor="ctr">
                    <a:lnL>
                      <a:noFill/>
                    </a:lnL>
                    <a:lnR>
                      <a:noFill/>
                    </a:lnR>
                    <a:lnT>
                      <a:noFill/>
                    </a:lnT>
                    <a:lnB>
                      <a:noFill/>
                    </a:lnB>
                    <a:noFill/>
                  </a:tcPr>
                </a:tc>
                <a:tc>
                  <a:txBody>
                    <a:bodyPr/>
                    <a:lstStyle/>
                    <a:p>
                      <a:pPr>
                        <a:buNone/>
                      </a:pPr>
                      <a:r>
                        <a:rPr lang="en-ZA"/>
                        <a:t>3</a:t>
                      </a:r>
                    </a:p>
                  </a:txBody>
                  <a:tcPr anchor="ctr">
                    <a:lnL>
                      <a:noFill/>
                    </a:lnL>
                    <a:lnR>
                      <a:noFill/>
                    </a:lnR>
                    <a:lnT>
                      <a:noFill/>
                    </a:lnT>
                    <a:lnB>
                      <a:noFill/>
                    </a:lnB>
                    <a:noFill/>
                  </a:tcPr>
                </a:tc>
                <a:extLst>
                  <a:ext uri="{0D108BD9-81ED-4DB2-BD59-A6C34878D82A}">
                    <a16:rowId xmlns:a16="http://schemas.microsoft.com/office/drawing/2014/main" val="2521568029"/>
                  </a:ext>
                </a:extLst>
              </a:tr>
              <a:tr h="578757">
                <a:tc>
                  <a:txBody>
                    <a:bodyPr/>
                    <a:lstStyle/>
                    <a:p>
                      <a:pPr>
                        <a:buNone/>
                      </a:pPr>
                      <a:r>
                        <a:rPr lang="en-ZA" dirty="0"/>
                        <a:t>4</a:t>
                      </a:r>
                    </a:p>
                  </a:txBody>
                  <a:tcPr anchor="ctr">
                    <a:lnL>
                      <a:noFill/>
                    </a:lnL>
                    <a:lnR>
                      <a:noFill/>
                    </a:lnR>
                    <a:lnT>
                      <a:noFill/>
                    </a:lnT>
                    <a:lnB>
                      <a:noFill/>
                    </a:lnB>
                    <a:noFill/>
                  </a:tcPr>
                </a:tc>
                <a:tc>
                  <a:txBody>
                    <a:bodyPr/>
                    <a:lstStyle/>
                    <a:p>
                      <a:pPr>
                        <a:buNone/>
                      </a:pPr>
                      <a:r>
                        <a:rPr lang="en-ZA"/>
                        <a:t>4</a:t>
                      </a:r>
                    </a:p>
                  </a:txBody>
                  <a:tcPr anchor="ctr">
                    <a:lnL>
                      <a:noFill/>
                    </a:lnL>
                    <a:lnR>
                      <a:noFill/>
                    </a:lnR>
                    <a:lnT>
                      <a:noFill/>
                    </a:lnT>
                    <a:lnB>
                      <a:noFill/>
                    </a:lnB>
                    <a:noFill/>
                  </a:tcPr>
                </a:tc>
                <a:tc>
                  <a:txBody>
                    <a:bodyPr/>
                    <a:lstStyle/>
                    <a:p>
                      <a:pPr>
                        <a:buNone/>
                      </a:pPr>
                      <a:r>
                        <a:rPr lang="en-ZA"/>
                        <a:t>4</a:t>
                      </a:r>
                    </a:p>
                  </a:txBody>
                  <a:tcPr anchor="ctr">
                    <a:lnL>
                      <a:noFill/>
                    </a:lnL>
                    <a:lnR>
                      <a:noFill/>
                    </a:lnR>
                    <a:lnT>
                      <a:noFill/>
                    </a:lnT>
                    <a:lnB>
                      <a:noFill/>
                    </a:lnB>
                    <a:noFill/>
                  </a:tcPr>
                </a:tc>
                <a:extLst>
                  <a:ext uri="{0D108BD9-81ED-4DB2-BD59-A6C34878D82A}">
                    <a16:rowId xmlns:a16="http://schemas.microsoft.com/office/drawing/2014/main" val="214666464"/>
                  </a:ext>
                </a:extLst>
              </a:tr>
              <a:tr h="578757">
                <a:tc>
                  <a:txBody>
                    <a:bodyPr/>
                    <a:lstStyle/>
                    <a:p>
                      <a:pPr>
                        <a:buNone/>
                      </a:pPr>
                      <a:r>
                        <a:rPr lang="en-ZA"/>
                        <a:t>5</a:t>
                      </a:r>
                    </a:p>
                  </a:txBody>
                  <a:tcPr anchor="ctr">
                    <a:lnL>
                      <a:noFill/>
                    </a:lnL>
                    <a:lnR>
                      <a:noFill/>
                    </a:lnR>
                    <a:lnT>
                      <a:noFill/>
                    </a:lnT>
                    <a:lnB>
                      <a:noFill/>
                    </a:lnB>
                    <a:noFill/>
                  </a:tcPr>
                </a:tc>
                <a:tc>
                  <a:txBody>
                    <a:bodyPr/>
                    <a:lstStyle/>
                    <a:p>
                      <a:pPr>
                        <a:buNone/>
                      </a:pPr>
                      <a:r>
                        <a:rPr lang="en-ZA"/>
                        <a:t>5</a:t>
                      </a:r>
                    </a:p>
                  </a:txBody>
                  <a:tcPr anchor="ctr">
                    <a:lnL>
                      <a:noFill/>
                    </a:lnL>
                    <a:lnR>
                      <a:noFill/>
                    </a:lnR>
                    <a:lnT>
                      <a:noFill/>
                    </a:lnT>
                    <a:lnB>
                      <a:noFill/>
                    </a:lnB>
                    <a:noFill/>
                  </a:tcPr>
                </a:tc>
                <a:tc>
                  <a:txBody>
                    <a:bodyPr/>
                    <a:lstStyle/>
                    <a:p>
                      <a:pPr>
                        <a:buNone/>
                      </a:pPr>
                      <a:r>
                        <a:rPr lang="en-ZA" dirty="0"/>
                        <a:t>5</a:t>
                      </a:r>
                    </a:p>
                  </a:txBody>
                  <a:tcPr anchor="ctr">
                    <a:lnL>
                      <a:noFill/>
                    </a:lnL>
                    <a:lnR>
                      <a:noFill/>
                    </a:lnR>
                    <a:lnT>
                      <a:noFill/>
                    </a:lnT>
                    <a:lnB>
                      <a:noFill/>
                    </a:lnB>
                    <a:noFill/>
                  </a:tcPr>
                </a:tc>
                <a:extLst>
                  <a:ext uri="{0D108BD9-81ED-4DB2-BD59-A6C34878D82A}">
                    <a16:rowId xmlns:a16="http://schemas.microsoft.com/office/drawing/2014/main" val="2988292618"/>
                  </a:ext>
                </a:extLst>
              </a:tr>
            </a:tbl>
          </a:graphicData>
        </a:graphic>
      </p:graphicFrame>
    </p:spTree>
    <p:extLst>
      <p:ext uri="{BB962C8B-B14F-4D97-AF65-F5344CB8AC3E}">
        <p14:creationId xmlns:p14="http://schemas.microsoft.com/office/powerpoint/2010/main" val="3850228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146B1-0874-167D-75F2-17779DFB23B7}"/>
              </a:ext>
            </a:extLst>
          </p:cNvPr>
          <p:cNvSpPr>
            <a:spLocks noGrp="1"/>
          </p:cNvSpPr>
          <p:nvPr>
            <p:ph type="title"/>
          </p:nvPr>
        </p:nvSpPr>
        <p:spPr/>
        <p:txBody>
          <a:bodyPr/>
          <a:lstStyle/>
          <a:p>
            <a:r>
              <a:rPr lang="en-US" dirty="0"/>
              <a:t>Uknown Iterations(Sentinel value)</a:t>
            </a:r>
            <a:endParaRPr lang="en-ZA" dirty="0"/>
          </a:p>
        </p:txBody>
      </p:sp>
      <p:sp>
        <p:nvSpPr>
          <p:cNvPr id="3" name="Content Placeholder 2">
            <a:extLst>
              <a:ext uri="{FF2B5EF4-FFF2-40B4-BE49-F238E27FC236}">
                <a16:creationId xmlns:a16="http://schemas.microsoft.com/office/drawing/2014/main" id="{DEE7D75D-0A58-9798-61E8-3C1C53121EF0}"/>
              </a:ext>
            </a:extLst>
          </p:cNvPr>
          <p:cNvSpPr>
            <a:spLocks noGrp="1"/>
          </p:cNvSpPr>
          <p:nvPr>
            <p:ph type="body" sz="quarter" idx="16"/>
          </p:nvPr>
        </p:nvSpPr>
        <p:spPr>
          <a:xfrm>
            <a:off x="1043566" y="2241471"/>
            <a:ext cx="4486822" cy="3444260"/>
          </a:xfrm>
        </p:spPr>
        <p:txBody>
          <a:bodyPr>
            <a:normAutofit/>
          </a:bodyPr>
          <a:lstStyle/>
          <a:p>
            <a:r>
              <a:rPr lang="en-US" sz="2000" dirty="0"/>
              <a:t>A sentinel value is a special value used to stop a loop when the number of iterations are unknown.</a:t>
            </a:r>
          </a:p>
          <a:p>
            <a:r>
              <a:rPr lang="en-ZA" sz="2000" dirty="0"/>
              <a:t>It is useful for:</a:t>
            </a:r>
          </a:p>
          <a:p>
            <a:pPr lvl="1"/>
            <a:r>
              <a:rPr lang="en-ZA" sz="2000" dirty="0"/>
              <a:t>User input </a:t>
            </a:r>
          </a:p>
          <a:p>
            <a:pPr lvl="1"/>
            <a:r>
              <a:rPr lang="en-ZA" sz="2000" dirty="0"/>
              <a:t>Menu systems </a:t>
            </a:r>
          </a:p>
          <a:p>
            <a:pPr lvl="1"/>
            <a:r>
              <a:rPr lang="en-ZA" sz="2000" dirty="0"/>
              <a:t>Data entry</a:t>
            </a:r>
          </a:p>
          <a:p>
            <a:endParaRPr lang="en-ZA" sz="2000" dirty="0"/>
          </a:p>
        </p:txBody>
      </p:sp>
      <p:sp>
        <p:nvSpPr>
          <p:cNvPr id="5" name="Text Placeholder 4">
            <a:extLst>
              <a:ext uri="{FF2B5EF4-FFF2-40B4-BE49-F238E27FC236}">
                <a16:creationId xmlns:a16="http://schemas.microsoft.com/office/drawing/2014/main" id="{E8AFC2AD-6B4F-927A-C121-611C7E57579A}"/>
              </a:ext>
            </a:extLst>
          </p:cNvPr>
          <p:cNvSpPr>
            <a:spLocks noGrp="1"/>
          </p:cNvSpPr>
          <p:nvPr>
            <p:ph type="body" sz="quarter" idx="18"/>
          </p:nvPr>
        </p:nvSpPr>
        <p:spPr>
          <a:xfrm>
            <a:off x="6002698" y="2241471"/>
            <a:ext cx="4486822" cy="3444260"/>
          </a:xfrm>
        </p:spPr>
        <p:txBody>
          <a:bodyPr>
            <a:normAutofit/>
          </a:bodyPr>
          <a:lstStyle/>
          <a:p>
            <a:r>
              <a:rPr lang="en-US" sz="2000" dirty="0">
                <a:solidFill>
                  <a:schemeClr val="tx2">
                    <a:lumMod val="75000"/>
                    <a:lumOff val="25000"/>
                  </a:schemeClr>
                </a:solidFill>
              </a:rPr>
              <a:t>number = 0</a:t>
            </a:r>
          </a:p>
          <a:p>
            <a:r>
              <a:rPr lang="en-US" sz="2000" dirty="0">
                <a:solidFill>
                  <a:schemeClr val="tx2">
                    <a:lumMod val="75000"/>
                    <a:lumOff val="25000"/>
                  </a:schemeClr>
                </a:solidFill>
              </a:rPr>
              <a:t>while number != -1:</a:t>
            </a:r>
          </a:p>
          <a:p>
            <a:r>
              <a:rPr lang="en-US" sz="2000" dirty="0">
                <a:solidFill>
                  <a:schemeClr val="tx2">
                    <a:lumMod val="75000"/>
                    <a:lumOff val="25000"/>
                  </a:schemeClr>
                </a:solidFill>
              </a:rPr>
              <a:t>    number = int(input("Enter number (-1 to stop): "))</a:t>
            </a:r>
          </a:p>
          <a:p>
            <a:endParaRPr lang="en-US" sz="2000" dirty="0"/>
          </a:p>
          <a:p>
            <a:r>
              <a:rPr lang="en-ZA" sz="2000" dirty="0"/>
              <a:t>Loop continues until user enters </a:t>
            </a:r>
            <a:r>
              <a:rPr lang="en-ZA" sz="2000" b="1" dirty="0"/>
              <a:t>-1</a:t>
            </a:r>
            <a:endParaRPr lang="en-ZA" sz="2000" dirty="0"/>
          </a:p>
          <a:p>
            <a:endParaRPr lang="en-ZA" sz="2000" dirty="0"/>
          </a:p>
        </p:txBody>
      </p:sp>
    </p:spTree>
    <p:extLst>
      <p:ext uri="{BB962C8B-B14F-4D97-AF65-F5344CB8AC3E}">
        <p14:creationId xmlns:p14="http://schemas.microsoft.com/office/powerpoint/2010/main" val="173138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2BD4E-C85E-4871-F021-AD81CE1FC846}"/>
              </a:ext>
            </a:extLst>
          </p:cNvPr>
          <p:cNvSpPr>
            <a:spLocks noGrp="1"/>
          </p:cNvSpPr>
          <p:nvPr>
            <p:ph type="title"/>
          </p:nvPr>
        </p:nvSpPr>
        <p:spPr/>
        <p:txBody>
          <a:bodyPr/>
          <a:lstStyle/>
          <a:p>
            <a:r>
              <a:rPr lang="en-US" dirty="0"/>
              <a:t>Components of a loop</a:t>
            </a:r>
            <a:endParaRPr lang="en-ZA" dirty="0"/>
          </a:p>
        </p:txBody>
      </p:sp>
      <p:sp>
        <p:nvSpPr>
          <p:cNvPr id="3" name="Content Placeholder 2">
            <a:extLst>
              <a:ext uri="{FF2B5EF4-FFF2-40B4-BE49-F238E27FC236}">
                <a16:creationId xmlns:a16="http://schemas.microsoft.com/office/drawing/2014/main" id="{A5550521-7B7C-8B0F-0F10-576497FFD492}"/>
              </a:ext>
            </a:extLst>
          </p:cNvPr>
          <p:cNvSpPr>
            <a:spLocks noGrp="1"/>
          </p:cNvSpPr>
          <p:nvPr>
            <p:ph type="body" sz="quarter" idx="13"/>
          </p:nvPr>
        </p:nvSpPr>
        <p:spPr/>
        <p:txBody>
          <a:bodyPr>
            <a:normAutofit fontScale="92500" lnSpcReduction="10000"/>
          </a:bodyPr>
          <a:lstStyle/>
          <a:p>
            <a:r>
              <a:rPr lang="en-US" dirty="0"/>
              <a:t>Every loop must include the following:</a:t>
            </a:r>
          </a:p>
          <a:p>
            <a:pPr marL="0" indent="0">
              <a:buNone/>
            </a:pPr>
            <a:endParaRPr lang="en-US" dirty="0"/>
          </a:p>
          <a:p>
            <a:pPr marL="811212" lvl="2" indent="-457200">
              <a:spcBef>
                <a:spcPts val="1000"/>
              </a:spcBef>
              <a:buSzPct val="100000"/>
              <a:buFont typeface="+mj-lt"/>
              <a:buAutoNum type="arabicParenR"/>
            </a:pPr>
            <a:r>
              <a:rPr lang="en-US" dirty="0">
                <a:solidFill>
                  <a:schemeClr val="tx1"/>
                </a:solidFill>
              </a:rPr>
              <a:t> </a:t>
            </a:r>
            <a:r>
              <a:rPr lang="en-US" sz="2400" dirty="0"/>
              <a:t>Initial Value  </a:t>
            </a:r>
          </a:p>
          <a:p>
            <a:pPr marL="811212" lvl="2" indent="-457200">
              <a:spcBef>
                <a:spcPts val="1000"/>
              </a:spcBef>
              <a:buSzPct val="100000"/>
              <a:buFont typeface="+mj-lt"/>
              <a:buAutoNum type="arabicParenR"/>
            </a:pPr>
            <a:r>
              <a:rPr lang="en-US" sz="2400" dirty="0"/>
              <a:t>Condition (Test)</a:t>
            </a:r>
          </a:p>
          <a:p>
            <a:pPr marL="811212" lvl="2" indent="-457200">
              <a:spcBef>
                <a:spcPts val="1000"/>
              </a:spcBef>
              <a:buSzPct val="100000"/>
              <a:buFont typeface="+mj-lt"/>
              <a:buAutoNum type="arabicParenR"/>
            </a:pPr>
            <a:r>
              <a:rPr lang="en-US" sz="2400" dirty="0"/>
              <a:t>Update (Increment / Decrement)</a:t>
            </a:r>
          </a:p>
          <a:p>
            <a:pPr marL="811212" lvl="2" indent="-457200">
              <a:spcBef>
                <a:spcPts val="1000"/>
              </a:spcBef>
              <a:buSzPct val="100000"/>
              <a:buFont typeface="+mj-lt"/>
              <a:buAutoNum type="arabicParenR"/>
            </a:pPr>
            <a:r>
              <a:rPr lang="en-US" sz="2400" dirty="0"/>
              <a:t>Loop Body (Statements)</a:t>
            </a:r>
          </a:p>
          <a:p>
            <a:pPr marL="354012" lvl="2" indent="0">
              <a:spcBef>
                <a:spcPts val="1000"/>
              </a:spcBef>
              <a:buSzPct val="100000"/>
              <a:buNone/>
            </a:pPr>
            <a:endParaRPr lang="en-US" sz="2400" dirty="0"/>
          </a:p>
          <a:p>
            <a:r>
              <a:rPr lang="en-US" dirty="0"/>
              <a:t>Missing the update step  results in an infinite loop </a:t>
            </a:r>
          </a:p>
          <a:p>
            <a:r>
              <a:rPr lang="en-US" dirty="0"/>
              <a:t>If a condition is incorrect the loop may not run or run forever</a:t>
            </a:r>
          </a:p>
          <a:p>
            <a:endParaRPr lang="en-ZA" dirty="0"/>
          </a:p>
        </p:txBody>
      </p:sp>
    </p:spTree>
    <p:extLst>
      <p:ext uri="{BB962C8B-B14F-4D97-AF65-F5344CB8AC3E}">
        <p14:creationId xmlns:p14="http://schemas.microsoft.com/office/powerpoint/2010/main" val="545606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3D3D6-ABC2-EC75-5BA1-83D0B4F9B723}"/>
              </a:ext>
            </a:extLst>
          </p:cNvPr>
          <p:cNvSpPr>
            <a:spLocks noGrp="1"/>
          </p:cNvSpPr>
          <p:nvPr>
            <p:ph type="title"/>
          </p:nvPr>
        </p:nvSpPr>
        <p:spPr/>
        <p:txBody>
          <a:bodyPr/>
          <a:lstStyle/>
          <a:p>
            <a:r>
              <a:rPr lang="en-US" dirty="0"/>
              <a:t>Changing loop flow</a:t>
            </a:r>
            <a:endParaRPr lang="en-ZA" dirty="0"/>
          </a:p>
        </p:txBody>
      </p:sp>
      <p:sp>
        <p:nvSpPr>
          <p:cNvPr id="3" name="Content Placeholder 2">
            <a:extLst>
              <a:ext uri="{FF2B5EF4-FFF2-40B4-BE49-F238E27FC236}">
                <a16:creationId xmlns:a16="http://schemas.microsoft.com/office/drawing/2014/main" id="{4BDBF270-4F86-873E-F8C9-E5F33590AFAC}"/>
              </a:ext>
            </a:extLst>
          </p:cNvPr>
          <p:cNvSpPr>
            <a:spLocks noGrp="1"/>
          </p:cNvSpPr>
          <p:nvPr>
            <p:ph type="body" sz="quarter" idx="13"/>
          </p:nvPr>
        </p:nvSpPr>
        <p:spPr/>
        <p:txBody>
          <a:bodyPr/>
          <a:lstStyle/>
          <a:p>
            <a:r>
              <a:rPr lang="en-US" dirty="0"/>
              <a:t>Sometimes loops should not run normally every time </a:t>
            </a:r>
          </a:p>
          <a:p>
            <a:r>
              <a:rPr lang="en-US" dirty="0"/>
              <a:t>A program may need to: </a:t>
            </a:r>
          </a:p>
          <a:p>
            <a:pPr lvl="2">
              <a:buFont typeface="Arial" panose="020B0604020202020204" pitchFamily="34" charset="0"/>
              <a:buChar char="•"/>
            </a:pPr>
            <a:r>
              <a:rPr lang="en-US" dirty="0"/>
              <a:t>Skip certain values </a:t>
            </a:r>
          </a:p>
          <a:p>
            <a:pPr lvl="2">
              <a:buFont typeface="Arial" panose="020B0604020202020204" pitchFamily="34" charset="0"/>
              <a:buChar char="•"/>
            </a:pPr>
            <a:r>
              <a:rPr lang="en-US" dirty="0"/>
              <a:t>Stop completely </a:t>
            </a:r>
          </a:p>
          <a:p>
            <a:r>
              <a:rPr lang="en-US" dirty="0"/>
              <a:t>Python provides:</a:t>
            </a:r>
          </a:p>
          <a:p>
            <a:pPr lvl="2">
              <a:buFont typeface="Arial" panose="020B0604020202020204" pitchFamily="34" charset="0"/>
              <a:buChar char="•"/>
            </a:pPr>
            <a:r>
              <a:rPr lang="en-US" dirty="0"/>
              <a:t>continue → skip current iteration </a:t>
            </a:r>
          </a:p>
          <a:p>
            <a:pPr lvl="2">
              <a:buFont typeface="Arial" panose="020B0604020202020204" pitchFamily="34" charset="0"/>
              <a:buChar char="•"/>
            </a:pPr>
            <a:r>
              <a:rPr lang="en-US" dirty="0"/>
              <a:t>break → stop the loop</a:t>
            </a:r>
          </a:p>
          <a:p>
            <a:endParaRPr lang="en-ZA" dirty="0"/>
          </a:p>
        </p:txBody>
      </p:sp>
    </p:spTree>
    <p:extLst>
      <p:ext uri="{BB962C8B-B14F-4D97-AF65-F5344CB8AC3E}">
        <p14:creationId xmlns:p14="http://schemas.microsoft.com/office/powerpoint/2010/main" val="27089204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96FDF-0847-4495-CCAF-26E1A573CB87}"/>
              </a:ext>
            </a:extLst>
          </p:cNvPr>
          <p:cNvSpPr>
            <a:spLocks noGrp="1"/>
          </p:cNvSpPr>
          <p:nvPr>
            <p:ph type="title"/>
          </p:nvPr>
        </p:nvSpPr>
        <p:spPr/>
        <p:txBody>
          <a:bodyPr/>
          <a:lstStyle/>
          <a:p>
            <a:r>
              <a:rPr lang="en-US" dirty="0"/>
              <a:t>The continue Statement</a:t>
            </a:r>
            <a:endParaRPr lang="en-ZA" dirty="0"/>
          </a:p>
        </p:txBody>
      </p:sp>
      <p:sp>
        <p:nvSpPr>
          <p:cNvPr id="3" name="Content Placeholder 2">
            <a:extLst>
              <a:ext uri="{FF2B5EF4-FFF2-40B4-BE49-F238E27FC236}">
                <a16:creationId xmlns:a16="http://schemas.microsoft.com/office/drawing/2014/main" id="{9272AF0C-BA5A-0513-1AEC-5506940A59A5}"/>
              </a:ext>
            </a:extLst>
          </p:cNvPr>
          <p:cNvSpPr>
            <a:spLocks noGrp="1"/>
          </p:cNvSpPr>
          <p:nvPr>
            <p:ph type="body" sz="quarter" idx="16"/>
          </p:nvPr>
        </p:nvSpPr>
        <p:spPr>
          <a:xfrm>
            <a:off x="1087109" y="1800008"/>
            <a:ext cx="4486822" cy="3444260"/>
          </a:xfrm>
        </p:spPr>
        <p:txBody>
          <a:bodyPr/>
          <a:lstStyle/>
          <a:p>
            <a:r>
              <a:rPr lang="en-US" dirty="0"/>
              <a:t>Skips the rest of the current iteration</a:t>
            </a:r>
          </a:p>
          <a:p>
            <a:r>
              <a:rPr lang="en-US" dirty="0"/>
              <a:t>Moves to the next loop cycle</a:t>
            </a:r>
            <a:endParaRPr lang="en-ZA" dirty="0"/>
          </a:p>
        </p:txBody>
      </p:sp>
      <p:sp>
        <p:nvSpPr>
          <p:cNvPr id="13" name="Content Placeholder 3">
            <a:extLst>
              <a:ext uri="{FF2B5EF4-FFF2-40B4-BE49-F238E27FC236}">
                <a16:creationId xmlns:a16="http://schemas.microsoft.com/office/drawing/2014/main" id="{998BBF7A-2046-A38D-DBC7-E409EEA0B147}"/>
              </a:ext>
            </a:extLst>
          </p:cNvPr>
          <p:cNvSpPr>
            <a:spLocks noGrp="1"/>
          </p:cNvSpPr>
          <p:nvPr>
            <p:ph type="body" sz="quarter" idx="18"/>
          </p:nvPr>
        </p:nvSpPr>
        <p:spPr>
          <a:xfrm>
            <a:off x="5654903" y="1800008"/>
            <a:ext cx="4486275" cy="3444875"/>
          </a:xfrm>
        </p:spPr>
        <p:txBody>
          <a:bodyPr>
            <a:normAutofit/>
          </a:bodyPr>
          <a:lstStyle/>
          <a:p>
            <a:pPr marL="0" indent="0">
              <a:buNone/>
            </a:pPr>
            <a:r>
              <a:rPr lang="en-US" dirty="0"/>
              <a:t>for </a:t>
            </a:r>
            <a:r>
              <a:rPr lang="en-US" dirty="0" err="1"/>
              <a:t>i</a:t>
            </a:r>
            <a:r>
              <a:rPr lang="en-US" dirty="0"/>
              <a:t> in range(1, 6):</a:t>
            </a:r>
          </a:p>
          <a:p>
            <a:pPr marL="0" indent="0">
              <a:buNone/>
            </a:pPr>
            <a:r>
              <a:rPr lang="en-US" dirty="0"/>
              <a:t>    if </a:t>
            </a:r>
            <a:r>
              <a:rPr lang="en-US" dirty="0" err="1"/>
              <a:t>i</a:t>
            </a:r>
            <a:r>
              <a:rPr lang="en-US" dirty="0"/>
              <a:t> == 3:</a:t>
            </a:r>
          </a:p>
          <a:p>
            <a:pPr marL="0" indent="0">
              <a:buNone/>
            </a:pPr>
            <a:r>
              <a:rPr lang="en-US" dirty="0"/>
              <a:t>        continue</a:t>
            </a:r>
          </a:p>
          <a:p>
            <a:pPr marL="0" indent="0">
              <a:buNone/>
            </a:pPr>
            <a:r>
              <a:rPr lang="en-US" dirty="0"/>
              <a:t>    print(</a:t>
            </a:r>
            <a:r>
              <a:rPr lang="en-US" dirty="0" err="1"/>
              <a:t>i</a:t>
            </a:r>
            <a:r>
              <a:rPr lang="en-US" dirty="0"/>
              <a:t>)</a:t>
            </a:r>
          </a:p>
          <a:p>
            <a:pPr marL="0" indent="0">
              <a:buNone/>
            </a:pPr>
            <a:endParaRPr lang="en-US" dirty="0"/>
          </a:p>
          <a:p>
            <a:pPr marL="0" indent="0">
              <a:buNone/>
            </a:pPr>
            <a:r>
              <a:rPr lang="en-US" dirty="0"/>
              <a:t>Loop continues, only one value is skipped</a:t>
            </a:r>
            <a:endParaRPr lang="en-ZA" dirty="0"/>
          </a:p>
        </p:txBody>
      </p:sp>
    </p:spTree>
    <p:extLst>
      <p:ext uri="{BB962C8B-B14F-4D97-AF65-F5344CB8AC3E}">
        <p14:creationId xmlns:p14="http://schemas.microsoft.com/office/powerpoint/2010/main" val="1386044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35D0-21DF-F9DC-092F-37020EE144B4}"/>
              </a:ext>
            </a:extLst>
          </p:cNvPr>
          <p:cNvSpPr>
            <a:spLocks noGrp="1"/>
          </p:cNvSpPr>
          <p:nvPr>
            <p:ph type="title"/>
          </p:nvPr>
        </p:nvSpPr>
        <p:spPr/>
        <p:txBody>
          <a:bodyPr/>
          <a:lstStyle/>
          <a:p>
            <a:r>
              <a:rPr lang="en-US" dirty="0"/>
              <a:t>The break Statement</a:t>
            </a:r>
            <a:endParaRPr lang="en-ZA" dirty="0"/>
          </a:p>
        </p:txBody>
      </p:sp>
      <p:sp>
        <p:nvSpPr>
          <p:cNvPr id="3" name="Content Placeholder 2">
            <a:extLst>
              <a:ext uri="{FF2B5EF4-FFF2-40B4-BE49-F238E27FC236}">
                <a16:creationId xmlns:a16="http://schemas.microsoft.com/office/drawing/2014/main" id="{A10680E5-B0B0-B380-CBD3-6E32197E9FA2}"/>
              </a:ext>
            </a:extLst>
          </p:cNvPr>
          <p:cNvSpPr>
            <a:spLocks noGrp="1"/>
          </p:cNvSpPr>
          <p:nvPr>
            <p:ph type="body" sz="quarter" idx="16"/>
          </p:nvPr>
        </p:nvSpPr>
        <p:spPr>
          <a:xfrm>
            <a:off x="1032680" y="1969328"/>
            <a:ext cx="4486822" cy="3444260"/>
          </a:xfrm>
        </p:spPr>
        <p:txBody>
          <a:bodyPr/>
          <a:lstStyle/>
          <a:p>
            <a:pPr marL="285750" indent="-285750">
              <a:buFont typeface="Arial" panose="020B0604020202020204" pitchFamily="34" charset="0"/>
              <a:buChar char="•"/>
            </a:pPr>
            <a:r>
              <a:rPr lang="en-US" dirty="0"/>
              <a:t>Stops the loop immediately</a:t>
            </a:r>
          </a:p>
          <a:p>
            <a:pPr marL="285750" indent="-285750">
              <a:buFont typeface="Arial" panose="020B0604020202020204" pitchFamily="34" charset="0"/>
              <a:buChar char="•"/>
            </a:pPr>
            <a:r>
              <a:rPr lang="en-US" dirty="0"/>
              <a:t>Exits even if condition is still true</a:t>
            </a:r>
            <a:endParaRPr lang="en-ZA" dirty="0"/>
          </a:p>
        </p:txBody>
      </p:sp>
      <p:sp>
        <p:nvSpPr>
          <p:cNvPr id="13" name="Content Placeholder 3">
            <a:extLst>
              <a:ext uri="{FF2B5EF4-FFF2-40B4-BE49-F238E27FC236}">
                <a16:creationId xmlns:a16="http://schemas.microsoft.com/office/drawing/2014/main" id="{45F2F47F-A881-9104-4FAA-FA241E4F2B1B}"/>
              </a:ext>
            </a:extLst>
          </p:cNvPr>
          <p:cNvSpPr>
            <a:spLocks noGrp="1"/>
          </p:cNvSpPr>
          <p:nvPr>
            <p:ph type="body" sz="quarter" idx="18"/>
          </p:nvPr>
        </p:nvSpPr>
        <p:spPr>
          <a:xfrm>
            <a:off x="6379844" y="1968713"/>
            <a:ext cx="4486275" cy="3444875"/>
          </a:xfrm>
        </p:spPr>
        <p:txBody>
          <a:bodyPr>
            <a:normAutofit/>
          </a:bodyPr>
          <a:lstStyle/>
          <a:p>
            <a:pPr marL="0" indent="0">
              <a:buNone/>
            </a:pPr>
            <a:r>
              <a:rPr lang="en-US" dirty="0"/>
              <a:t>for </a:t>
            </a:r>
            <a:r>
              <a:rPr lang="en-US" dirty="0" err="1"/>
              <a:t>i</a:t>
            </a:r>
            <a:r>
              <a:rPr lang="en-US" dirty="0"/>
              <a:t> in range(1, 6):</a:t>
            </a:r>
          </a:p>
          <a:p>
            <a:pPr marL="0" indent="0">
              <a:buNone/>
            </a:pPr>
            <a:r>
              <a:rPr lang="en-US" dirty="0"/>
              <a:t>    if </a:t>
            </a:r>
            <a:r>
              <a:rPr lang="en-US" dirty="0" err="1"/>
              <a:t>i</a:t>
            </a:r>
            <a:r>
              <a:rPr lang="en-US" dirty="0"/>
              <a:t> == 3:</a:t>
            </a:r>
          </a:p>
          <a:p>
            <a:pPr marL="0" indent="0">
              <a:buNone/>
            </a:pPr>
            <a:r>
              <a:rPr lang="en-US" dirty="0"/>
              <a:t>        break</a:t>
            </a:r>
          </a:p>
          <a:p>
            <a:pPr marL="0" indent="0">
              <a:buNone/>
            </a:pPr>
            <a:r>
              <a:rPr lang="en-US" dirty="0"/>
              <a:t>    print(</a:t>
            </a:r>
            <a:r>
              <a:rPr lang="en-US" dirty="0" err="1"/>
              <a:t>i</a:t>
            </a:r>
            <a:r>
              <a:rPr lang="en-US" dirty="0"/>
              <a:t>)</a:t>
            </a:r>
          </a:p>
          <a:p>
            <a:pPr marL="0" indent="0">
              <a:buNone/>
            </a:pPr>
            <a:endParaRPr lang="en-US" dirty="0"/>
          </a:p>
          <a:p>
            <a:pPr marL="0" indent="0">
              <a:buNone/>
            </a:pPr>
            <a:r>
              <a:rPr lang="en-US" dirty="0"/>
              <a:t>Remaining iterations are NOT executed</a:t>
            </a:r>
            <a:endParaRPr lang="en-ZA" dirty="0"/>
          </a:p>
        </p:txBody>
      </p:sp>
    </p:spTree>
    <p:extLst>
      <p:ext uri="{BB962C8B-B14F-4D97-AF65-F5344CB8AC3E}">
        <p14:creationId xmlns:p14="http://schemas.microsoft.com/office/powerpoint/2010/main" val="2776857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0FBFA-E002-6457-59CA-58E0CF129574}"/>
              </a:ext>
            </a:extLst>
          </p:cNvPr>
          <p:cNvSpPr>
            <a:spLocks noGrp="1"/>
          </p:cNvSpPr>
          <p:nvPr>
            <p:ph type="title"/>
          </p:nvPr>
        </p:nvSpPr>
        <p:spPr/>
        <p:txBody>
          <a:bodyPr/>
          <a:lstStyle/>
          <a:p>
            <a:r>
              <a:rPr lang="en-US" dirty="0"/>
              <a:t>Strings as Sequences</a:t>
            </a:r>
            <a:endParaRPr lang="en-ZA" dirty="0"/>
          </a:p>
        </p:txBody>
      </p:sp>
      <p:sp>
        <p:nvSpPr>
          <p:cNvPr id="3" name="Content Placeholder 2">
            <a:extLst>
              <a:ext uri="{FF2B5EF4-FFF2-40B4-BE49-F238E27FC236}">
                <a16:creationId xmlns:a16="http://schemas.microsoft.com/office/drawing/2014/main" id="{9B7795F6-6102-3458-7939-80FEB13B52C1}"/>
              </a:ext>
            </a:extLst>
          </p:cNvPr>
          <p:cNvSpPr>
            <a:spLocks noGrp="1"/>
          </p:cNvSpPr>
          <p:nvPr>
            <p:ph type="body" sz="quarter" idx="13"/>
          </p:nvPr>
        </p:nvSpPr>
        <p:spPr/>
        <p:txBody>
          <a:bodyPr/>
          <a:lstStyle/>
          <a:p>
            <a:r>
              <a:rPr lang="en-US" dirty="0"/>
              <a:t>In Python, a </a:t>
            </a:r>
            <a:r>
              <a:rPr lang="en-US" b="1" dirty="0"/>
              <a:t>string is a sequence of characters</a:t>
            </a:r>
            <a:r>
              <a:rPr lang="en-US" dirty="0"/>
              <a:t> </a:t>
            </a:r>
          </a:p>
          <a:p>
            <a:r>
              <a:rPr lang="en-US" dirty="0"/>
              <a:t>Sequences allow: </a:t>
            </a:r>
          </a:p>
          <a:p>
            <a:pPr lvl="1"/>
            <a:r>
              <a:rPr lang="en-US" b="1" dirty="0"/>
              <a:t>Iteration</a:t>
            </a:r>
            <a:r>
              <a:rPr lang="en-US" dirty="0"/>
              <a:t> (repeating actions) </a:t>
            </a:r>
          </a:p>
          <a:p>
            <a:r>
              <a:rPr lang="en-US" dirty="0"/>
              <a:t>Each character can be processed individually </a:t>
            </a:r>
          </a:p>
          <a:p>
            <a:r>
              <a:rPr lang="en-US" dirty="0"/>
              <a:t>Example: "Hello" → H, e, l, l, o</a:t>
            </a:r>
          </a:p>
          <a:p>
            <a:endParaRPr lang="en-ZA" dirty="0"/>
          </a:p>
        </p:txBody>
      </p:sp>
    </p:spTree>
    <p:extLst>
      <p:ext uri="{BB962C8B-B14F-4D97-AF65-F5344CB8AC3E}">
        <p14:creationId xmlns:p14="http://schemas.microsoft.com/office/powerpoint/2010/main" val="1497329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7D3E-6DD2-0FE9-EF3C-AA0A04D875DF}"/>
              </a:ext>
            </a:extLst>
          </p:cNvPr>
          <p:cNvSpPr>
            <a:spLocks noGrp="1"/>
          </p:cNvSpPr>
          <p:nvPr>
            <p:ph type="title"/>
          </p:nvPr>
        </p:nvSpPr>
        <p:spPr/>
        <p:txBody>
          <a:bodyPr/>
          <a:lstStyle/>
          <a:p>
            <a:r>
              <a:rPr lang="en-ZA" dirty="0"/>
              <a:t>Iterating Through a String: 1</a:t>
            </a:r>
          </a:p>
        </p:txBody>
      </p:sp>
      <p:sp>
        <p:nvSpPr>
          <p:cNvPr id="3" name="Content Placeholder 2">
            <a:extLst>
              <a:ext uri="{FF2B5EF4-FFF2-40B4-BE49-F238E27FC236}">
                <a16:creationId xmlns:a16="http://schemas.microsoft.com/office/drawing/2014/main" id="{3952D05E-034E-32A5-1FE0-F09F62FC3347}"/>
              </a:ext>
            </a:extLst>
          </p:cNvPr>
          <p:cNvSpPr>
            <a:spLocks noGrp="1"/>
          </p:cNvSpPr>
          <p:nvPr>
            <p:ph type="body" sz="quarter" idx="13"/>
          </p:nvPr>
        </p:nvSpPr>
        <p:spPr/>
        <p:txBody>
          <a:bodyPr/>
          <a:lstStyle/>
          <a:p>
            <a:r>
              <a:rPr lang="en-US" dirty="0"/>
              <a:t>Use a </a:t>
            </a:r>
            <a:r>
              <a:rPr lang="en-US" b="1" dirty="0"/>
              <a:t>for loop</a:t>
            </a:r>
            <a:r>
              <a:rPr lang="en-US" dirty="0"/>
              <a:t> to go through each character</a:t>
            </a:r>
          </a:p>
          <a:p>
            <a:pPr marL="457200" lvl="1" indent="0">
              <a:buNone/>
            </a:pPr>
            <a:r>
              <a:rPr lang="en-US" dirty="0">
                <a:solidFill>
                  <a:schemeClr val="tx2">
                    <a:lumMod val="75000"/>
                    <a:lumOff val="25000"/>
                  </a:schemeClr>
                </a:solidFill>
              </a:rPr>
              <a:t>for variable in sequence:</a:t>
            </a:r>
          </a:p>
          <a:p>
            <a:pPr marL="457200" lvl="1" indent="0">
              <a:buNone/>
            </a:pPr>
            <a:r>
              <a:rPr lang="en-US" dirty="0">
                <a:solidFill>
                  <a:schemeClr val="tx2">
                    <a:lumMod val="75000"/>
                    <a:lumOff val="25000"/>
                  </a:schemeClr>
                </a:solidFill>
              </a:rPr>
              <a:t>    # statements</a:t>
            </a:r>
          </a:p>
          <a:p>
            <a:pPr marL="457200" lvl="1" indent="0">
              <a:buNone/>
            </a:pPr>
            <a:endParaRPr lang="en-US" dirty="0">
              <a:solidFill>
                <a:schemeClr val="tx2">
                  <a:lumMod val="75000"/>
                  <a:lumOff val="25000"/>
                </a:schemeClr>
              </a:solidFill>
            </a:endParaRPr>
          </a:p>
          <a:p>
            <a:r>
              <a:rPr lang="en-US" dirty="0"/>
              <a:t>Variable takes </a:t>
            </a:r>
            <a:r>
              <a:rPr lang="en-US" b="1" dirty="0"/>
              <a:t>each character one at a time</a:t>
            </a:r>
            <a:r>
              <a:rPr lang="en-US" dirty="0"/>
              <a:t> </a:t>
            </a:r>
          </a:p>
          <a:p>
            <a:r>
              <a:rPr lang="en-US" dirty="0"/>
              <a:t>Example</a:t>
            </a:r>
          </a:p>
          <a:p>
            <a:pPr marL="457200" lvl="1" indent="0">
              <a:buNone/>
            </a:pPr>
            <a:r>
              <a:rPr lang="en-US" dirty="0">
                <a:solidFill>
                  <a:srgbClr val="0070C0"/>
                </a:solidFill>
              </a:rPr>
              <a:t>s = "Hi"</a:t>
            </a:r>
          </a:p>
          <a:p>
            <a:pPr marL="457200" lvl="1" indent="0">
              <a:buNone/>
            </a:pPr>
            <a:r>
              <a:rPr lang="en-US" dirty="0">
                <a:solidFill>
                  <a:srgbClr val="0070C0"/>
                </a:solidFill>
              </a:rPr>
              <a:t>for c in s:</a:t>
            </a:r>
          </a:p>
          <a:p>
            <a:pPr marL="457200" lvl="1" indent="0">
              <a:buNone/>
            </a:pPr>
            <a:r>
              <a:rPr lang="en-US" dirty="0">
                <a:solidFill>
                  <a:srgbClr val="0070C0"/>
                </a:solidFill>
              </a:rPr>
              <a:t>    print(c)</a:t>
            </a:r>
          </a:p>
          <a:p>
            <a:endParaRPr lang="en-ZA" dirty="0"/>
          </a:p>
        </p:txBody>
      </p:sp>
      <p:graphicFrame>
        <p:nvGraphicFramePr>
          <p:cNvPr id="4" name="Table 3">
            <a:extLst>
              <a:ext uri="{FF2B5EF4-FFF2-40B4-BE49-F238E27FC236}">
                <a16:creationId xmlns:a16="http://schemas.microsoft.com/office/drawing/2014/main" id="{A204A00E-60EC-0AFB-F09D-CA364E2B40D3}"/>
              </a:ext>
            </a:extLst>
          </p:cNvPr>
          <p:cNvGraphicFramePr>
            <a:graphicFrameLocks noGrp="1"/>
          </p:cNvGraphicFramePr>
          <p:nvPr>
            <p:extLst>
              <p:ext uri="{D42A27DB-BD31-4B8C-83A1-F6EECF244321}">
                <p14:modId xmlns:p14="http://schemas.microsoft.com/office/powerpoint/2010/main" val="554269062"/>
              </p:ext>
            </p:extLst>
          </p:nvPr>
        </p:nvGraphicFramePr>
        <p:xfrm>
          <a:off x="4909457" y="3794465"/>
          <a:ext cx="6564087" cy="1097280"/>
        </p:xfrm>
        <a:graphic>
          <a:graphicData uri="http://schemas.openxmlformats.org/drawingml/2006/table">
            <a:tbl>
              <a:tblPr/>
              <a:tblGrid>
                <a:gridCol w="2188029">
                  <a:extLst>
                    <a:ext uri="{9D8B030D-6E8A-4147-A177-3AD203B41FA5}">
                      <a16:colId xmlns:a16="http://schemas.microsoft.com/office/drawing/2014/main" val="4024601129"/>
                    </a:ext>
                  </a:extLst>
                </a:gridCol>
                <a:gridCol w="2188029">
                  <a:extLst>
                    <a:ext uri="{9D8B030D-6E8A-4147-A177-3AD203B41FA5}">
                      <a16:colId xmlns:a16="http://schemas.microsoft.com/office/drawing/2014/main" val="1369262145"/>
                    </a:ext>
                  </a:extLst>
                </a:gridCol>
                <a:gridCol w="2188029">
                  <a:extLst>
                    <a:ext uri="{9D8B030D-6E8A-4147-A177-3AD203B41FA5}">
                      <a16:colId xmlns:a16="http://schemas.microsoft.com/office/drawing/2014/main" val="1594171981"/>
                    </a:ext>
                  </a:extLst>
                </a:gridCol>
              </a:tblGrid>
              <a:tr h="261620">
                <a:tc>
                  <a:txBody>
                    <a:bodyPr/>
                    <a:lstStyle/>
                    <a:p>
                      <a:pPr>
                        <a:buNone/>
                      </a:pPr>
                      <a:r>
                        <a:rPr lang="en-ZA" dirty="0"/>
                        <a:t>Step</a:t>
                      </a:r>
                    </a:p>
                  </a:txBody>
                  <a:tcPr anchor="ctr">
                    <a:lnL>
                      <a:noFill/>
                    </a:lnL>
                    <a:lnR>
                      <a:noFill/>
                    </a:lnR>
                    <a:lnT>
                      <a:noFill/>
                    </a:lnT>
                    <a:lnB>
                      <a:noFill/>
                    </a:lnB>
                    <a:noFill/>
                  </a:tcPr>
                </a:tc>
                <a:tc>
                  <a:txBody>
                    <a:bodyPr/>
                    <a:lstStyle/>
                    <a:p>
                      <a:pPr>
                        <a:buNone/>
                      </a:pPr>
                      <a:r>
                        <a:rPr lang="en-ZA"/>
                        <a:t>c</a:t>
                      </a:r>
                    </a:p>
                  </a:txBody>
                  <a:tcPr anchor="ctr">
                    <a:lnL>
                      <a:noFill/>
                    </a:lnL>
                    <a:lnR>
                      <a:noFill/>
                    </a:lnR>
                    <a:lnT>
                      <a:noFill/>
                    </a:lnT>
                    <a:lnB>
                      <a:noFill/>
                    </a:lnB>
                    <a:noFill/>
                  </a:tcPr>
                </a:tc>
                <a:tc>
                  <a:txBody>
                    <a:bodyPr/>
                    <a:lstStyle/>
                    <a:p>
                      <a:pPr>
                        <a:buNone/>
                      </a:pPr>
                      <a:r>
                        <a:rPr lang="en-ZA"/>
                        <a:t>Output</a:t>
                      </a:r>
                    </a:p>
                  </a:txBody>
                  <a:tcPr anchor="ctr">
                    <a:lnL>
                      <a:noFill/>
                    </a:lnL>
                    <a:lnR>
                      <a:noFill/>
                    </a:lnR>
                    <a:lnT>
                      <a:noFill/>
                    </a:lnT>
                    <a:lnB>
                      <a:noFill/>
                    </a:lnB>
                    <a:noFill/>
                  </a:tcPr>
                </a:tc>
                <a:extLst>
                  <a:ext uri="{0D108BD9-81ED-4DB2-BD59-A6C34878D82A}">
                    <a16:rowId xmlns:a16="http://schemas.microsoft.com/office/drawing/2014/main" val="1974954561"/>
                  </a:ext>
                </a:extLst>
              </a:tr>
              <a:tr h="0">
                <a:tc>
                  <a:txBody>
                    <a:bodyPr/>
                    <a:lstStyle/>
                    <a:p>
                      <a:pPr>
                        <a:buNone/>
                      </a:pPr>
                      <a:r>
                        <a:rPr lang="en-ZA" dirty="0"/>
                        <a:t>1</a:t>
                      </a:r>
                    </a:p>
                  </a:txBody>
                  <a:tcPr anchor="ctr">
                    <a:lnL>
                      <a:noFill/>
                    </a:lnL>
                    <a:lnR>
                      <a:noFill/>
                    </a:lnR>
                    <a:lnT>
                      <a:noFill/>
                    </a:lnT>
                    <a:lnB>
                      <a:noFill/>
                    </a:lnB>
                    <a:noFill/>
                  </a:tcPr>
                </a:tc>
                <a:tc>
                  <a:txBody>
                    <a:bodyPr/>
                    <a:lstStyle/>
                    <a:p>
                      <a:pPr>
                        <a:buNone/>
                      </a:pPr>
                      <a:r>
                        <a:rPr lang="en-ZA" dirty="0"/>
                        <a:t>H</a:t>
                      </a:r>
                    </a:p>
                  </a:txBody>
                  <a:tcPr anchor="ctr">
                    <a:lnL>
                      <a:noFill/>
                    </a:lnL>
                    <a:lnR>
                      <a:noFill/>
                    </a:lnR>
                    <a:lnT>
                      <a:noFill/>
                    </a:lnT>
                    <a:lnB>
                      <a:noFill/>
                    </a:lnB>
                    <a:noFill/>
                  </a:tcPr>
                </a:tc>
                <a:tc>
                  <a:txBody>
                    <a:bodyPr/>
                    <a:lstStyle/>
                    <a:p>
                      <a:pPr>
                        <a:buNone/>
                      </a:pPr>
                      <a:r>
                        <a:rPr lang="en-ZA"/>
                        <a:t>H</a:t>
                      </a:r>
                    </a:p>
                  </a:txBody>
                  <a:tcPr anchor="ctr">
                    <a:lnL>
                      <a:noFill/>
                    </a:lnL>
                    <a:lnR>
                      <a:noFill/>
                    </a:lnR>
                    <a:lnT>
                      <a:noFill/>
                    </a:lnT>
                    <a:lnB>
                      <a:noFill/>
                    </a:lnB>
                    <a:noFill/>
                  </a:tcPr>
                </a:tc>
                <a:extLst>
                  <a:ext uri="{0D108BD9-81ED-4DB2-BD59-A6C34878D82A}">
                    <a16:rowId xmlns:a16="http://schemas.microsoft.com/office/drawing/2014/main" val="3528747023"/>
                  </a:ext>
                </a:extLst>
              </a:tr>
              <a:tr h="0">
                <a:tc>
                  <a:txBody>
                    <a:bodyPr/>
                    <a:lstStyle/>
                    <a:p>
                      <a:pPr>
                        <a:buNone/>
                      </a:pPr>
                      <a:r>
                        <a:rPr lang="en-ZA" dirty="0"/>
                        <a:t>2</a:t>
                      </a:r>
                    </a:p>
                  </a:txBody>
                  <a:tcPr anchor="ctr">
                    <a:lnL>
                      <a:noFill/>
                    </a:lnL>
                    <a:lnR>
                      <a:noFill/>
                    </a:lnR>
                    <a:lnT>
                      <a:noFill/>
                    </a:lnT>
                    <a:lnB>
                      <a:noFill/>
                    </a:lnB>
                    <a:noFill/>
                  </a:tcPr>
                </a:tc>
                <a:tc>
                  <a:txBody>
                    <a:bodyPr/>
                    <a:lstStyle/>
                    <a:p>
                      <a:pPr>
                        <a:buNone/>
                      </a:pPr>
                      <a:r>
                        <a:rPr lang="en-ZA"/>
                        <a:t>i</a:t>
                      </a:r>
                    </a:p>
                  </a:txBody>
                  <a:tcPr anchor="ctr">
                    <a:lnL>
                      <a:noFill/>
                    </a:lnL>
                    <a:lnR>
                      <a:noFill/>
                    </a:lnR>
                    <a:lnT>
                      <a:noFill/>
                    </a:lnT>
                    <a:lnB>
                      <a:noFill/>
                    </a:lnB>
                    <a:noFill/>
                  </a:tcPr>
                </a:tc>
                <a:tc>
                  <a:txBody>
                    <a:bodyPr/>
                    <a:lstStyle/>
                    <a:p>
                      <a:pPr>
                        <a:buNone/>
                      </a:pPr>
                      <a:r>
                        <a:rPr lang="en-ZA" dirty="0" err="1"/>
                        <a:t>i</a:t>
                      </a:r>
                      <a:endParaRPr lang="en-ZA" dirty="0"/>
                    </a:p>
                  </a:txBody>
                  <a:tcPr anchor="ctr">
                    <a:lnL>
                      <a:noFill/>
                    </a:lnL>
                    <a:lnR>
                      <a:noFill/>
                    </a:lnR>
                    <a:lnT>
                      <a:noFill/>
                    </a:lnT>
                    <a:lnB>
                      <a:noFill/>
                    </a:lnB>
                    <a:noFill/>
                  </a:tcPr>
                </a:tc>
                <a:extLst>
                  <a:ext uri="{0D108BD9-81ED-4DB2-BD59-A6C34878D82A}">
                    <a16:rowId xmlns:a16="http://schemas.microsoft.com/office/drawing/2014/main" val="1008026620"/>
                  </a:ext>
                </a:extLst>
              </a:tr>
            </a:tbl>
          </a:graphicData>
        </a:graphic>
      </p:graphicFrame>
    </p:spTree>
    <p:extLst>
      <p:ext uri="{BB962C8B-B14F-4D97-AF65-F5344CB8AC3E}">
        <p14:creationId xmlns:p14="http://schemas.microsoft.com/office/powerpoint/2010/main" val="3264269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6560-4E52-6516-5273-F7980C71B305}"/>
              </a:ext>
            </a:extLst>
          </p:cNvPr>
          <p:cNvSpPr>
            <a:spLocks noGrp="1"/>
          </p:cNvSpPr>
          <p:nvPr>
            <p:ph type="title"/>
          </p:nvPr>
        </p:nvSpPr>
        <p:spPr/>
        <p:txBody>
          <a:bodyPr/>
          <a:lstStyle/>
          <a:p>
            <a:r>
              <a:rPr lang="en-ZA" dirty="0"/>
              <a:t>Iterating Through a String: 2</a:t>
            </a:r>
          </a:p>
        </p:txBody>
      </p:sp>
      <p:sp>
        <p:nvSpPr>
          <p:cNvPr id="3" name="Content Placeholder 2">
            <a:extLst>
              <a:ext uri="{FF2B5EF4-FFF2-40B4-BE49-F238E27FC236}">
                <a16:creationId xmlns:a16="http://schemas.microsoft.com/office/drawing/2014/main" id="{51318B5A-846B-FD84-AA9D-94C0FD2FBF90}"/>
              </a:ext>
            </a:extLst>
          </p:cNvPr>
          <p:cNvSpPr>
            <a:spLocks noGrp="1"/>
          </p:cNvSpPr>
          <p:nvPr>
            <p:ph type="body" sz="quarter" idx="13"/>
          </p:nvPr>
        </p:nvSpPr>
        <p:spPr/>
        <p:txBody>
          <a:bodyPr/>
          <a:lstStyle/>
          <a:p>
            <a:r>
              <a:rPr lang="en-US" dirty="0"/>
              <a:t>If sequence is </a:t>
            </a:r>
            <a:r>
              <a:rPr lang="en-US" b="1" dirty="0"/>
              <a:t>empty</a:t>
            </a:r>
            <a:r>
              <a:rPr lang="en-US" dirty="0"/>
              <a:t> → loop does NOT run </a:t>
            </a:r>
          </a:p>
          <a:p>
            <a:r>
              <a:rPr lang="en-US" dirty="0"/>
              <a:t>If sequence has: </a:t>
            </a:r>
          </a:p>
          <a:p>
            <a:pPr lvl="1"/>
            <a:r>
              <a:rPr lang="en-US" dirty="0"/>
              <a:t>1 character → runs once </a:t>
            </a:r>
          </a:p>
          <a:p>
            <a:pPr lvl="1"/>
            <a:r>
              <a:rPr lang="en-US" dirty="0"/>
              <a:t>n characters → runs n times </a:t>
            </a:r>
          </a:p>
          <a:p>
            <a:r>
              <a:rPr lang="en-US" dirty="0"/>
              <a:t>Includes </a:t>
            </a:r>
            <a:r>
              <a:rPr lang="en-US" b="1" dirty="0"/>
              <a:t>spaces as characters</a:t>
            </a:r>
            <a:endParaRPr lang="en-US" dirty="0"/>
          </a:p>
          <a:p>
            <a:endParaRPr lang="en-ZA" dirty="0"/>
          </a:p>
        </p:txBody>
      </p:sp>
    </p:spTree>
    <p:extLst>
      <p:ext uri="{BB962C8B-B14F-4D97-AF65-F5344CB8AC3E}">
        <p14:creationId xmlns:p14="http://schemas.microsoft.com/office/powerpoint/2010/main" val="1047189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A4D0B-47AB-6413-8EB9-F8D5461EDF90}"/>
              </a:ext>
            </a:extLst>
          </p:cNvPr>
          <p:cNvSpPr>
            <a:spLocks noGrp="1"/>
          </p:cNvSpPr>
          <p:nvPr>
            <p:ph type="title"/>
          </p:nvPr>
        </p:nvSpPr>
        <p:spPr/>
        <p:txBody>
          <a:bodyPr/>
          <a:lstStyle/>
          <a:p>
            <a:r>
              <a:rPr lang="en-ZA" dirty="0"/>
              <a:t>Iterating Through a String: 3</a:t>
            </a:r>
          </a:p>
        </p:txBody>
      </p:sp>
      <p:sp>
        <p:nvSpPr>
          <p:cNvPr id="3" name="Content Placeholder 2">
            <a:extLst>
              <a:ext uri="{FF2B5EF4-FFF2-40B4-BE49-F238E27FC236}">
                <a16:creationId xmlns:a16="http://schemas.microsoft.com/office/drawing/2014/main" id="{C028A313-5D2C-EE50-E2AF-BA3B890DE98B}"/>
              </a:ext>
            </a:extLst>
          </p:cNvPr>
          <p:cNvSpPr>
            <a:spLocks noGrp="1"/>
          </p:cNvSpPr>
          <p:nvPr>
            <p:ph type="body" sz="quarter" idx="16"/>
          </p:nvPr>
        </p:nvSpPr>
        <p:spPr>
          <a:xfrm>
            <a:off x="1021794" y="1983046"/>
            <a:ext cx="4486822" cy="3444260"/>
          </a:xfrm>
        </p:spPr>
        <p:txBody>
          <a:bodyPr>
            <a:normAutofit/>
          </a:bodyPr>
          <a:lstStyle/>
          <a:p>
            <a:r>
              <a:rPr lang="en-US" sz="2400" dirty="0"/>
              <a:t>For loops are used to:</a:t>
            </a:r>
          </a:p>
          <a:p>
            <a:pPr lvl="1"/>
            <a:r>
              <a:rPr lang="en-US" sz="2400" dirty="0"/>
              <a:t>Process </a:t>
            </a:r>
            <a:r>
              <a:rPr lang="en-US" sz="2400" b="1" dirty="0"/>
              <a:t>each element in a sequence</a:t>
            </a:r>
            <a:r>
              <a:rPr lang="en-US" sz="2400" dirty="0"/>
              <a:t> </a:t>
            </a:r>
          </a:p>
          <a:p>
            <a:pPr lvl="1"/>
            <a:r>
              <a:rPr lang="en-US" sz="2400" dirty="0"/>
              <a:t>Handle large amounts of data efficiently</a:t>
            </a:r>
          </a:p>
          <a:p>
            <a:endParaRPr lang="en-ZA" sz="2400" dirty="0"/>
          </a:p>
        </p:txBody>
      </p:sp>
      <p:sp>
        <p:nvSpPr>
          <p:cNvPr id="10" name="Content Placeholder 3">
            <a:extLst>
              <a:ext uri="{FF2B5EF4-FFF2-40B4-BE49-F238E27FC236}">
                <a16:creationId xmlns:a16="http://schemas.microsoft.com/office/drawing/2014/main" id="{C3F2EFC2-1C97-7343-55CC-B3996B6BC356}"/>
              </a:ext>
            </a:extLst>
          </p:cNvPr>
          <p:cNvSpPr>
            <a:spLocks noGrp="1"/>
          </p:cNvSpPr>
          <p:nvPr>
            <p:ph type="body" sz="quarter" idx="18"/>
          </p:nvPr>
        </p:nvSpPr>
        <p:spPr>
          <a:xfrm>
            <a:off x="5916159" y="1983046"/>
            <a:ext cx="4486275" cy="3444875"/>
          </a:xfrm>
        </p:spPr>
        <p:txBody>
          <a:bodyPr>
            <a:normAutofit/>
          </a:bodyPr>
          <a:lstStyle/>
          <a:p>
            <a:r>
              <a:rPr lang="en-US" sz="2400" dirty="0"/>
              <a:t>Example</a:t>
            </a:r>
          </a:p>
          <a:p>
            <a:pPr marL="457200" lvl="1" indent="0">
              <a:buNone/>
            </a:pPr>
            <a:r>
              <a:rPr lang="en-US" sz="2400" dirty="0">
                <a:solidFill>
                  <a:srgbClr val="0070C0"/>
                </a:solidFill>
              </a:rPr>
              <a:t>s = input("Enter a sentence: ")</a:t>
            </a:r>
          </a:p>
          <a:p>
            <a:pPr marL="457200" lvl="1" indent="0">
              <a:buNone/>
            </a:pPr>
            <a:r>
              <a:rPr lang="en-US" sz="2400" dirty="0">
                <a:solidFill>
                  <a:srgbClr val="0070C0"/>
                </a:solidFill>
              </a:rPr>
              <a:t>for c in s:</a:t>
            </a:r>
          </a:p>
          <a:p>
            <a:pPr marL="457200" lvl="1" indent="0">
              <a:buNone/>
            </a:pPr>
            <a:r>
              <a:rPr lang="en-US" sz="2400" dirty="0">
                <a:solidFill>
                  <a:srgbClr val="0070C0"/>
                </a:solidFill>
              </a:rPr>
              <a:t>    print(</a:t>
            </a:r>
            <a:r>
              <a:rPr lang="en-US" sz="2400" dirty="0" err="1">
                <a:solidFill>
                  <a:srgbClr val="0070C0"/>
                </a:solidFill>
              </a:rPr>
              <a:t>c.upper</a:t>
            </a:r>
            <a:r>
              <a:rPr lang="en-US" sz="2400" dirty="0">
                <a:solidFill>
                  <a:srgbClr val="0070C0"/>
                </a:solidFill>
              </a:rPr>
              <a:t>())</a:t>
            </a:r>
          </a:p>
          <a:p>
            <a:pPr marL="0" indent="0">
              <a:buNone/>
            </a:pPr>
            <a:r>
              <a:rPr lang="en-US" sz="2400" dirty="0"/>
              <a:t>This prints each character in the sequence in uppercase</a:t>
            </a:r>
            <a:endParaRPr lang="en-ZA" sz="2400" dirty="0"/>
          </a:p>
        </p:txBody>
      </p:sp>
    </p:spTree>
    <p:extLst>
      <p:ext uri="{BB962C8B-B14F-4D97-AF65-F5344CB8AC3E}">
        <p14:creationId xmlns:p14="http://schemas.microsoft.com/office/powerpoint/2010/main" val="2819345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33369-324D-A1A5-FBFE-DAD592034840}"/>
              </a:ext>
            </a:extLst>
          </p:cNvPr>
          <p:cNvSpPr>
            <a:spLocks noGrp="1"/>
          </p:cNvSpPr>
          <p:nvPr>
            <p:ph type="title"/>
          </p:nvPr>
        </p:nvSpPr>
        <p:spPr/>
        <p:txBody>
          <a:bodyPr/>
          <a:lstStyle/>
          <a:p>
            <a:r>
              <a:rPr lang="en-US" dirty="0"/>
              <a:t>Activity</a:t>
            </a:r>
            <a:endParaRPr lang="en-ZA" dirty="0"/>
          </a:p>
        </p:txBody>
      </p:sp>
      <p:sp>
        <p:nvSpPr>
          <p:cNvPr id="3" name="Text Placeholder 2">
            <a:extLst>
              <a:ext uri="{FF2B5EF4-FFF2-40B4-BE49-F238E27FC236}">
                <a16:creationId xmlns:a16="http://schemas.microsoft.com/office/drawing/2014/main" id="{AAEE69EB-9C73-E7DB-F9CF-4972717299F0}"/>
              </a:ext>
            </a:extLst>
          </p:cNvPr>
          <p:cNvSpPr>
            <a:spLocks noGrp="1"/>
          </p:cNvSpPr>
          <p:nvPr>
            <p:ph type="body" sz="quarter" idx="16"/>
          </p:nvPr>
        </p:nvSpPr>
        <p:spPr>
          <a:xfrm>
            <a:off x="1589314" y="1860471"/>
            <a:ext cx="8708572" cy="3444260"/>
          </a:xfrm>
        </p:spPr>
        <p:txBody>
          <a:bodyPr>
            <a:normAutofit/>
          </a:bodyPr>
          <a:lstStyle/>
          <a:p>
            <a:r>
              <a:rPr lang="en-US" sz="2000" dirty="0"/>
              <a:t>Write a Python program that scans a message entered by the user.</a:t>
            </a:r>
          </a:p>
          <a:p>
            <a:r>
              <a:rPr lang="en-US" sz="2000" b="1" dirty="0"/>
              <a:t>Requirements</a:t>
            </a:r>
          </a:p>
          <a:p>
            <a:r>
              <a:rPr lang="en-US" sz="2000" dirty="0"/>
              <a:t>Ask the user to enter a </a:t>
            </a:r>
            <a:r>
              <a:rPr lang="en-US" sz="2000" b="1" dirty="0"/>
              <a:t>sentence</a:t>
            </a:r>
            <a:r>
              <a:rPr lang="en-US" sz="2000" dirty="0"/>
              <a:t> </a:t>
            </a:r>
          </a:p>
          <a:p>
            <a:r>
              <a:rPr lang="en-US" sz="2000" dirty="0"/>
              <a:t>Use a </a:t>
            </a:r>
            <a:r>
              <a:rPr lang="en-US" sz="2000" b="1" dirty="0"/>
              <a:t>for loop</a:t>
            </a:r>
            <a:r>
              <a:rPr lang="en-US" sz="2000" dirty="0"/>
              <a:t> to go through each character </a:t>
            </a:r>
          </a:p>
          <a:p>
            <a:r>
              <a:rPr lang="en-US" sz="2000" dirty="0"/>
              <a:t>Apply: </a:t>
            </a:r>
          </a:p>
          <a:p>
            <a:pPr lvl="1"/>
            <a:r>
              <a:rPr lang="en-US" sz="2000" dirty="0"/>
              <a:t>continue → skip spaces </a:t>
            </a:r>
          </a:p>
          <a:p>
            <a:pPr lvl="1"/>
            <a:r>
              <a:rPr lang="en-US" sz="2000" dirty="0"/>
              <a:t>break → stop when a full stop . is found </a:t>
            </a:r>
          </a:p>
          <a:p>
            <a:r>
              <a:rPr lang="en-US" sz="2000" dirty="0"/>
              <a:t>Print each valid character on a new line</a:t>
            </a:r>
          </a:p>
          <a:p>
            <a:endParaRPr lang="en-ZA" sz="2000" dirty="0"/>
          </a:p>
        </p:txBody>
      </p:sp>
    </p:spTree>
    <p:extLst>
      <p:ext uri="{BB962C8B-B14F-4D97-AF65-F5344CB8AC3E}">
        <p14:creationId xmlns:p14="http://schemas.microsoft.com/office/powerpoint/2010/main" val="35422315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28B7F-8508-574C-1C52-4FF0056F102F}"/>
              </a:ext>
            </a:extLst>
          </p:cNvPr>
          <p:cNvSpPr>
            <a:spLocks noGrp="1"/>
          </p:cNvSpPr>
          <p:nvPr>
            <p:ph type="title"/>
          </p:nvPr>
        </p:nvSpPr>
        <p:spPr/>
        <p:txBody>
          <a:bodyPr/>
          <a:lstStyle/>
          <a:p>
            <a:r>
              <a:rPr lang="en-US" dirty="0"/>
              <a:t>Lists</a:t>
            </a:r>
            <a:endParaRPr lang="en-ZA" dirty="0"/>
          </a:p>
        </p:txBody>
      </p:sp>
      <p:sp>
        <p:nvSpPr>
          <p:cNvPr id="3" name="Content Placeholder 2">
            <a:extLst>
              <a:ext uri="{FF2B5EF4-FFF2-40B4-BE49-F238E27FC236}">
                <a16:creationId xmlns:a16="http://schemas.microsoft.com/office/drawing/2014/main" id="{35814F0F-BF8A-000A-DE35-7C998790074E}"/>
              </a:ext>
            </a:extLst>
          </p:cNvPr>
          <p:cNvSpPr>
            <a:spLocks noGrp="1"/>
          </p:cNvSpPr>
          <p:nvPr>
            <p:ph type="body" sz="quarter" idx="16"/>
          </p:nvPr>
        </p:nvSpPr>
        <p:spPr>
          <a:xfrm>
            <a:off x="968829" y="2121728"/>
            <a:ext cx="4713959" cy="3444260"/>
          </a:xfrm>
        </p:spPr>
        <p:txBody>
          <a:bodyPr>
            <a:normAutofit/>
          </a:bodyPr>
          <a:lstStyle/>
          <a:p>
            <a:r>
              <a:rPr lang="en-US" sz="2400" dirty="0"/>
              <a:t>A list is a sequence of values inside square brackets [ ]</a:t>
            </a:r>
          </a:p>
          <a:p>
            <a:r>
              <a:rPr lang="en-US" sz="2400" dirty="0"/>
              <a:t>Lists can contain:</a:t>
            </a:r>
          </a:p>
          <a:p>
            <a:pPr lvl="1"/>
            <a:r>
              <a:rPr lang="en-US" sz="2400" dirty="0"/>
              <a:t>Numbers</a:t>
            </a:r>
          </a:p>
          <a:p>
            <a:pPr lvl="1"/>
            <a:r>
              <a:rPr lang="en-US" sz="2400" dirty="0"/>
              <a:t>Strings</a:t>
            </a:r>
          </a:p>
          <a:p>
            <a:pPr lvl="1"/>
            <a:r>
              <a:rPr lang="en-US" sz="2400" dirty="0"/>
              <a:t>Mixed data types</a:t>
            </a:r>
            <a:endParaRPr lang="en-ZA" sz="2400" dirty="0"/>
          </a:p>
        </p:txBody>
      </p:sp>
      <p:sp>
        <p:nvSpPr>
          <p:cNvPr id="10" name="Content Placeholder 3">
            <a:extLst>
              <a:ext uri="{FF2B5EF4-FFF2-40B4-BE49-F238E27FC236}">
                <a16:creationId xmlns:a16="http://schemas.microsoft.com/office/drawing/2014/main" id="{934AF67F-FFC6-4F4E-4297-D091E874B57B}"/>
              </a:ext>
            </a:extLst>
          </p:cNvPr>
          <p:cNvSpPr>
            <a:spLocks noGrp="1"/>
          </p:cNvSpPr>
          <p:nvPr>
            <p:ph type="body" sz="quarter" idx="18"/>
          </p:nvPr>
        </p:nvSpPr>
        <p:spPr>
          <a:xfrm>
            <a:off x="5818188" y="2252436"/>
            <a:ext cx="4486275" cy="3444875"/>
          </a:xfrm>
        </p:spPr>
        <p:txBody>
          <a:bodyPr>
            <a:normAutofit/>
          </a:bodyPr>
          <a:lstStyle/>
          <a:p>
            <a:r>
              <a:rPr lang="en-US" sz="2400" dirty="0"/>
              <a:t>Examples of lists</a:t>
            </a:r>
          </a:p>
          <a:p>
            <a:pPr lvl="1"/>
            <a:r>
              <a:rPr lang="en-ZA" sz="2400" dirty="0"/>
              <a:t>[0, 1, 2, 3]</a:t>
            </a:r>
          </a:p>
          <a:p>
            <a:pPr lvl="1"/>
            <a:r>
              <a:rPr lang="en-ZA" sz="2400" dirty="0"/>
              <a:t>['a', 1, 'b', 4.2]</a:t>
            </a:r>
          </a:p>
        </p:txBody>
      </p:sp>
    </p:spTree>
    <p:extLst>
      <p:ext uri="{BB962C8B-B14F-4D97-AF65-F5344CB8AC3E}">
        <p14:creationId xmlns:p14="http://schemas.microsoft.com/office/powerpoint/2010/main" val="13132251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47AFC-9B8D-702E-0CA7-E3046FFA4B37}"/>
              </a:ext>
            </a:extLst>
          </p:cNvPr>
          <p:cNvSpPr>
            <a:spLocks noGrp="1"/>
          </p:cNvSpPr>
          <p:nvPr>
            <p:ph type="title"/>
          </p:nvPr>
        </p:nvSpPr>
        <p:spPr/>
        <p:txBody>
          <a:bodyPr/>
          <a:lstStyle/>
          <a:p>
            <a:r>
              <a:rPr lang="en-US" dirty="0"/>
              <a:t>Iterating though a list</a:t>
            </a:r>
            <a:endParaRPr lang="en-ZA" dirty="0"/>
          </a:p>
        </p:txBody>
      </p:sp>
      <p:sp>
        <p:nvSpPr>
          <p:cNvPr id="3" name="Content Placeholder 2">
            <a:extLst>
              <a:ext uri="{FF2B5EF4-FFF2-40B4-BE49-F238E27FC236}">
                <a16:creationId xmlns:a16="http://schemas.microsoft.com/office/drawing/2014/main" id="{46332E99-38E2-5EC0-8617-16085ECBCFAF}"/>
              </a:ext>
            </a:extLst>
          </p:cNvPr>
          <p:cNvSpPr>
            <a:spLocks noGrp="1"/>
          </p:cNvSpPr>
          <p:nvPr>
            <p:ph type="body" sz="quarter" idx="16"/>
          </p:nvPr>
        </p:nvSpPr>
        <p:spPr>
          <a:xfrm>
            <a:off x="1283052" y="2034643"/>
            <a:ext cx="4812948" cy="3444260"/>
          </a:xfrm>
        </p:spPr>
        <p:txBody>
          <a:bodyPr>
            <a:normAutofit/>
          </a:bodyPr>
          <a:lstStyle/>
          <a:p>
            <a:pPr marL="285750" indent="-285750">
              <a:buFont typeface="Arial" panose="020B0604020202020204" pitchFamily="34" charset="0"/>
              <a:buChar char="•"/>
            </a:pPr>
            <a:r>
              <a:rPr lang="en-US" sz="2400" dirty="0"/>
              <a:t>Lists can be processed using a for loop</a:t>
            </a:r>
          </a:p>
          <a:p>
            <a:pPr marL="285750" indent="-285750">
              <a:buFont typeface="Arial" panose="020B0604020202020204" pitchFamily="34" charset="0"/>
              <a:buChar char="•"/>
            </a:pPr>
            <a:r>
              <a:rPr lang="en-US" sz="2400" dirty="0"/>
              <a:t>Each element is handled one at a time</a:t>
            </a:r>
            <a:endParaRPr lang="en-ZA" sz="2400" dirty="0"/>
          </a:p>
        </p:txBody>
      </p:sp>
      <p:sp>
        <p:nvSpPr>
          <p:cNvPr id="10" name="Content Placeholder 3">
            <a:extLst>
              <a:ext uri="{FF2B5EF4-FFF2-40B4-BE49-F238E27FC236}">
                <a16:creationId xmlns:a16="http://schemas.microsoft.com/office/drawing/2014/main" id="{FD6F892D-C281-C04A-E7BB-4D729AD69B7E}"/>
              </a:ext>
            </a:extLst>
          </p:cNvPr>
          <p:cNvSpPr>
            <a:spLocks noGrp="1"/>
          </p:cNvSpPr>
          <p:nvPr>
            <p:ph type="body" sz="quarter" idx="18"/>
          </p:nvPr>
        </p:nvSpPr>
        <p:spPr>
          <a:xfrm>
            <a:off x="6765244" y="2034028"/>
            <a:ext cx="4486275" cy="3444875"/>
          </a:xfrm>
        </p:spPr>
        <p:txBody>
          <a:bodyPr>
            <a:normAutofit/>
          </a:bodyPr>
          <a:lstStyle/>
          <a:p>
            <a:pPr marL="0" indent="0">
              <a:buNone/>
            </a:pPr>
            <a:r>
              <a:rPr lang="en-US" sz="2000" dirty="0" err="1">
                <a:solidFill>
                  <a:srgbClr val="0070C0"/>
                </a:solidFill>
              </a:rPr>
              <a:t>nums</a:t>
            </a:r>
            <a:r>
              <a:rPr lang="en-US" sz="2000" dirty="0">
                <a:solidFill>
                  <a:srgbClr val="0070C0"/>
                </a:solidFill>
              </a:rPr>
              <a:t> = [1, 2, 3]</a:t>
            </a:r>
          </a:p>
          <a:p>
            <a:pPr marL="0" indent="0">
              <a:buNone/>
            </a:pPr>
            <a:r>
              <a:rPr lang="en-US" sz="2000" dirty="0">
                <a:solidFill>
                  <a:srgbClr val="0070C0"/>
                </a:solidFill>
              </a:rPr>
              <a:t>for n in </a:t>
            </a:r>
            <a:r>
              <a:rPr lang="en-US" sz="2000" dirty="0" err="1">
                <a:solidFill>
                  <a:srgbClr val="0070C0"/>
                </a:solidFill>
              </a:rPr>
              <a:t>nums</a:t>
            </a:r>
            <a:r>
              <a:rPr lang="en-US" sz="2000" dirty="0">
                <a:solidFill>
                  <a:srgbClr val="0070C0"/>
                </a:solidFill>
              </a:rPr>
              <a:t>:</a:t>
            </a:r>
          </a:p>
          <a:p>
            <a:pPr marL="0" indent="0">
              <a:buNone/>
            </a:pPr>
            <a:r>
              <a:rPr lang="en-US" sz="2000" dirty="0">
                <a:solidFill>
                  <a:srgbClr val="0070C0"/>
                </a:solidFill>
              </a:rPr>
              <a:t>    print(n)</a:t>
            </a:r>
          </a:p>
          <a:p>
            <a:pPr marL="0" indent="0">
              <a:buNone/>
            </a:pPr>
            <a:endParaRPr lang="en-US" sz="2000" dirty="0">
              <a:solidFill>
                <a:srgbClr val="0070C0"/>
              </a:solidFill>
            </a:endParaRPr>
          </a:p>
          <a:p>
            <a:pPr marL="0" indent="0">
              <a:buNone/>
            </a:pPr>
            <a:r>
              <a:rPr lang="en-US" sz="2000" dirty="0"/>
              <a:t>The loop runs for each item in the list</a:t>
            </a:r>
            <a:endParaRPr lang="en-ZA" sz="2000" dirty="0"/>
          </a:p>
        </p:txBody>
      </p:sp>
    </p:spTree>
    <p:extLst>
      <p:ext uri="{BB962C8B-B14F-4D97-AF65-F5344CB8AC3E}">
        <p14:creationId xmlns:p14="http://schemas.microsoft.com/office/powerpoint/2010/main" val="37075533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CE6C-C961-CE1B-48A9-E53FCE0BC36A}"/>
              </a:ext>
            </a:extLst>
          </p:cNvPr>
          <p:cNvSpPr>
            <a:spLocks noGrp="1"/>
          </p:cNvSpPr>
          <p:nvPr>
            <p:ph type="title"/>
          </p:nvPr>
        </p:nvSpPr>
        <p:spPr/>
        <p:txBody>
          <a:bodyPr/>
          <a:lstStyle/>
          <a:p>
            <a:r>
              <a:rPr lang="en-US" dirty="0"/>
              <a:t>Common List Methods</a:t>
            </a:r>
            <a:endParaRPr lang="en-ZA" dirty="0"/>
          </a:p>
        </p:txBody>
      </p:sp>
      <p:sp>
        <p:nvSpPr>
          <p:cNvPr id="3" name="Content Placeholder 2">
            <a:extLst>
              <a:ext uri="{FF2B5EF4-FFF2-40B4-BE49-F238E27FC236}">
                <a16:creationId xmlns:a16="http://schemas.microsoft.com/office/drawing/2014/main" id="{E5E4708E-F85E-C451-EC40-73F915147A05}"/>
              </a:ext>
            </a:extLst>
          </p:cNvPr>
          <p:cNvSpPr>
            <a:spLocks noGrp="1"/>
          </p:cNvSpPr>
          <p:nvPr>
            <p:ph type="body" sz="quarter" idx="13"/>
          </p:nvPr>
        </p:nvSpPr>
        <p:spPr/>
        <p:txBody>
          <a:bodyPr/>
          <a:lstStyle/>
          <a:p>
            <a:r>
              <a:rPr lang="en-ZA" dirty="0"/>
              <a:t>append(x) → add item</a:t>
            </a:r>
          </a:p>
          <a:p>
            <a:r>
              <a:rPr lang="en-ZA" dirty="0"/>
              <a:t>insert(</a:t>
            </a:r>
            <a:r>
              <a:rPr lang="en-ZA" dirty="0" err="1"/>
              <a:t>i</a:t>
            </a:r>
            <a:r>
              <a:rPr lang="en-ZA" dirty="0"/>
              <a:t>, x) → insert at position</a:t>
            </a:r>
          </a:p>
          <a:p>
            <a:r>
              <a:rPr lang="en-ZA" dirty="0"/>
              <a:t>remove(x) → remove </a:t>
            </a:r>
          </a:p>
          <a:p>
            <a:r>
              <a:rPr lang="en-ZA" dirty="0" err="1"/>
              <a:t>itempop</a:t>
            </a:r>
            <a:r>
              <a:rPr lang="en-ZA" dirty="0"/>
              <a:t>(</a:t>
            </a:r>
            <a:r>
              <a:rPr lang="en-ZA" dirty="0" err="1"/>
              <a:t>i</a:t>
            </a:r>
            <a:r>
              <a:rPr lang="en-ZA" dirty="0"/>
              <a:t>) → remove by index</a:t>
            </a:r>
          </a:p>
          <a:p>
            <a:r>
              <a:rPr lang="en-ZA" dirty="0"/>
              <a:t>sort() → sort list</a:t>
            </a:r>
          </a:p>
          <a:p>
            <a:r>
              <a:rPr lang="en-ZA" dirty="0"/>
              <a:t>reverse() → reverse list</a:t>
            </a:r>
          </a:p>
        </p:txBody>
      </p:sp>
    </p:spTree>
    <p:extLst>
      <p:ext uri="{BB962C8B-B14F-4D97-AF65-F5344CB8AC3E}">
        <p14:creationId xmlns:p14="http://schemas.microsoft.com/office/powerpoint/2010/main" val="2882871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B3E21-57EB-CB13-3CC3-A34A149DEEF5}"/>
              </a:ext>
            </a:extLst>
          </p:cNvPr>
          <p:cNvSpPr>
            <a:spLocks noGrp="1"/>
          </p:cNvSpPr>
          <p:nvPr>
            <p:ph type="title"/>
          </p:nvPr>
        </p:nvSpPr>
        <p:spPr/>
        <p:txBody>
          <a:bodyPr/>
          <a:lstStyle/>
          <a:p>
            <a:r>
              <a:rPr lang="en-US" dirty="0"/>
              <a:t>Common List Operations</a:t>
            </a:r>
            <a:endParaRPr lang="en-ZA" dirty="0"/>
          </a:p>
        </p:txBody>
      </p:sp>
      <p:sp>
        <p:nvSpPr>
          <p:cNvPr id="3" name="Content Placeholder 2">
            <a:extLst>
              <a:ext uri="{FF2B5EF4-FFF2-40B4-BE49-F238E27FC236}">
                <a16:creationId xmlns:a16="http://schemas.microsoft.com/office/drawing/2014/main" id="{16717F7A-F228-31E7-D358-658879AF64F7}"/>
              </a:ext>
            </a:extLst>
          </p:cNvPr>
          <p:cNvSpPr>
            <a:spLocks noGrp="1"/>
          </p:cNvSpPr>
          <p:nvPr>
            <p:ph type="body" sz="quarter" idx="16"/>
          </p:nvPr>
        </p:nvSpPr>
        <p:spPr>
          <a:xfrm>
            <a:off x="1000023" y="2023756"/>
            <a:ext cx="4486822" cy="3444260"/>
          </a:xfrm>
        </p:spPr>
        <p:txBody>
          <a:bodyPr>
            <a:normAutofit/>
          </a:bodyPr>
          <a:lstStyle/>
          <a:p>
            <a:r>
              <a:rPr lang="en-US" sz="2400" dirty="0"/>
              <a:t>+ → combine lists</a:t>
            </a:r>
          </a:p>
          <a:p>
            <a:r>
              <a:rPr lang="en-US" sz="2400" dirty="0"/>
              <a:t>* → repeat list</a:t>
            </a:r>
          </a:p>
          <a:p>
            <a:r>
              <a:rPr lang="en-US" sz="2400" dirty="0"/>
              <a:t>in → check membership</a:t>
            </a:r>
          </a:p>
          <a:p>
            <a:r>
              <a:rPr lang="en-US" sz="2400" dirty="0" err="1"/>
              <a:t>len</a:t>
            </a:r>
            <a:r>
              <a:rPr lang="en-US" sz="2400" dirty="0"/>
              <a:t>() → count items</a:t>
            </a:r>
            <a:endParaRPr lang="en-ZA" sz="2400" dirty="0"/>
          </a:p>
        </p:txBody>
      </p:sp>
      <p:sp>
        <p:nvSpPr>
          <p:cNvPr id="10" name="Content Placeholder 3">
            <a:extLst>
              <a:ext uri="{FF2B5EF4-FFF2-40B4-BE49-F238E27FC236}">
                <a16:creationId xmlns:a16="http://schemas.microsoft.com/office/drawing/2014/main" id="{791CED81-1941-6746-5A8C-ADD25F9BBAF2}"/>
              </a:ext>
            </a:extLst>
          </p:cNvPr>
          <p:cNvSpPr>
            <a:spLocks noGrp="1"/>
          </p:cNvSpPr>
          <p:nvPr>
            <p:ph type="body" sz="quarter" idx="18"/>
          </p:nvPr>
        </p:nvSpPr>
        <p:spPr>
          <a:xfrm>
            <a:off x="5486845" y="2023756"/>
            <a:ext cx="4486275" cy="3444875"/>
          </a:xfrm>
        </p:spPr>
        <p:txBody>
          <a:bodyPr>
            <a:normAutofit/>
          </a:bodyPr>
          <a:lstStyle/>
          <a:p>
            <a:r>
              <a:rPr lang="en-US" sz="2000" dirty="0"/>
              <a:t>Examples of operations</a:t>
            </a:r>
          </a:p>
          <a:p>
            <a:pPr lvl="1"/>
            <a:r>
              <a:rPr lang="en-US" sz="2000" dirty="0">
                <a:solidFill>
                  <a:srgbClr val="0070C0"/>
                </a:solidFill>
              </a:rPr>
              <a:t>[1,2] + [3,4]      # [1,2,3,4]</a:t>
            </a:r>
          </a:p>
          <a:p>
            <a:pPr lvl="1"/>
            <a:r>
              <a:rPr lang="en-US" sz="2000" dirty="0">
                <a:solidFill>
                  <a:srgbClr val="0070C0"/>
                </a:solidFill>
              </a:rPr>
              <a:t>2 in [1,2,3]       # True</a:t>
            </a:r>
          </a:p>
          <a:p>
            <a:pPr lvl="1"/>
            <a:r>
              <a:rPr lang="en-US" sz="2000" dirty="0" err="1">
                <a:solidFill>
                  <a:srgbClr val="0070C0"/>
                </a:solidFill>
              </a:rPr>
              <a:t>len</a:t>
            </a:r>
            <a:r>
              <a:rPr lang="en-US" sz="2000" dirty="0">
                <a:solidFill>
                  <a:srgbClr val="0070C0"/>
                </a:solidFill>
              </a:rPr>
              <a:t>([1,2,3])       # 3</a:t>
            </a:r>
            <a:endParaRPr lang="en-ZA" sz="2000" dirty="0">
              <a:solidFill>
                <a:srgbClr val="0070C0"/>
              </a:solidFill>
            </a:endParaRPr>
          </a:p>
        </p:txBody>
      </p:sp>
    </p:spTree>
    <p:extLst>
      <p:ext uri="{BB962C8B-B14F-4D97-AF65-F5344CB8AC3E}">
        <p14:creationId xmlns:p14="http://schemas.microsoft.com/office/powerpoint/2010/main" val="3945966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8ED45-F3DD-79CD-7271-7875E9139275}"/>
              </a:ext>
            </a:extLst>
          </p:cNvPr>
          <p:cNvSpPr>
            <a:spLocks noGrp="1"/>
          </p:cNvSpPr>
          <p:nvPr>
            <p:ph type="title"/>
          </p:nvPr>
        </p:nvSpPr>
        <p:spPr/>
        <p:txBody>
          <a:bodyPr/>
          <a:lstStyle/>
          <a:p>
            <a:r>
              <a:rPr lang="en-ZA" dirty="0"/>
              <a:t>Indexing &amp; Slicing</a:t>
            </a:r>
          </a:p>
        </p:txBody>
      </p:sp>
      <p:sp>
        <p:nvSpPr>
          <p:cNvPr id="3" name="Content Placeholder 2">
            <a:extLst>
              <a:ext uri="{FF2B5EF4-FFF2-40B4-BE49-F238E27FC236}">
                <a16:creationId xmlns:a16="http://schemas.microsoft.com/office/drawing/2014/main" id="{DA72EF18-16E8-D73C-4671-9145F53757DA}"/>
              </a:ext>
            </a:extLst>
          </p:cNvPr>
          <p:cNvSpPr>
            <a:spLocks noGrp="1"/>
          </p:cNvSpPr>
          <p:nvPr>
            <p:ph type="body" sz="quarter" idx="16"/>
          </p:nvPr>
        </p:nvSpPr>
        <p:spPr>
          <a:xfrm>
            <a:off x="805543" y="2067299"/>
            <a:ext cx="4844588" cy="3444260"/>
          </a:xfrm>
        </p:spPr>
        <p:txBody>
          <a:bodyPr>
            <a:normAutofit/>
          </a:bodyPr>
          <a:lstStyle/>
          <a:p>
            <a:pPr marL="285750" indent="-285750">
              <a:buFont typeface="Arial" panose="020B0604020202020204" pitchFamily="34" charset="0"/>
              <a:buChar char="•"/>
            </a:pPr>
            <a:r>
              <a:rPr lang="en-US" sz="2000" dirty="0"/>
              <a:t>Indexing is used to access individual elements</a:t>
            </a:r>
          </a:p>
          <a:p>
            <a:pPr marL="285750" indent="-285750">
              <a:buFont typeface="Arial" panose="020B0604020202020204" pitchFamily="34" charset="0"/>
              <a:buChar char="•"/>
            </a:pPr>
            <a:r>
              <a:rPr lang="en-US" sz="2000" dirty="0"/>
              <a:t>Positions start from 0 (zero-based indexing)</a:t>
            </a:r>
          </a:p>
          <a:p>
            <a:pPr marL="742950" lvl="1" indent="-285750"/>
            <a:r>
              <a:rPr lang="en-US" sz="2000" dirty="0">
                <a:solidFill>
                  <a:srgbClr val="0070C0"/>
                </a:solidFill>
              </a:rPr>
              <a:t>text = "Python"</a:t>
            </a:r>
          </a:p>
          <a:p>
            <a:pPr marL="742950" lvl="1" indent="-285750"/>
            <a:r>
              <a:rPr lang="en-US" sz="2000" dirty="0">
                <a:solidFill>
                  <a:srgbClr val="0070C0"/>
                </a:solidFill>
              </a:rPr>
              <a:t>print(text[0])   # P</a:t>
            </a:r>
          </a:p>
          <a:p>
            <a:pPr marL="742950" lvl="1" indent="-285750"/>
            <a:r>
              <a:rPr lang="en-US" sz="2000" dirty="0">
                <a:solidFill>
                  <a:srgbClr val="0070C0"/>
                </a:solidFill>
              </a:rPr>
              <a:t>print(text[3])   # h</a:t>
            </a:r>
          </a:p>
          <a:p>
            <a:pPr marL="742950" lvl="1" indent="-285750"/>
            <a:r>
              <a:rPr lang="en-US" sz="2000" dirty="0">
                <a:solidFill>
                  <a:srgbClr val="0070C0"/>
                </a:solidFill>
              </a:rPr>
              <a:t>print(text[-1])  # n (last character)</a:t>
            </a:r>
            <a:endParaRPr lang="en-ZA" sz="2000" dirty="0">
              <a:solidFill>
                <a:srgbClr val="0070C0"/>
              </a:solidFill>
            </a:endParaRPr>
          </a:p>
        </p:txBody>
      </p:sp>
      <p:sp>
        <p:nvSpPr>
          <p:cNvPr id="10" name="Content Placeholder 3">
            <a:extLst>
              <a:ext uri="{FF2B5EF4-FFF2-40B4-BE49-F238E27FC236}">
                <a16:creationId xmlns:a16="http://schemas.microsoft.com/office/drawing/2014/main" id="{D5F8063C-61F7-DF38-E196-77FD84004051}"/>
              </a:ext>
            </a:extLst>
          </p:cNvPr>
          <p:cNvSpPr>
            <a:spLocks noGrp="1"/>
          </p:cNvSpPr>
          <p:nvPr>
            <p:ph type="body" sz="quarter" idx="18"/>
          </p:nvPr>
        </p:nvSpPr>
        <p:spPr>
          <a:xfrm>
            <a:off x="6220171" y="1990484"/>
            <a:ext cx="4844588" cy="3444875"/>
          </a:xfrm>
        </p:spPr>
        <p:txBody>
          <a:bodyPr>
            <a:normAutofit lnSpcReduction="10000"/>
          </a:bodyPr>
          <a:lstStyle/>
          <a:p>
            <a:pPr marL="285750" indent="-285750">
              <a:buFont typeface="Arial" panose="020B0604020202020204" pitchFamily="34" charset="0"/>
              <a:buChar char="•"/>
            </a:pPr>
            <a:r>
              <a:rPr lang="en-US" sz="2000" dirty="0"/>
              <a:t>Slicing is used to extract part of a sequence</a:t>
            </a:r>
          </a:p>
          <a:p>
            <a:pPr marL="285750" indent="-285750">
              <a:buFont typeface="Arial" panose="020B0604020202020204" pitchFamily="34" charset="0"/>
              <a:buChar char="•"/>
            </a:pPr>
            <a:r>
              <a:rPr lang="en-US" sz="2000" dirty="0"/>
              <a:t>Works on strings and lists</a:t>
            </a:r>
          </a:p>
          <a:p>
            <a:pPr marL="742950" lvl="1" indent="-285750"/>
            <a:r>
              <a:rPr lang="en-US" sz="2000" dirty="0">
                <a:solidFill>
                  <a:srgbClr val="0070C0"/>
                </a:solidFill>
              </a:rPr>
              <a:t>text = "Python"</a:t>
            </a:r>
          </a:p>
          <a:p>
            <a:pPr marL="742950" lvl="1" indent="-285750"/>
            <a:r>
              <a:rPr lang="en-US" sz="2000" dirty="0">
                <a:solidFill>
                  <a:srgbClr val="0070C0"/>
                </a:solidFill>
              </a:rPr>
              <a:t>print(text[0:3])   # </a:t>
            </a:r>
            <a:r>
              <a:rPr lang="en-US" sz="2000" dirty="0" err="1">
                <a:solidFill>
                  <a:srgbClr val="0070C0"/>
                </a:solidFill>
              </a:rPr>
              <a:t>Pyt</a:t>
            </a:r>
            <a:endParaRPr lang="en-US" sz="2000" dirty="0">
              <a:solidFill>
                <a:srgbClr val="0070C0"/>
              </a:solidFill>
            </a:endParaRPr>
          </a:p>
          <a:p>
            <a:pPr marL="742950" lvl="1" indent="-285750"/>
            <a:r>
              <a:rPr lang="en-US" sz="2000" dirty="0">
                <a:solidFill>
                  <a:srgbClr val="0070C0"/>
                </a:solidFill>
              </a:rPr>
              <a:t>print(text[2:5])   # </a:t>
            </a:r>
            <a:r>
              <a:rPr lang="en-US" sz="2000" dirty="0" err="1">
                <a:solidFill>
                  <a:srgbClr val="0070C0"/>
                </a:solidFill>
              </a:rPr>
              <a:t>tho</a:t>
            </a:r>
            <a:endParaRPr lang="en-US" sz="2000" dirty="0">
              <a:solidFill>
                <a:srgbClr val="0070C0"/>
              </a:solidFill>
            </a:endParaRPr>
          </a:p>
          <a:p>
            <a:pPr marL="742950" lvl="1" indent="-285750"/>
            <a:r>
              <a:rPr lang="en-US" sz="2000" dirty="0">
                <a:solidFill>
                  <a:srgbClr val="0070C0"/>
                </a:solidFill>
              </a:rPr>
              <a:t>print(text[-3:])   # hon</a:t>
            </a:r>
            <a:endParaRPr lang="en-ZA" sz="2000" dirty="0">
              <a:solidFill>
                <a:srgbClr val="0070C0"/>
              </a:solidFill>
            </a:endParaRPr>
          </a:p>
          <a:p>
            <a:pPr marL="742950" lvl="1" indent="-285750"/>
            <a:endParaRPr lang="en-ZA" sz="2000" dirty="0">
              <a:solidFill>
                <a:srgbClr val="0070C0"/>
              </a:solidFill>
            </a:endParaRPr>
          </a:p>
          <a:p>
            <a:pPr marL="285750" indent="-285750">
              <a:buFont typeface="Arial" panose="020B0604020202020204" pitchFamily="34" charset="0"/>
              <a:buChar char="•"/>
            </a:pPr>
            <a:r>
              <a:rPr lang="en-US" sz="2000" dirty="0"/>
              <a:t>start is included</a:t>
            </a:r>
          </a:p>
          <a:p>
            <a:pPr marL="285750" indent="-285750">
              <a:buFont typeface="Arial" panose="020B0604020202020204" pitchFamily="34" charset="0"/>
              <a:buChar char="•"/>
            </a:pPr>
            <a:r>
              <a:rPr lang="en-US" sz="2000" dirty="0"/>
              <a:t>stop is not included</a:t>
            </a:r>
          </a:p>
        </p:txBody>
      </p:sp>
    </p:spTree>
    <p:extLst>
      <p:ext uri="{BB962C8B-B14F-4D97-AF65-F5344CB8AC3E}">
        <p14:creationId xmlns:p14="http://schemas.microsoft.com/office/powerpoint/2010/main" val="2186305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D255E-2923-23C7-04F3-93A6DD713736}"/>
              </a:ext>
            </a:extLst>
          </p:cNvPr>
          <p:cNvSpPr>
            <a:spLocks noGrp="1"/>
          </p:cNvSpPr>
          <p:nvPr>
            <p:ph type="title"/>
          </p:nvPr>
        </p:nvSpPr>
        <p:spPr/>
        <p:txBody>
          <a:bodyPr/>
          <a:lstStyle/>
          <a:p>
            <a:r>
              <a:rPr lang="en-US" dirty="0"/>
              <a:t>The guess and check pattern for lists</a:t>
            </a:r>
            <a:endParaRPr lang="en-ZA" dirty="0"/>
          </a:p>
        </p:txBody>
      </p:sp>
      <p:sp>
        <p:nvSpPr>
          <p:cNvPr id="3" name="Content Placeholder 2">
            <a:extLst>
              <a:ext uri="{FF2B5EF4-FFF2-40B4-BE49-F238E27FC236}">
                <a16:creationId xmlns:a16="http://schemas.microsoft.com/office/drawing/2014/main" id="{CF410452-531E-15E2-8FE8-D30391264C65}"/>
              </a:ext>
            </a:extLst>
          </p:cNvPr>
          <p:cNvSpPr>
            <a:spLocks noGrp="1"/>
          </p:cNvSpPr>
          <p:nvPr>
            <p:ph type="body" sz="quarter" idx="13"/>
          </p:nvPr>
        </p:nvSpPr>
        <p:spPr/>
        <p:txBody>
          <a:bodyPr>
            <a:normAutofit/>
          </a:bodyPr>
          <a:lstStyle/>
          <a:p>
            <a:r>
              <a:rPr lang="en-US" dirty="0"/>
              <a:t>The in operator checks if an exact value is in a list.</a:t>
            </a:r>
          </a:p>
          <a:p>
            <a:r>
              <a:rPr lang="en-US" dirty="0"/>
              <a:t>Sometimes we need to check for a property, not exact equality.</a:t>
            </a:r>
          </a:p>
          <a:p>
            <a:r>
              <a:rPr lang="en-US" dirty="0"/>
              <a:t>Example:</a:t>
            </a:r>
          </a:p>
          <a:p>
            <a:pPr lvl="1"/>
            <a:r>
              <a:rPr lang="en-US" dirty="0"/>
              <a:t>Is there an even number in a list?</a:t>
            </a:r>
          </a:p>
          <a:p>
            <a:pPr lvl="1"/>
            <a:r>
              <a:rPr lang="en-US" dirty="0"/>
              <a:t>Is there a keyword in a sentence?</a:t>
            </a:r>
            <a:endParaRPr lang="en-ZA" dirty="0"/>
          </a:p>
        </p:txBody>
      </p:sp>
    </p:spTree>
    <p:extLst>
      <p:ext uri="{BB962C8B-B14F-4D97-AF65-F5344CB8AC3E}">
        <p14:creationId xmlns:p14="http://schemas.microsoft.com/office/powerpoint/2010/main" val="2252874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806FA-5781-3366-533F-08BC43828A5A}"/>
              </a:ext>
            </a:extLst>
          </p:cNvPr>
          <p:cNvSpPr>
            <a:spLocks noGrp="1"/>
          </p:cNvSpPr>
          <p:nvPr>
            <p:ph type="title"/>
          </p:nvPr>
        </p:nvSpPr>
        <p:spPr/>
        <p:txBody>
          <a:bodyPr/>
          <a:lstStyle/>
          <a:p>
            <a:r>
              <a:rPr lang="en-US" dirty="0"/>
              <a:t>How guess and check pattern works</a:t>
            </a:r>
            <a:endParaRPr lang="en-ZA" dirty="0"/>
          </a:p>
        </p:txBody>
      </p:sp>
      <p:sp>
        <p:nvSpPr>
          <p:cNvPr id="3" name="Content Placeholder 2">
            <a:extLst>
              <a:ext uri="{FF2B5EF4-FFF2-40B4-BE49-F238E27FC236}">
                <a16:creationId xmlns:a16="http://schemas.microsoft.com/office/drawing/2014/main" id="{55A4D120-1D3E-EA27-C35C-BBD5A29CE29F}"/>
              </a:ext>
            </a:extLst>
          </p:cNvPr>
          <p:cNvSpPr>
            <a:spLocks noGrp="1"/>
          </p:cNvSpPr>
          <p:nvPr>
            <p:ph type="body" sz="quarter" idx="13"/>
          </p:nvPr>
        </p:nvSpPr>
        <p:spPr/>
        <p:txBody>
          <a:bodyPr/>
          <a:lstStyle/>
          <a:p>
            <a:r>
              <a:rPr lang="en-US" dirty="0"/>
              <a:t>Make an initial guess</a:t>
            </a:r>
          </a:p>
          <a:p>
            <a:r>
              <a:rPr lang="en-US" dirty="0"/>
              <a:t>Loop through the list</a:t>
            </a:r>
          </a:p>
          <a:p>
            <a:r>
              <a:rPr lang="en-US" dirty="0"/>
              <a:t>Check each item</a:t>
            </a:r>
          </a:p>
          <a:p>
            <a:r>
              <a:rPr lang="en-US" dirty="0"/>
              <a:t>Change the guess if needed</a:t>
            </a:r>
          </a:p>
          <a:p>
            <a:r>
              <a:rPr lang="en-US" dirty="0"/>
              <a:t>Make the final decision after the loop</a:t>
            </a:r>
          </a:p>
          <a:p>
            <a:r>
              <a:rPr lang="en-US" dirty="0"/>
              <a:t>Example: </a:t>
            </a:r>
            <a:r>
              <a:rPr lang="en-US" dirty="0" err="1"/>
              <a:t>containsEven</a:t>
            </a:r>
            <a:r>
              <a:rPr lang="en-US" dirty="0"/>
              <a:t> = False </a:t>
            </a:r>
          </a:p>
          <a:p>
            <a:r>
              <a:rPr lang="en-US" dirty="0"/>
              <a:t>The program starts by guessing there is </a:t>
            </a:r>
            <a:r>
              <a:rPr lang="en-US" b="1" dirty="0"/>
              <a:t>no even number</a:t>
            </a:r>
            <a:r>
              <a:rPr lang="en-US" dirty="0"/>
              <a:t>.</a:t>
            </a:r>
            <a:endParaRPr lang="en-ZA" dirty="0"/>
          </a:p>
        </p:txBody>
      </p:sp>
    </p:spTree>
    <p:extLst>
      <p:ext uri="{BB962C8B-B14F-4D97-AF65-F5344CB8AC3E}">
        <p14:creationId xmlns:p14="http://schemas.microsoft.com/office/powerpoint/2010/main" val="31365755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09C24-4418-E5F1-0EDB-33DDFFACBB2B}"/>
              </a:ext>
            </a:extLst>
          </p:cNvPr>
          <p:cNvSpPr>
            <a:spLocks noGrp="1"/>
          </p:cNvSpPr>
          <p:nvPr>
            <p:ph type="title"/>
          </p:nvPr>
        </p:nvSpPr>
        <p:spPr/>
        <p:txBody>
          <a:bodyPr/>
          <a:lstStyle/>
          <a:p>
            <a:r>
              <a:rPr lang="en-US" sz="4000" dirty="0"/>
              <a:t>Example: checking for an even number</a:t>
            </a:r>
            <a:endParaRPr lang="en-ZA" sz="4000" dirty="0"/>
          </a:p>
        </p:txBody>
      </p:sp>
      <p:sp>
        <p:nvSpPr>
          <p:cNvPr id="3" name="Content Placeholder 2">
            <a:extLst>
              <a:ext uri="{FF2B5EF4-FFF2-40B4-BE49-F238E27FC236}">
                <a16:creationId xmlns:a16="http://schemas.microsoft.com/office/drawing/2014/main" id="{54506A0D-E772-7118-CD49-1B8A855EF481}"/>
              </a:ext>
            </a:extLst>
          </p:cNvPr>
          <p:cNvSpPr>
            <a:spLocks noGrp="1"/>
          </p:cNvSpPr>
          <p:nvPr>
            <p:ph type="body" sz="quarter" idx="13"/>
          </p:nvPr>
        </p:nvSpPr>
        <p:spPr/>
        <p:txBody>
          <a:bodyPr>
            <a:normAutofit fontScale="62500" lnSpcReduction="20000"/>
          </a:bodyPr>
          <a:lstStyle/>
          <a:p>
            <a:pPr marL="0" indent="0">
              <a:buNone/>
            </a:pPr>
            <a:r>
              <a:rPr lang="en-US" dirty="0"/>
              <a:t>numbers = [3, 7, 9, 12, 15]</a:t>
            </a:r>
          </a:p>
          <a:p>
            <a:pPr marL="0" indent="0">
              <a:buNone/>
            </a:pPr>
            <a:endParaRPr lang="en-US" dirty="0"/>
          </a:p>
          <a:p>
            <a:pPr marL="0" indent="0">
              <a:buNone/>
            </a:pPr>
            <a:r>
              <a:rPr lang="en-US" dirty="0" err="1"/>
              <a:t>containsEven</a:t>
            </a:r>
            <a:r>
              <a:rPr lang="en-US" dirty="0"/>
              <a:t> = False</a:t>
            </a:r>
          </a:p>
          <a:p>
            <a:pPr marL="0" indent="0">
              <a:buNone/>
            </a:pPr>
            <a:endParaRPr lang="en-US" dirty="0"/>
          </a:p>
          <a:p>
            <a:pPr marL="0" indent="0">
              <a:buNone/>
            </a:pPr>
            <a:r>
              <a:rPr lang="en-US" dirty="0"/>
              <a:t>for number in numbers:</a:t>
            </a:r>
          </a:p>
          <a:p>
            <a:pPr marL="0" indent="0">
              <a:buNone/>
            </a:pPr>
            <a:r>
              <a:rPr lang="en-US" dirty="0"/>
              <a:t>    if number % 2 == 0:</a:t>
            </a:r>
          </a:p>
          <a:p>
            <a:pPr marL="0" indent="0">
              <a:buNone/>
            </a:pPr>
            <a:r>
              <a:rPr lang="en-US" dirty="0"/>
              <a:t>        </a:t>
            </a:r>
            <a:r>
              <a:rPr lang="en-US" dirty="0" err="1"/>
              <a:t>containsEven</a:t>
            </a:r>
            <a:r>
              <a:rPr lang="en-US" dirty="0"/>
              <a:t> = True</a:t>
            </a:r>
          </a:p>
          <a:p>
            <a:pPr marL="0" indent="0">
              <a:buNone/>
            </a:pPr>
            <a:endParaRPr lang="en-US" dirty="0"/>
          </a:p>
          <a:p>
            <a:pPr marL="0" indent="0">
              <a:buNone/>
            </a:pPr>
            <a:r>
              <a:rPr lang="en-US" dirty="0"/>
              <a:t>if </a:t>
            </a:r>
            <a:r>
              <a:rPr lang="en-US" dirty="0" err="1"/>
              <a:t>containsEven</a:t>
            </a:r>
            <a:r>
              <a:rPr lang="en-US" dirty="0"/>
              <a:t>:</a:t>
            </a:r>
          </a:p>
          <a:p>
            <a:pPr marL="0" indent="0">
              <a:buNone/>
            </a:pPr>
            <a:r>
              <a:rPr lang="en-US" dirty="0"/>
              <a:t>    print("The list contains an even number")</a:t>
            </a:r>
          </a:p>
          <a:p>
            <a:pPr marL="0" indent="0">
              <a:buNone/>
            </a:pPr>
            <a:r>
              <a:rPr lang="en-US" dirty="0"/>
              <a:t>else:</a:t>
            </a:r>
          </a:p>
          <a:p>
            <a:pPr marL="0" indent="0">
              <a:buNone/>
            </a:pPr>
            <a:r>
              <a:rPr lang="en-US" dirty="0"/>
              <a:t>    print("The list does not contain an even number")</a:t>
            </a:r>
            <a:endParaRPr lang="en-ZA" dirty="0"/>
          </a:p>
        </p:txBody>
      </p:sp>
    </p:spTree>
    <p:extLst>
      <p:ext uri="{BB962C8B-B14F-4D97-AF65-F5344CB8AC3E}">
        <p14:creationId xmlns:p14="http://schemas.microsoft.com/office/powerpoint/2010/main" val="2879739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D184C-1511-659C-C5AF-061489807438}"/>
              </a:ext>
            </a:extLst>
          </p:cNvPr>
          <p:cNvSpPr>
            <a:spLocks noGrp="1"/>
          </p:cNvSpPr>
          <p:nvPr>
            <p:ph type="title"/>
          </p:nvPr>
        </p:nvSpPr>
        <p:spPr/>
        <p:txBody>
          <a:bodyPr/>
          <a:lstStyle/>
          <a:p>
            <a:r>
              <a:rPr lang="en-US" dirty="0"/>
              <a:t>Guess and Check pattern: Indentation Rule</a:t>
            </a:r>
            <a:endParaRPr lang="en-ZA" dirty="0"/>
          </a:p>
        </p:txBody>
      </p:sp>
      <p:sp>
        <p:nvSpPr>
          <p:cNvPr id="3" name="Content Placeholder 2">
            <a:extLst>
              <a:ext uri="{FF2B5EF4-FFF2-40B4-BE49-F238E27FC236}">
                <a16:creationId xmlns:a16="http://schemas.microsoft.com/office/drawing/2014/main" id="{FE331B4A-08E6-89ED-FD75-60133E7CA591}"/>
              </a:ext>
            </a:extLst>
          </p:cNvPr>
          <p:cNvSpPr>
            <a:spLocks noGrp="1"/>
          </p:cNvSpPr>
          <p:nvPr>
            <p:ph type="body" sz="quarter" idx="13"/>
          </p:nvPr>
        </p:nvSpPr>
        <p:spPr/>
        <p:txBody>
          <a:bodyPr>
            <a:normAutofit/>
          </a:bodyPr>
          <a:lstStyle/>
          <a:p>
            <a:r>
              <a:rPr lang="en-US" dirty="0"/>
              <a:t>The final if statement must be outside the loop</a:t>
            </a:r>
          </a:p>
          <a:p>
            <a:pPr marL="457200" lvl="1" indent="0">
              <a:buNone/>
            </a:pPr>
            <a:r>
              <a:rPr lang="en-US" sz="2000" dirty="0">
                <a:solidFill>
                  <a:srgbClr val="0070C0"/>
                </a:solidFill>
              </a:rPr>
              <a:t>for number in numbers:</a:t>
            </a:r>
          </a:p>
          <a:p>
            <a:pPr marL="457200" lvl="1" indent="0">
              <a:buNone/>
            </a:pPr>
            <a:r>
              <a:rPr lang="en-US" sz="2000" dirty="0">
                <a:solidFill>
                  <a:srgbClr val="0070C0"/>
                </a:solidFill>
              </a:rPr>
              <a:t>    if number % 2 == 0:</a:t>
            </a:r>
          </a:p>
          <a:p>
            <a:pPr marL="457200" lvl="1" indent="0">
              <a:buNone/>
            </a:pPr>
            <a:r>
              <a:rPr lang="en-US" sz="2000" dirty="0">
                <a:solidFill>
                  <a:srgbClr val="0070C0"/>
                </a:solidFill>
              </a:rPr>
              <a:t>        </a:t>
            </a:r>
            <a:r>
              <a:rPr lang="en-US" sz="2000" dirty="0" err="1">
                <a:solidFill>
                  <a:srgbClr val="0070C0"/>
                </a:solidFill>
              </a:rPr>
              <a:t>containsEven</a:t>
            </a:r>
            <a:r>
              <a:rPr lang="en-US" sz="2000" dirty="0">
                <a:solidFill>
                  <a:srgbClr val="0070C0"/>
                </a:solidFill>
              </a:rPr>
              <a:t> = True</a:t>
            </a:r>
          </a:p>
          <a:p>
            <a:pPr marL="457200" lvl="1" indent="0">
              <a:buNone/>
            </a:pPr>
            <a:endParaRPr lang="en-US" sz="2000" dirty="0">
              <a:solidFill>
                <a:srgbClr val="0070C0"/>
              </a:solidFill>
            </a:endParaRPr>
          </a:p>
          <a:p>
            <a:pPr marL="457200" lvl="1" indent="0">
              <a:buNone/>
            </a:pPr>
            <a:r>
              <a:rPr lang="en-US" sz="2000" dirty="0">
                <a:solidFill>
                  <a:srgbClr val="0070C0"/>
                </a:solidFill>
              </a:rPr>
              <a:t>if </a:t>
            </a:r>
            <a:r>
              <a:rPr lang="en-US" sz="2000" dirty="0" err="1">
                <a:solidFill>
                  <a:srgbClr val="0070C0"/>
                </a:solidFill>
              </a:rPr>
              <a:t>containsEven</a:t>
            </a:r>
            <a:r>
              <a:rPr lang="en-US" sz="2000" dirty="0">
                <a:solidFill>
                  <a:srgbClr val="0070C0"/>
                </a:solidFill>
              </a:rPr>
              <a:t>:</a:t>
            </a:r>
          </a:p>
          <a:p>
            <a:pPr marL="457200" lvl="1" indent="0">
              <a:buNone/>
            </a:pPr>
            <a:r>
              <a:rPr lang="en-US" sz="2000" dirty="0">
                <a:solidFill>
                  <a:srgbClr val="0070C0"/>
                </a:solidFill>
              </a:rPr>
              <a:t>    print("Even number found")</a:t>
            </a:r>
            <a:endParaRPr lang="en-ZA" sz="2000" dirty="0">
              <a:solidFill>
                <a:srgbClr val="0070C0"/>
              </a:solidFill>
            </a:endParaRPr>
          </a:p>
          <a:p>
            <a:r>
              <a:rPr lang="en-US" sz="2400" dirty="0"/>
              <a:t>The program must check the </a:t>
            </a:r>
            <a:r>
              <a:rPr lang="en-US" sz="2400" b="1" dirty="0"/>
              <a:t>whole list first</a:t>
            </a:r>
            <a:r>
              <a:rPr lang="en-US" sz="2400" dirty="0"/>
              <a:t> </a:t>
            </a:r>
          </a:p>
          <a:p>
            <a:r>
              <a:rPr lang="en-US" sz="2400" dirty="0"/>
              <a:t>If the final decision is inside the loop, it may decide too early </a:t>
            </a:r>
          </a:p>
          <a:p>
            <a:pPr marL="0" indent="0">
              <a:buNone/>
            </a:pPr>
            <a:endParaRPr lang="en-ZA" sz="2400" dirty="0">
              <a:solidFill>
                <a:srgbClr val="0070C0"/>
              </a:solidFill>
            </a:endParaRPr>
          </a:p>
        </p:txBody>
      </p:sp>
    </p:spTree>
    <p:extLst>
      <p:ext uri="{BB962C8B-B14F-4D97-AF65-F5344CB8AC3E}">
        <p14:creationId xmlns:p14="http://schemas.microsoft.com/office/powerpoint/2010/main" val="3175998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611A3-00D3-BE47-BE86-E6407CF88D49}"/>
              </a:ext>
            </a:extLst>
          </p:cNvPr>
          <p:cNvSpPr>
            <a:spLocks noGrp="1"/>
          </p:cNvSpPr>
          <p:nvPr>
            <p:ph type="title"/>
          </p:nvPr>
        </p:nvSpPr>
        <p:spPr/>
        <p:txBody>
          <a:bodyPr/>
          <a:lstStyle/>
          <a:p>
            <a:r>
              <a:rPr lang="en-US" dirty="0"/>
              <a:t>Practice example : Keyword Check</a:t>
            </a:r>
            <a:endParaRPr lang="en-ZA" dirty="0"/>
          </a:p>
        </p:txBody>
      </p:sp>
      <p:sp>
        <p:nvSpPr>
          <p:cNvPr id="3" name="Content Placeholder 2">
            <a:extLst>
              <a:ext uri="{FF2B5EF4-FFF2-40B4-BE49-F238E27FC236}">
                <a16:creationId xmlns:a16="http://schemas.microsoft.com/office/drawing/2014/main" id="{458E8168-624B-A5D1-1CB7-031692369023}"/>
              </a:ext>
            </a:extLst>
          </p:cNvPr>
          <p:cNvSpPr>
            <a:spLocks noGrp="1"/>
          </p:cNvSpPr>
          <p:nvPr>
            <p:ph type="body" sz="quarter" idx="13"/>
          </p:nvPr>
        </p:nvSpPr>
        <p:spPr/>
        <p:txBody>
          <a:bodyPr>
            <a:normAutofit fontScale="55000" lnSpcReduction="20000"/>
          </a:bodyPr>
          <a:lstStyle/>
          <a:p>
            <a:pPr marL="0" indent="0">
              <a:buNone/>
            </a:pPr>
            <a:r>
              <a:rPr lang="en-ZA" dirty="0"/>
              <a:t>blog = input("Enter your blog entry: ")</a:t>
            </a:r>
          </a:p>
          <a:p>
            <a:pPr marL="0" indent="0">
              <a:buNone/>
            </a:pPr>
            <a:endParaRPr lang="en-ZA" dirty="0"/>
          </a:p>
          <a:p>
            <a:pPr marL="0" indent="0">
              <a:buNone/>
            </a:pPr>
            <a:r>
              <a:rPr lang="en-ZA" dirty="0"/>
              <a:t>keywords = ["orderly", "shopping", "repeat", "again", "gamble", "bid"]</a:t>
            </a:r>
          </a:p>
          <a:p>
            <a:pPr marL="0" indent="0">
              <a:buNone/>
            </a:pPr>
            <a:endParaRPr lang="en-ZA" dirty="0"/>
          </a:p>
          <a:p>
            <a:pPr marL="0" indent="0">
              <a:buNone/>
            </a:pPr>
            <a:r>
              <a:rPr lang="en-ZA" dirty="0" err="1"/>
              <a:t>foundKeyword</a:t>
            </a:r>
            <a:r>
              <a:rPr lang="en-ZA" dirty="0"/>
              <a:t> = False</a:t>
            </a:r>
          </a:p>
          <a:p>
            <a:pPr marL="0" indent="0">
              <a:buNone/>
            </a:pPr>
            <a:endParaRPr lang="en-ZA" dirty="0"/>
          </a:p>
          <a:p>
            <a:pPr marL="0" indent="0">
              <a:buNone/>
            </a:pPr>
            <a:r>
              <a:rPr lang="en-ZA" dirty="0"/>
              <a:t>for word in keywords:</a:t>
            </a:r>
          </a:p>
          <a:p>
            <a:pPr marL="0" indent="0">
              <a:buNone/>
            </a:pPr>
            <a:r>
              <a:rPr lang="en-ZA" dirty="0"/>
              <a:t>    if word in blog:</a:t>
            </a:r>
          </a:p>
          <a:p>
            <a:pPr marL="0" indent="0">
              <a:buNone/>
            </a:pPr>
            <a:r>
              <a:rPr lang="en-ZA" dirty="0"/>
              <a:t>        </a:t>
            </a:r>
            <a:r>
              <a:rPr lang="en-ZA" dirty="0" err="1"/>
              <a:t>foundKeyword</a:t>
            </a:r>
            <a:r>
              <a:rPr lang="en-ZA" dirty="0"/>
              <a:t> = True</a:t>
            </a:r>
          </a:p>
          <a:p>
            <a:pPr marL="0" indent="0">
              <a:buNone/>
            </a:pPr>
            <a:endParaRPr lang="en-ZA" dirty="0"/>
          </a:p>
          <a:p>
            <a:pPr marL="0" indent="0">
              <a:buNone/>
            </a:pPr>
            <a:r>
              <a:rPr lang="en-ZA" dirty="0"/>
              <a:t>if </a:t>
            </a:r>
            <a:r>
              <a:rPr lang="en-ZA" dirty="0" err="1"/>
              <a:t>foundKeyword</a:t>
            </a:r>
            <a:r>
              <a:rPr lang="en-ZA" dirty="0"/>
              <a:t>:</a:t>
            </a:r>
          </a:p>
          <a:p>
            <a:pPr marL="0" indent="0">
              <a:buNone/>
            </a:pPr>
            <a:r>
              <a:rPr lang="en-ZA" dirty="0"/>
              <a:t>    print("Please speak to someone for support.")</a:t>
            </a:r>
          </a:p>
          <a:p>
            <a:pPr marL="0" indent="0">
              <a:buNone/>
            </a:pPr>
            <a:r>
              <a:rPr lang="en-ZA" dirty="0"/>
              <a:t>else:</a:t>
            </a:r>
          </a:p>
          <a:p>
            <a:pPr marL="0" indent="0">
              <a:buNone/>
            </a:pPr>
            <a:r>
              <a:rPr lang="en-ZA" dirty="0"/>
              <a:t>    print("Thanks for updating your blog.")</a:t>
            </a:r>
          </a:p>
        </p:txBody>
      </p:sp>
    </p:spTree>
    <p:extLst>
      <p:ext uri="{BB962C8B-B14F-4D97-AF65-F5344CB8AC3E}">
        <p14:creationId xmlns:p14="http://schemas.microsoft.com/office/powerpoint/2010/main" val="470781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3ABBD-02CE-033B-842D-97B440C52E9B}"/>
              </a:ext>
            </a:extLst>
          </p:cNvPr>
          <p:cNvSpPr>
            <a:spLocks noGrp="1"/>
          </p:cNvSpPr>
          <p:nvPr>
            <p:ph type="title"/>
          </p:nvPr>
        </p:nvSpPr>
        <p:spPr/>
        <p:txBody>
          <a:bodyPr/>
          <a:lstStyle/>
          <a:p>
            <a:r>
              <a:rPr lang="en-US" dirty="0"/>
              <a:t>Mutability of Lists</a:t>
            </a:r>
            <a:endParaRPr lang="en-ZA" dirty="0"/>
          </a:p>
        </p:txBody>
      </p:sp>
      <p:sp>
        <p:nvSpPr>
          <p:cNvPr id="3" name="Content Placeholder 2">
            <a:extLst>
              <a:ext uri="{FF2B5EF4-FFF2-40B4-BE49-F238E27FC236}">
                <a16:creationId xmlns:a16="http://schemas.microsoft.com/office/drawing/2014/main" id="{30568783-5253-C9C9-94D2-9AF4F8145A54}"/>
              </a:ext>
            </a:extLst>
          </p:cNvPr>
          <p:cNvSpPr>
            <a:spLocks noGrp="1"/>
          </p:cNvSpPr>
          <p:nvPr>
            <p:ph type="body" sz="quarter" idx="13"/>
          </p:nvPr>
        </p:nvSpPr>
        <p:spPr/>
        <p:txBody>
          <a:bodyPr/>
          <a:lstStyle/>
          <a:p>
            <a:r>
              <a:rPr lang="en-US" b="1" dirty="0"/>
              <a:t>Immutable objects</a:t>
            </a:r>
            <a:r>
              <a:rPr lang="en-US" dirty="0"/>
              <a:t> cannot be changed after creation </a:t>
            </a:r>
          </a:p>
          <a:p>
            <a:pPr lvl="1"/>
            <a:r>
              <a:rPr lang="en-US" dirty="0"/>
              <a:t>Examples: </a:t>
            </a:r>
          </a:p>
          <a:p>
            <a:pPr lvl="2"/>
            <a:r>
              <a:rPr lang="en-US" dirty="0"/>
              <a:t>int, float, bool, str </a:t>
            </a:r>
          </a:p>
          <a:p>
            <a:r>
              <a:rPr lang="en-US" dirty="0"/>
              <a:t>You can change the </a:t>
            </a:r>
            <a:r>
              <a:rPr lang="en-US" b="1" dirty="0"/>
              <a:t>variable reference</a:t>
            </a:r>
            <a:r>
              <a:rPr lang="en-US" dirty="0"/>
              <a:t>, not the object </a:t>
            </a:r>
          </a:p>
          <a:p>
            <a:pPr marL="457200" lvl="1" indent="0">
              <a:buNone/>
            </a:pPr>
            <a:r>
              <a:rPr lang="en-US" dirty="0">
                <a:solidFill>
                  <a:srgbClr val="0070C0"/>
                </a:solidFill>
              </a:rPr>
              <a:t>x = 6</a:t>
            </a:r>
            <a:br>
              <a:rPr lang="en-US" dirty="0">
                <a:solidFill>
                  <a:srgbClr val="0070C0"/>
                </a:solidFill>
              </a:rPr>
            </a:br>
            <a:r>
              <a:rPr lang="en-US" dirty="0">
                <a:solidFill>
                  <a:srgbClr val="0070C0"/>
                </a:solidFill>
              </a:rPr>
              <a:t>x = 10   # new object, original 6 unchanged</a:t>
            </a:r>
          </a:p>
          <a:p>
            <a:endParaRPr lang="en-ZA" dirty="0"/>
          </a:p>
        </p:txBody>
      </p:sp>
    </p:spTree>
    <p:extLst>
      <p:ext uri="{BB962C8B-B14F-4D97-AF65-F5344CB8AC3E}">
        <p14:creationId xmlns:p14="http://schemas.microsoft.com/office/powerpoint/2010/main" val="55572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3E327-30AE-17FE-D30D-A4D12946891B}"/>
              </a:ext>
            </a:extLst>
          </p:cNvPr>
          <p:cNvSpPr>
            <a:spLocks noGrp="1"/>
          </p:cNvSpPr>
          <p:nvPr>
            <p:ph type="title"/>
          </p:nvPr>
        </p:nvSpPr>
        <p:spPr/>
        <p:txBody>
          <a:bodyPr/>
          <a:lstStyle/>
          <a:p>
            <a:r>
              <a:rPr lang="en-US" dirty="0"/>
              <a:t>Lists are mutable</a:t>
            </a:r>
            <a:endParaRPr lang="en-ZA" dirty="0"/>
          </a:p>
        </p:txBody>
      </p:sp>
      <p:sp>
        <p:nvSpPr>
          <p:cNvPr id="3" name="Content Placeholder 2">
            <a:extLst>
              <a:ext uri="{FF2B5EF4-FFF2-40B4-BE49-F238E27FC236}">
                <a16:creationId xmlns:a16="http://schemas.microsoft.com/office/drawing/2014/main" id="{411CE2F4-F9A4-A9B4-95B9-A3586DD6AD79}"/>
              </a:ext>
            </a:extLst>
          </p:cNvPr>
          <p:cNvSpPr>
            <a:spLocks noGrp="1"/>
          </p:cNvSpPr>
          <p:nvPr>
            <p:ph type="body" sz="quarter" idx="13"/>
          </p:nvPr>
        </p:nvSpPr>
        <p:spPr/>
        <p:txBody>
          <a:bodyPr/>
          <a:lstStyle/>
          <a:p>
            <a:r>
              <a:rPr lang="en-US" dirty="0"/>
              <a:t>Lists </a:t>
            </a:r>
            <a:r>
              <a:rPr lang="en-US" b="1" dirty="0"/>
              <a:t>can be changed after creation</a:t>
            </a:r>
            <a:r>
              <a:rPr lang="en-US" dirty="0"/>
              <a:t> </a:t>
            </a:r>
          </a:p>
          <a:p>
            <a:r>
              <a:rPr lang="en-US" dirty="0"/>
              <a:t>A list is a </a:t>
            </a:r>
            <a:r>
              <a:rPr lang="en-US" b="1" dirty="0"/>
              <a:t>collection of references to objects</a:t>
            </a:r>
            <a:r>
              <a:rPr lang="en-US" dirty="0"/>
              <a:t> </a:t>
            </a:r>
          </a:p>
          <a:p>
            <a:r>
              <a:rPr lang="en-US" dirty="0"/>
              <a:t>Example:</a:t>
            </a:r>
          </a:p>
          <a:p>
            <a:pPr marL="457200" lvl="1" indent="0">
              <a:buNone/>
            </a:pPr>
            <a:r>
              <a:rPr lang="en-US" dirty="0">
                <a:solidFill>
                  <a:srgbClr val="0070C0"/>
                </a:solidFill>
              </a:rPr>
              <a:t>question = ['</a:t>
            </a:r>
            <a:r>
              <a:rPr lang="en-US" dirty="0" err="1">
                <a:solidFill>
                  <a:srgbClr val="0070C0"/>
                </a:solidFill>
              </a:rPr>
              <a:t>are','you','awake','for','this</a:t>
            </a:r>
            <a:r>
              <a:rPr lang="en-US" dirty="0">
                <a:solidFill>
                  <a:srgbClr val="0070C0"/>
                </a:solidFill>
              </a:rPr>
              <a:t>']</a:t>
            </a:r>
          </a:p>
          <a:p>
            <a:r>
              <a:rPr lang="en-US" dirty="0"/>
              <a:t>Each item is a </a:t>
            </a:r>
            <a:r>
              <a:rPr lang="en-US" b="1" dirty="0"/>
              <a:t>separate object reference</a:t>
            </a:r>
            <a:endParaRPr lang="en-US" dirty="0"/>
          </a:p>
          <a:p>
            <a:endParaRPr lang="en-ZA" dirty="0"/>
          </a:p>
        </p:txBody>
      </p:sp>
    </p:spTree>
    <p:extLst>
      <p:ext uri="{BB962C8B-B14F-4D97-AF65-F5344CB8AC3E}">
        <p14:creationId xmlns:p14="http://schemas.microsoft.com/office/powerpoint/2010/main" val="23857347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9CB8C-41A3-1BF2-EF70-B1AF91843C52}"/>
              </a:ext>
            </a:extLst>
          </p:cNvPr>
          <p:cNvSpPr>
            <a:spLocks noGrp="1"/>
          </p:cNvSpPr>
          <p:nvPr>
            <p:ph type="title"/>
          </p:nvPr>
        </p:nvSpPr>
        <p:spPr/>
        <p:txBody>
          <a:bodyPr/>
          <a:lstStyle/>
          <a:p>
            <a:r>
              <a:rPr lang="en-US" dirty="0"/>
              <a:t>Modifying Lists</a:t>
            </a:r>
            <a:endParaRPr lang="en-ZA" dirty="0"/>
          </a:p>
        </p:txBody>
      </p:sp>
      <p:sp>
        <p:nvSpPr>
          <p:cNvPr id="3" name="Content Placeholder 2">
            <a:extLst>
              <a:ext uri="{FF2B5EF4-FFF2-40B4-BE49-F238E27FC236}">
                <a16:creationId xmlns:a16="http://schemas.microsoft.com/office/drawing/2014/main" id="{0F349896-8D8D-34AF-745F-2073C5575234}"/>
              </a:ext>
            </a:extLst>
          </p:cNvPr>
          <p:cNvSpPr>
            <a:spLocks noGrp="1"/>
          </p:cNvSpPr>
          <p:nvPr>
            <p:ph type="body" sz="quarter" idx="13"/>
          </p:nvPr>
        </p:nvSpPr>
        <p:spPr/>
        <p:txBody>
          <a:bodyPr/>
          <a:lstStyle/>
          <a:p>
            <a:r>
              <a:rPr lang="en-US" dirty="0"/>
              <a:t>Lists can be changed using </a:t>
            </a:r>
            <a:r>
              <a:rPr lang="en-US" b="1" dirty="0"/>
              <a:t>indexing</a:t>
            </a:r>
            <a:r>
              <a:rPr lang="en-US" dirty="0"/>
              <a:t> </a:t>
            </a:r>
          </a:p>
          <a:p>
            <a:pPr marL="457200" lvl="1" indent="0">
              <a:buNone/>
            </a:pPr>
            <a:r>
              <a:rPr lang="en-US" dirty="0">
                <a:solidFill>
                  <a:srgbClr val="0070C0"/>
                </a:solidFill>
              </a:rPr>
              <a:t>question[0] = "for"</a:t>
            </a:r>
          </a:p>
          <a:p>
            <a:r>
              <a:rPr lang="en-US" dirty="0"/>
              <a:t>This </a:t>
            </a:r>
            <a:r>
              <a:rPr lang="en-US" b="1" dirty="0"/>
              <a:t>modifies the existing list</a:t>
            </a:r>
            <a:r>
              <a:rPr lang="en-US" dirty="0"/>
              <a:t> (mutation)</a:t>
            </a:r>
          </a:p>
          <a:p>
            <a:r>
              <a:rPr lang="en-US" dirty="0"/>
              <a:t>Not allowed for strings:</a:t>
            </a:r>
          </a:p>
          <a:p>
            <a:pPr marL="457200" lvl="1" indent="0">
              <a:buNone/>
            </a:pPr>
            <a:r>
              <a:rPr lang="en-US" dirty="0">
                <a:solidFill>
                  <a:srgbClr val="0070C0"/>
                </a:solidFill>
              </a:rPr>
              <a:t>text = "hello"</a:t>
            </a:r>
            <a:br>
              <a:rPr lang="en-US" dirty="0">
                <a:solidFill>
                  <a:srgbClr val="0070C0"/>
                </a:solidFill>
              </a:rPr>
            </a:br>
            <a:r>
              <a:rPr lang="en-US" dirty="0">
                <a:solidFill>
                  <a:srgbClr val="0070C0"/>
                </a:solidFill>
              </a:rPr>
              <a:t>text[0] = "H"   # Error (strings are immutable)</a:t>
            </a:r>
          </a:p>
          <a:p>
            <a:endParaRPr lang="en-ZA" dirty="0"/>
          </a:p>
        </p:txBody>
      </p:sp>
    </p:spTree>
    <p:extLst>
      <p:ext uri="{BB962C8B-B14F-4D97-AF65-F5344CB8AC3E}">
        <p14:creationId xmlns:p14="http://schemas.microsoft.com/office/powerpoint/2010/main" val="2549077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ECB82-5AE8-BE0C-4E03-33D72C517D67}"/>
              </a:ext>
            </a:extLst>
          </p:cNvPr>
          <p:cNvSpPr>
            <a:spLocks noGrp="1"/>
          </p:cNvSpPr>
          <p:nvPr>
            <p:ph type="title"/>
          </p:nvPr>
        </p:nvSpPr>
        <p:spPr/>
        <p:txBody>
          <a:bodyPr/>
          <a:lstStyle/>
          <a:p>
            <a:r>
              <a:rPr lang="en-ZA" dirty="0"/>
              <a:t>Shared References</a:t>
            </a:r>
          </a:p>
        </p:txBody>
      </p:sp>
      <p:sp>
        <p:nvSpPr>
          <p:cNvPr id="3" name="Content Placeholder 2">
            <a:extLst>
              <a:ext uri="{FF2B5EF4-FFF2-40B4-BE49-F238E27FC236}">
                <a16:creationId xmlns:a16="http://schemas.microsoft.com/office/drawing/2014/main" id="{D71DD584-C14D-ACEA-B7DE-80C912592160}"/>
              </a:ext>
            </a:extLst>
          </p:cNvPr>
          <p:cNvSpPr>
            <a:spLocks noGrp="1"/>
          </p:cNvSpPr>
          <p:nvPr>
            <p:ph type="body" sz="quarter" idx="13"/>
          </p:nvPr>
        </p:nvSpPr>
        <p:spPr/>
        <p:txBody>
          <a:bodyPr/>
          <a:lstStyle/>
          <a:p>
            <a:pPr marL="457200" lvl="1" indent="0">
              <a:buNone/>
            </a:pPr>
            <a:r>
              <a:rPr lang="en-US" dirty="0">
                <a:solidFill>
                  <a:srgbClr val="0070C0"/>
                </a:solidFill>
              </a:rPr>
              <a:t>question = ['</a:t>
            </a:r>
            <a:r>
              <a:rPr lang="en-US" dirty="0" err="1">
                <a:solidFill>
                  <a:srgbClr val="0070C0"/>
                </a:solidFill>
              </a:rPr>
              <a:t>are','you','awake','for','this</a:t>
            </a:r>
            <a:r>
              <a:rPr lang="en-US" dirty="0">
                <a:solidFill>
                  <a:srgbClr val="0070C0"/>
                </a:solidFill>
              </a:rPr>
              <a:t>']</a:t>
            </a:r>
            <a:br>
              <a:rPr lang="en-US" dirty="0">
                <a:solidFill>
                  <a:srgbClr val="0070C0"/>
                </a:solidFill>
              </a:rPr>
            </a:br>
            <a:r>
              <a:rPr lang="en-US" dirty="0">
                <a:solidFill>
                  <a:srgbClr val="0070C0"/>
                </a:solidFill>
              </a:rPr>
              <a:t>answer = question</a:t>
            </a:r>
          </a:p>
          <a:p>
            <a:r>
              <a:rPr lang="en-US" dirty="0"/>
              <a:t>Both variables refer to the </a:t>
            </a:r>
            <a:r>
              <a:rPr lang="en-US" b="1" dirty="0"/>
              <a:t>same list</a:t>
            </a:r>
            <a:r>
              <a:rPr lang="en-US" dirty="0"/>
              <a:t> </a:t>
            </a:r>
          </a:p>
          <a:p>
            <a:r>
              <a:rPr lang="en-US" dirty="0"/>
              <a:t>Changing one affects the other </a:t>
            </a:r>
          </a:p>
          <a:p>
            <a:pPr marL="457200" lvl="1" indent="0">
              <a:buNone/>
            </a:pPr>
            <a:r>
              <a:rPr lang="en-US" dirty="0">
                <a:solidFill>
                  <a:srgbClr val="0070C0"/>
                </a:solidFill>
              </a:rPr>
              <a:t>answer[0] = "for"</a:t>
            </a:r>
            <a:br>
              <a:rPr lang="en-US" dirty="0">
                <a:solidFill>
                  <a:srgbClr val="0070C0"/>
                </a:solidFill>
              </a:rPr>
            </a:br>
            <a:r>
              <a:rPr lang="en-US" dirty="0">
                <a:solidFill>
                  <a:srgbClr val="0070C0"/>
                </a:solidFill>
              </a:rPr>
              <a:t>print(question</a:t>
            </a:r>
            <a:r>
              <a:rPr lang="en-US" dirty="0"/>
              <a:t>)</a:t>
            </a:r>
          </a:p>
          <a:p>
            <a:r>
              <a:rPr lang="en-US" dirty="0"/>
              <a:t> Output changes for </a:t>
            </a:r>
            <a:r>
              <a:rPr lang="en-US" b="1" dirty="0"/>
              <a:t>both variables</a:t>
            </a:r>
            <a:endParaRPr lang="en-US" dirty="0"/>
          </a:p>
          <a:p>
            <a:endParaRPr lang="en-ZA" dirty="0"/>
          </a:p>
        </p:txBody>
      </p:sp>
    </p:spTree>
    <p:extLst>
      <p:ext uri="{BB962C8B-B14F-4D97-AF65-F5344CB8AC3E}">
        <p14:creationId xmlns:p14="http://schemas.microsoft.com/office/powerpoint/2010/main" val="11315350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7AA08-86AF-2040-6601-15518D8F2B40}"/>
              </a:ext>
            </a:extLst>
          </p:cNvPr>
          <p:cNvSpPr>
            <a:spLocks noGrp="1"/>
          </p:cNvSpPr>
          <p:nvPr>
            <p:ph type="title"/>
          </p:nvPr>
        </p:nvSpPr>
        <p:spPr/>
        <p:txBody>
          <a:bodyPr/>
          <a:lstStyle/>
          <a:p>
            <a:r>
              <a:rPr lang="en-US" dirty="0"/>
              <a:t>Activity</a:t>
            </a:r>
            <a:endParaRPr lang="en-ZA" dirty="0"/>
          </a:p>
        </p:txBody>
      </p:sp>
      <p:sp>
        <p:nvSpPr>
          <p:cNvPr id="3" name="Text Placeholder 2">
            <a:extLst>
              <a:ext uri="{FF2B5EF4-FFF2-40B4-BE49-F238E27FC236}">
                <a16:creationId xmlns:a16="http://schemas.microsoft.com/office/drawing/2014/main" id="{3C6E3BF3-63A1-F159-88AB-A333814DB8B6}"/>
              </a:ext>
            </a:extLst>
          </p:cNvPr>
          <p:cNvSpPr>
            <a:spLocks noGrp="1"/>
          </p:cNvSpPr>
          <p:nvPr>
            <p:ph type="body" sz="quarter" idx="13"/>
          </p:nvPr>
        </p:nvSpPr>
        <p:spPr/>
        <p:txBody>
          <a:bodyPr>
            <a:normAutofit fontScale="85000" lnSpcReduction="10000"/>
          </a:bodyPr>
          <a:lstStyle/>
          <a:p>
            <a:r>
              <a:rPr lang="en-US" dirty="0"/>
              <a:t>Write a Python program to manage student marks using a list.</a:t>
            </a:r>
          </a:p>
          <a:p>
            <a:pPr marL="0" indent="0">
              <a:buNone/>
            </a:pPr>
            <a:r>
              <a:rPr lang="en-US" b="1" dirty="0"/>
              <a:t>Requirements</a:t>
            </a:r>
          </a:p>
          <a:p>
            <a:r>
              <a:rPr lang="en-US" dirty="0"/>
              <a:t>Ask the user to enter </a:t>
            </a:r>
            <a:r>
              <a:rPr lang="en-US" b="1" dirty="0"/>
              <a:t>5 student marks</a:t>
            </a:r>
            <a:r>
              <a:rPr lang="en-US" dirty="0"/>
              <a:t> </a:t>
            </a:r>
          </a:p>
          <a:p>
            <a:r>
              <a:rPr lang="en-US" dirty="0"/>
              <a:t>Store the marks in a </a:t>
            </a:r>
            <a:r>
              <a:rPr lang="en-US" b="1" dirty="0"/>
              <a:t>list</a:t>
            </a:r>
            <a:r>
              <a:rPr lang="en-US" dirty="0"/>
              <a:t> </a:t>
            </a:r>
          </a:p>
          <a:p>
            <a:r>
              <a:rPr lang="en-US" dirty="0"/>
              <a:t>Use a loop to: </a:t>
            </a:r>
          </a:p>
          <a:p>
            <a:pPr lvl="1"/>
            <a:r>
              <a:rPr lang="en-US" dirty="0"/>
              <a:t>Display all marks </a:t>
            </a:r>
          </a:p>
          <a:p>
            <a:pPr lvl="1"/>
            <a:r>
              <a:rPr lang="en-US" dirty="0"/>
              <a:t>Calculate the </a:t>
            </a:r>
            <a:r>
              <a:rPr lang="en-US" b="1" dirty="0"/>
              <a:t>total</a:t>
            </a:r>
            <a:r>
              <a:rPr lang="en-US" dirty="0"/>
              <a:t> </a:t>
            </a:r>
          </a:p>
          <a:p>
            <a:r>
              <a:rPr lang="en-US" dirty="0"/>
              <a:t>Display: </a:t>
            </a:r>
          </a:p>
          <a:p>
            <a:pPr lvl="1"/>
            <a:r>
              <a:rPr lang="en-US" dirty="0"/>
              <a:t>Total marks </a:t>
            </a:r>
          </a:p>
          <a:p>
            <a:pPr lvl="1"/>
            <a:r>
              <a:rPr lang="en-US" dirty="0"/>
              <a:t>Highest mark </a:t>
            </a:r>
          </a:p>
          <a:p>
            <a:pPr lvl="1"/>
            <a:r>
              <a:rPr lang="en-US" dirty="0"/>
              <a:t>Lowest mark</a:t>
            </a:r>
          </a:p>
          <a:p>
            <a:endParaRPr lang="en-ZA" dirty="0"/>
          </a:p>
        </p:txBody>
      </p:sp>
    </p:spTree>
    <p:extLst>
      <p:ext uri="{BB962C8B-B14F-4D97-AF65-F5344CB8AC3E}">
        <p14:creationId xmlns:p14="http://schemas.microsoft.com/office/powerpoint/2010/main" val="2940725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DE296-B774-163E-D4F7-3A881E9C1F0F}"/>
              </a:ext>
            </a:extLst>
          </p:cNvPr>
          <p:cNvSpPr>
            <a:spLocks noGrp="1"/>
          </p:cNvSpPr>
          <p:nvPr>
            <p:ph type="title"/>
          </p:nvPr>
        </p:nvSpPr>
        <p:spPr/>
        <p:txBody>
          <a:bodyPr/>
          <a:lstStyle/>
          <a:p>
            <a:r>
              <a:rPr lang="en-US" dirty="0"/>
              <a:t>What is a File</a:t>
            </a:r>
            <a:endParaRPr lang="en-ZA" dirty="0"/>
          </a:p>
        </p:txBody>
      </p:sp>
      <p:sp>
        <p:nvSpPr>
          <p:cNvPr id="3" name="Content Placeholder 2">
            <a:extLst>
              <a:ext uri="{FF2B5EF4-FFF2-40B4-BE49-F238E27FC236}">
                <a16:creationId xmlns:a16="http://schemas.microsoft.com/office/drawing/2014/main" id="{406DA1AC-0DD2-370B-5197-AB1754A9860C}"/>
              </a:ext>
            </a:extLst>
          </p:cNvPr>
          <p:cNvSpPr>
            <a:spLocks noGrp="1"/>
          </p:cNvSpPr>
          <p:nvPr>
            <p:ph type="body" sz="quarter" idx="13"/>
          </p:nvPr>
        </p:nvSpPr>
        <p:spPr/>
        <p:txBody>
          <a:bodyPr/>
          <a:lstStyle/>
          <a:p>
            <a:r>
              <a:rPr lang="en-US" dirty="0"/>
              <a:t>A </a:t>
            </a:r>
            <a:r>
              <a:rPr lang="en-US" b="1" dirty="0"/>
              <a:t>file</a:t>
            </a:r>
            <a:r>
              <a:rPr lang="en-US" dirty="0"/>
              <a:t> is a collection of related data </a:t>
            </a:r>
          </a:p>
          <a:p>
            <a:r>
              <a:rPr lang="en-US" dirty="0"/>
              <a:t>Can be stored on: </a:t>
            </a:r>
          </a:p>
          <a:p>
            <a:pPr lvl="1"/>
            <a:r>
              <a:rPr lang="en-US" dirty="0"/>
              <a:t>Hard drive </a:t>
            </a:r>
          </a:p>
          <a:p>
            <a:pPr lvl="1"/>
            <a:r>
              <a:rPr lang="en-US" dirty="0"/>
              <a:t>USB / network </a:t>
            </a:r>
          </a:p>
          <a:p>
            <a:r>
              <a:rPr lang="en-US" dirty="0"/>
              <a:t>A </a:t>
            </a:r>
            <a:r>
              <a:rPr lang="en-US" b="1" dirty="0"/>
              <a:t>text file</a:t>
            </a:r>
            <a:r>
              <a:rPr lang="en-US" dirty="0"/>
              <a:t> contains lines of text </a:t>
            </a:r>
          </a:p>
          <a:p>
            <a:r>
              <a:rPr lang="en-US" dirty="0"/>
              <a:t>In Python, a file is treated as a </a:t>
            </a:r>
            <a:r>
              <a:rPr lang="en-US" b="1" dirty="0"/>
              <a:t>sequence of lines (strings)</a:t>
            </a:r>
            <a:endParaRPr lang="en-US" dirty="0"/>
          </a:p>
          <a:p>
            <a:endParaRPr lang="en-ZA" dirty="0"/>
          </a:p>
        </p:txBody>
      </p:sp>
    </p:spTree>
    <p:extLst>
      <p:ext uri="{BB962C8B-B14F-4D97-AF65-F5344CB8AC3E}">
        <p14:creationId xmlns:p14="http://schemas.microsoft.com/office/powerpoint/2010/main" val="3725981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FE8BE-5AC4-828F-915C-1646E0F25083}"/>
              </a:ext>
            </a:extLst>
          </p:cNvPr>
          <p:cNvSpPr>
            <a:spLocks noGrp="1"/>
          </p:cNvSpPr>
          <p:nvPr>
            <p:ph type="title"/>
          </p:nvPr>
        </p:nvSpPr>
        <p:spPr/>
        <p:txBody>
          <a:bodyPr/>
          <a:lstStyle/>
          <a:p>
            <a:r>
              <a:rPr lang="en-US" dirty="0"/>
              <a:t>Reading from a File</a:t>
            </a:r>
            <a:endParaRPr lang="en-ZA" dirty="0"/>
          </a:p>
        </p:txBody>
      </p:sp>
      <p:sp>
        <p:nvSpPr>
          <p:cNvPr id="3" name="Content Placeholder 2">
            <a:extLst>
              <a:ext uri="{FF2B5EF4-FFF2-40B4-BE49-F238E27FC236}">
                <a16:creationId xmlns:a16="http://schemas.microsoft.com/office/drawing/2014/main" id="{AD161F64-0132-5EE3-54EB-98EC83CE3A54}"/>
              </a:ext>
            </a:extLst>
          </p:cNvPr>
          <p:cNvSpPr>
            <a:spLocks noGrp="1"/>
          </p:cNvSpPr>
          <p:nvPr>
            <p:ph type="body" sz="quarter" idx="16"/>
          </p:nvPr>
        </p:nvSpPr>
        <p:spPr>
          <a:xfrm>
            <a:off x="1010909" y="2045528"/>
            <a:ext cx="4486822" cy="3444260"/>
          </a:xfrm>
        </p:spPr>
        <p:txBody>
          <a:bodyPr>
            <a:normAutofit/>
          </a:bodyPr>
          <a:lstStyle/>
          <a:p>
            <a:pPr marL="285750" indent="-285750">
              <a:buFont typeface="Arial" panose="020B0604020202020204" pitchFamily="34" charset="0"/>
              <a:buChar char="•"/>
            </a:pPr>
            <a:r>
              <a:rPr lang="en-US" sz="2400" dirty="0"/>
              <a:t>Open file in </a:t>
            </a:r>
            <a:r>
              <a:rPr lang="en-US" sz="2400" b="1" dirty="0"/>
              <a:t>read mode ("r")</a:t>
            </a:r>
            <a:r>
              <a:rPr lang="en-US" sz="2400" dirty="0"/>
              <a:t> </a:t>
            </a:r>
          </a:p>
          <a:p>
            <a:pPr marL="285750" indent="-285750">
              <a:buFont typeface="Arial" panose="020B0604020202020204" pitchFamily="34" charset="0"/>
              <a:buChar char="•"/>
            </a:pPr>
            <a:r>
              <a:rPr lang="en-US" sz="2400" dirty="0"/>
              <a:t>Iterate through each line</a:t>
            </a:r>
          </a:p>
          <a:p>
            <a:pPr marL="285750" indent="-285750">
              <a:buFont typeface="Arial" panose="020B0604020202020204" pitchFamily="34" charset="0"/>
              <a:buChar char="•"/>
            </a:pPr>
            <a:endParaRPr lang="en-ZA" sz="2400" dirty="0"/>
          </a:p>
        </p:txBody>
      </p:sp>
      <p:sp>
        <p:nvSpPr>
          <p:cNvPr id="9" name="Content Placeholder 3">
            <a:extLst>
              <a:ext uri="{FF2B5EF4-FFF2-40B4-BE49-F238E27FC236}">
                <a16:creationId xmlns:a16="http://schemas.microsoft.com/office/drawing/2014/main" id="{1DEA8826-EA87-53A4-44AA-A0EE00755810}"/>
              </a:ext>
            </a:extLst>
          </p:cNvPr>
          <p:cNvSpPr>
            <a:spLocks noGrp="1"/>
          </p:cNvSpPr>
          <p:nvPr>
            <p:ph type="body" sz="quarter" idx="18"/>
          </p:nvPr>
        </p:nvSpPr>
        <p:spPr>
          <a:xfrm>
            <a:off x="6096000" y="2044913"/>
            <a:ext cx="4486275" cy="3444875"/>
          </a:xfrm>
        </p:spPr>
        <p:txBody>
          <a:bodyPr>
            <a:normAutofit/>
          </a:bodyPr>
          <a:lstStyle/>
          <a:p>
            <a:pPr marL="0" indent="0">
              <a:buNone/>
            </a:pPr>
            <a:r>
              <a:rPr lang="en-US" sz="2400" dirty="0"/>
              <a:t>Example: </a:t>
            </a:r>
          </a:p>
          <a:p>
            <a:pPr marL="457200" lvl="1" indent="0">
              <a:buNone/>
            </a:pPr>
            <a:r>
              <a:rPr lang="en-US" sz="2400" dirty="0">
                <a:solidFill>
                  <a:srgbClr val="0070C0"/>
                </a:solidFill>
              </a:rPr>
              <a:t>file = open("data.txt", "r")</a:t>
            </a:r>
          </a:p>
          <a:p>
            <a:pPr marL="457200" lvl="1" indent="0">
              <a:buNone/>
            </a:pPr>
            <a:endParaRPr lang="en-US" sz="2400" dirty="0">
              <a:solidFill>
                <a:srgbClr val="0070C0"/>
              </a:solidFill>
            </a:endParaRPr>
          </a:p>
          <a:p>
            <a:pPr marL="457200" lvl="1" indent="0">
              <a:buNone/>
            </a:pPr>
            <a:r>
              <a:rPr lang="en-US" sz="2400" dirty="0">
                <a:solidFill>
                  <a:srgbClr val="0070C0"/>
                </a:solidFill>
              </a:rPr>
              <a:t>for line in file:</a:t>
            </a:r>
          </a:p>
          <a:p>
            <a:pPr marL="457200" lvl="1" indent="0">
              <a:buNone/>
            </a:pPr>
            <a:r>
              <a:rPr lang="en-US" sz="2400" dirty="0">
                <a:solidFill>
                  <a:srgbClr val="0070C0"/>
                </a:solidFill>
              </a:rPr>
              <a:t>    print(line)</a:t>
            </a:r>
          </a:p>
          <a:p>
            <a:pPr marL="457200" lvl="1" indent="0">
              <a:buNone/>
            </a:pPr>
            <a:endParaRPr lang="en-US" sz="2400" dirty="0">
              <a:solidFill>
                <a:srgbClr val="0070C0"/>
              </a:solidFill>
            </a:endParaRPr>
          </a:p>
          <a:p>
            <a:pPr marL="457200" lvl="1" indent="0">
              <a:buNone/>
            </a:pPr>
            <a:r>
              <a:rPr lang="en-US" sz="2400" dirty="0" err="1">
                <a:solidFill>
                  <a:srgbClr val="0070C0"/>
                </a:solidFill>
              </a:rPr>
              <a:t>file.close</a:t>
            </a:r>
            <a:r>
              <a:rPr lang="en-US" sz="2400" dirty="0">
                <a:solidFill>
                  <a:srgbClr val="0070C0"/>
                </a:solidFill>
              </a:rPr>
              <a:t>()</a:t>
            </a:r>
          </a:p>
          <a:p>
            <a:pPr marL="0" indent="0">
              <a:buNone/>
            </a:pPr>
            <a:r>
              <a:rPr lang="en-US" sz="2400" dirty="0"/>
              <a:t>Each line ends with \n (newline)</a:t>
            </a:r>
            <a:endParaRPr lang="en-ZA" sz="2400" dirty="0">
              <a:solidFill>
                <a:srgbClr val="0070C0"/>
              </a:solidFill>
            </a:endParaRPr>
          </a:p>
        </p:txBody>
      </p:sp>
    </p:spTree>
    <p:extLst>
      <p:ext uri="{BB962C8B-B14F-4D97-AF65-F5344CB8AC3E}">
        <p14:creationId xmlns:p14="http://schemas.microsoft.com/office/powerpoint/2010/main" val="28570526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9DECB-85D6-2EA6-5551-38B1F061775E}"/>
              </a:ext>
            </a:extLst>
          </p:cNvPr>
          <p:cNvSpPr>
            <a:spLocks noGrp="1"/>
          </p:cNvSpPr>
          <p:nvPr>
            <p:ph type="title"/>
          </p:nvPr>
        </p:nvSpPr>
        <p:spPr/>
        <p:txBody>
          <a:bodyPr/>
          <a:lstStyle/>
          <a:p>
            <a:r>
              <a:rPr lang="en-US" dirty="0"/>
              <a:t>Common Issue (Extra Blank Lines)</a:t>
            </a:r>
            <a:br>
              <a:rPr lang="en-US" b="1" dirty="0"/>
            </a:br>
            <a:endParaRPr lang="en-ZA" dirty="0"/>
          </a:p>
        </p:txBody>
      </p:sp>
      <p:sp>
        <p:nvSpPr>
          <p:cNvPr id="3" name="Content Placeholder 2">
            <a:extLst>
              <a:ext uri="{FF2B5EF4-FFF2-40B4-BE49-F238E27FC236}">
                <a16:creationId xmlns:a16="http://schemas.microsoft.com/office/drawing/2014/main" id="{053B0F3A-6D96-B6C8-5E5C-1BCC5068E2F6}"/>
              </a:ext>
            </a:extLst>
          </p:cNvPr>
          <p:cNvSpPr>
            <a:spLocks noGrp="1"/>
          </p:cNvSpPr>
          <p:nvPr>
            <p:ph type="body" sz="quarter" idx="13"/>
          </p:nvPr>
        </p:nvSpPr>
        <p:spPr/>
        <p:txBody>
          <a:bodyPr/>
          <a:lstStyle/>
          <a:p>
            <a:r>
              <a:rPr lang="en-US" dirty="0"/>
              <a:t>Each line already contains \n </a:t>
            </a:r>
          </a:p>
          <a:p>
            <a:pPr lvl="1"/>
            <a:r>
              <a:rPr lang="en-US" dirty="0"/>
              <a:t>print() adds another newline </a:t>
            </a:r>
          </a:p>
          <a:p>
            <a:r>
              <a:rPr lang="en-US" dirty="0"/>
              <a:t>Solution:</a:t>
            </a:r>
          </a:p>
          <a:p>
            <a:pPr lvl="1"/>
            <a:r>
              <a:rPr lang="en-US" dirty="0"/>
              <a:t>print(</a:t>
            </a:r>
            <a:r>
              <a:rPr lang="en-US" dirty="0" err="1"/>
              <a:t>line.strip</a:t>
            </a:r>
            <a:r>
              <a:rPr lang="en-US" dirty="0"/>
              <a:t>())</a:t>
            </a:r>
          </a:p>
          <a:p>
            <a:pPr lvl="1"/>
            <a:r>
              <a:rPr lang="en-US" dirty="0"/>
              <a:t>Removes extra spaces/newlines</a:t>
            </a:r>
          </a:p>
          <a:p>
            <a:endParaRPr lang="en-ZA" dirty="0"/>
          </a:p>
        </p:txBody>
      </p:sp>
    </p:spTree>
    <p:extLst>
      <p:ext uri="{BB962C8B-B14F-4D97-AF65-F5344CB8AC3E}">
        <p14:creationId xmlns:p14="http://schemas.microsoft.com/office/powerpoint/2010/main" val="11587702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7C835-1AEA-9918-C698-6156593CB4C8}"/>
              </a:ext>
            </a:extLst>
          </p:cNvPr>
          <p:cNvSpPr>
            <a:spLocks noGrp="1"/>
          </p:cNvSpPr>
          <p:nvPr>
            <p:ph type="title"/>
          </p:nvPr>
        </p:nvSpPr>
        <p:spPr/>
        <p:txBody>
          <a:bodyPr/>
          <a:lstStyle/>
          <a:p>
            <a:r>
              <a:rPr lang="en-US" dirty="0"/>
              <a:t>Writing to a File</a:t>
            </a:r>
            <a:endParaRPr lang="en-ZA" dirty="0"/>
          </a:p>
        </p:txBody>
      </p:sp>
      <p:sp>
        <p:nvSpPr>
          <p:cNvPr id="3" name="Content Placeholder 2">
            <a:extLst>
              <a:ext uri="{FF2B5EF4-FFF2-40B4-BE49-F238E27FC236}">
                <a16:creationId xmlns:a16="http://schemas.microsoft.com/office/drawing/2014/main" id="{750B3522-800E-BE06-63F9-A85E94BF3676}"/>
              </a:ext>
            </a:extLst>
          </p:cNvPr>
          <p:cNvSpPr>
            <a:spLocks noGrp="1"/>
          </p:cNvSpPr>
          <p:nvPr>
            <p:ph type="body" sz="quarter" idx="16"/>
          </p:nvPr>
        </p:nvSpPr>
        <p:spPr>
          <a:xfrm>
            <a:off x="1021794" y="1893129"/>
            <a:ext cx="4486822" cy="3444260"/>
          </a:xfrm>
        </p:spPr>
        <p:txBody>
          <a:bodyPr>
            <a:normAutofit/>
          </a:bodyPr>
          <a:lstStyle/>
          <a:p>
            <a:r>
              <a:rPr lang="en-US" sz="2400" dirty="0"/>
              <a:t>Open file in:</a:t>
            </a:r>
          </a:p>
          <a:p>
            <a:pPr lvl="1"/>
            <a:r>
              <a:rPr lang="en-US" sz="2400" dirty="0"/>
              <a:t>"w" → write (overwrite) </a:t>
            </a:r>
          </a:p>
          <a:p>
            <a:pPr lvl="1"/>
            <a:r>
              <a:rPr lang="en-US" sz="2400" dirty="0"/>
              <a:t>"a" → append</a:t>
            </a:r>
          </a:p>
          <a:p>
            <a:r>
              <a:rPr lang="en-US" sz="2400" dirty="0"/>
              <a:t>Always close the file after writing</a:t>
            </a:r>
          </a:p>
          <a:p>
            <a:endParaRPr lang="en-ZA" sz="2400" dirty="0"/>
          </a:p>
        </p:txBody>
      </p:sp>
      <p:sp>
        <p:nvSpPr>
          <p:cNvPr id="5" name="Text Placeholder 4">
            <a:extLst>
              <a:ext uri="{FF2B5EF4-FFF2-40B4-BE49-F238E27FC236}">
                <a16:creationId xmlns:a16="http://schemas.microsoft.com/office/drawing/2014/main" id="{AAB11FBD-8AB9-CD8F-A638-905018C54EEC}"/>
              </a:ext>
            </a:extLst>
          </p:cNvPr>
          <p:cNvSpPr>
            <a:spLocks noGrp="1"/>
          </p:cNvSpPr>
          <p:nvPr>
            <p:ph type="body" sz="quarter" idx="18"/>
          </p:nvPr>
        </p:nvSpPr>
        <p:spPr>
          <a:xfrm>
            <a:off x="5508616" y="1893129"/>
            <a:ext cx="4486822" cy="3444260"/>
          </a:xfrm>
        </p:spPr>
        <p:txBody>
          <a:bodyPr>
            <a:normAutofit/>
          </a:bodyPr>
          <a:lstStyle/>
          <a:p>
            <a:r>
              <a:rPr lang="en-US" sz="2400" dirty="0">
                <a:solidFill>
                  <a:srgbClr val="0070C0"/>
                </a:solidFill>
              </a:rPr>
              <a:t>file = open("output.txt", "w")</a:t>
            </a:r>
          </a:p>
          <a:p>
            <a:r>
              <a:rPr lang="en-US" sz="2400" dirty="0" err="1">
                <a:solidFill>
                  <a:srgbClr val="0070C0"/>
                </a:solidFill>
              </a:rPr>
              <a:t>file.write</a:t>
            </a:r>
            <a:r>
              <a:rPr lang="en-US" sz="2400" dirty="0">
                <a:solidFill>
                  <a:srgbClr val="0070C0"/>
                </a:solidFill>
              </a:rPr>
              <a:t>("Hello World")</a:t>
            </a:r>
          </a:p>
          <a:p>
            <a:r>
              <a:rPr lang="en-US" sz="2400" dirty="0" err="1">
                <a:solidFill>
                  <a:srgbClr val="0070C0"/>
                </a:solidFill>
              </a:rPr>
              <a:t>file.close</a:t>
            </a:r>
            <a:r>
              <a:rPr lang="en-US" sz="2400" dirty="0">
                <a:solidFill>
                  <a:srgbClr val="0070C0"/>
                </a:solidFill>
              </a:rPr>
              <a:t>()</a:t>
            </a:r>
            <a:endParaRPr lang="en-ZA" sz="2400" dirty="0">
              <a:solidFill>
                <a:srgbClr val="0070C0"/>
              </a:solidFill>
            </a:endParaRPr>
          </a:p>
          <a:p>
            <a:endParaRPr lang="en-ZA" sz="2400" dirty="0"/>
          </a:p>
        </p:txBody>
      </p:sp>
    </p:spTree>
    <p:extLst>
      <p:ext uri="{BB962C8B-B14F-4D97-AF65-F5344CB8AC3E}">
        <p14:creationId xmlns:p14="http://schemas.microsoft.com/office/powerpoint/2010/main" val="39116554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6C12F-542D-062E-F9F5-E2419886EFBB}"/>
              </a:ext>
            </a:extLst>
          </p:cNvPr>
          <p:cNvSpPr>
            <a:spLocks noGrp="1"/>
          </p:cNvSpPr>
          <p:nvPr>
            <p:ph type="title"/>
          </p:nvPr>
        </p:nvSpPr>
        <p:spPr/>
        <p:txBody>
          <a:bodyPr/>
          <a:lstStyle/>
          <a:p>
            <a:r>
              <a:rPr lang="en-US" dirty="0"/>
              <a:t>Reading records from file</a:t>
            </a:r>
            <a:endParaRPr lang="en-ZA" dirty="0"/>
          </a:p>
        </p:txBody>
      </p:sp>
      <p:sp>
        <p:nvSpPr>
          <p:cNvPr id="3" name="Content Placeholder 2">
            <a:extLst>
              <a:ext uri="{FF2B5EF4-FFF2-40B4-BE49-F238E27FC236}">
                <a16:creationId xmlns:a16="http://schemas.microsoft.com/office/drawing/2014/main" id="{F3F21197-5055-269D-3B8F-40D0CBF8E205}"/>
              </a:ext>
            </a:extLst>
          </p:cNvPr>
          <p:cNvSpPr>
            <a:spLocks noGrp="1"/>
          </p:cNvSpPr>
          <p:nvPr>
            <p:ph type="body" sz="quarter" idx="13"/>
          </p:nvPr>
        </p:nvSpPr>
        <p:spPr/>
        <p:txBody>
          <a:bodyPr/>
          <a:lstStyle/>
          <a:p>
            <a:r>
              <a:rPr lang="en-US" dirty="0"/>
              <a:t>Sometimes a </a:t>
            </a:r>
            <a:r>
              <a:rPr lang="en-US" b="1" dirty="0"/>
              <a:t>single record spans multiple lines</a:t>
            </a:r>
            <a:r>
              <a:rPr lang="en-US" dirty="0"/>
              <a:t> </a:t>
            </a:r>
          </a:p>
          <a:p>
            <a:r>
              <a:rPr lang="en-US" dirty="0"/>
              <a:t>Example: Address book entry: </a:t>
            </a:r>
          </a:p>
          <a:p>
            <a:pPr lvl="1"/>
            <a:r>
              <a:rPr lang="en-US" dirty="0"/>
              <a:t>Name </a:t>
            </a:r>
          </a:p>
          <a:p>
            <a:pPr lvl="1"/>
            <a:r>
              <a:rPr lang="en-US" dirty="0"/>
              <a:t>Address </a:t>
            </a:r>
          </a:p>
          <a:p>
            <a:pPr lvl="1"/>
            <a:r>
              <a:rPr lang="en-US" dirty="0"/>
              <a:t>Phone numbers </a:t>
            </a:r>
          </a:p>
          <a:p>
            <a:r>
              <a:rPr lang="en-US" dirty="0"/>
              <a:t>A </a:t>
            </a:r>
            <a:r>
              <a:rPr lang="en-US" b="1" dirty="0"/>
              <a:t>for loop is not enough</a:t>
            </a:r>
            <a:r>
              <a:rPr lang="en-US" dirty="0"/>
              <a:t> (reads one line at a time) </a:t>
            </a:r>
          </a:p>
          <a:p>
            <a:endParaRPr lang="en-ZA" dirty="0"/>
          </a:p>
        </p:txBody>
      </p:sp>
    </p:spTree>
    <p:extLst>
      <p:ext uri="{BB962C8B-B14F-4D97-AF65-F5344CB8AC3E}">
        <p14:creationId xmlns:p14="http://schemas.microsoft.com/office/powerpoint/2010/main" val="11034954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90120-608A-C01E-11D5-43F9FE803D93}"/>
              </a:ext>
            </a:extLst>
          </p:cNvPr>
          <p:cNvSpPr>
            <a:spLocks noGrp="1"/>
          </p:cNvSpPr>
          <p:nvPr>
            <p:ph type="title"/>
          </p:nvPr>
        </p:nvSpPr>
        <p:spPr/>
        <p:txBody>
          <a:bodyPr/>
          <a:lstStyle/>
          <a:p>
            <a:r>
              <a:rPr lang="en-US" dirty="0"/>
              <a:t>Why Use a While Loop?</a:t>
            </a:r>
            <a:endParaRPr lang="en-ZA" dirty="0"/>
          </a:p>
        </p:txBody>
      </p:sp>
      <p:sp>
        <p:nvSpPr>
          <p:cNvPr id="3" name="Content Placeholder 2">
            <a:extLst>
              <a:ext uri="{FF2B5EF4-FFF2-40B4-BE49-F238E27FC236}">
                <a16:creationId xmlns:a16="http://schemas.microsoft.com/office/drawing/2014/main" id="{1AFE8CC7-EB2A-ACF5-B2A3-DD7D60DF429B}"/>
              </a:ext>
            </a:extLst>
          </p:cNvPr>
          <p:cNvSpPr>
            <a:spLocks noGrp="1"/>
          </p:cNvSpPr>
          <p:nvPr>
            <p:ph type="body" sz="quarter" idx="13"/>
          </p:nvPr>
        </p:nvSpPr>
        <p:spPr/>
        <p:txBody>
          <a:bodyPr/>
          <a:lstStyle/>
          <a:p>
            <a:r>
              <a:rPr lang="en-US" dirty="0"/>
              <a:t>A while loop gives more control </a:t>
            </a:r>
          </a:p>
          <a:p>
            <a:r>
              <a:rPr lang="en-US" dirty="0"/>
              <a:t>Used when: </a:t>
            </a:r>
          </a:p>
          <a:p>
            <a:pPr lvl="1"/>
            <a:r>
              <a:rPr lang="en-US" dirty="0"/>
              <a:t>Reading multiple lines per record </a:t>
            </a:r>
          </a:p>
          <a:p>
            <a:pPr lvl="1"/>
            <a:r>
              <a:rPr lang="en-US" dirty="0"/>
              <a:t>Detecting end of file (EOF) </a:t>
            </a:r>
          </a:p>
          <a:p>
            <a:r>
              <a:rPr lang="en-US" dirty="0"/>
              <a:t>Loop continues until no more data</a:t>
            </a:r>
          </a:p>
          <a:p>
            <a:endParaRPr lang="en-ZA" dirty="0"/>
          </a:p>
        </p:txBody>
      </p:sp>
    </p:spTree>
    <p:extLst>
      <p:ext uri="{BB962C8B-B14F-4D97-AF65-F5344CB8AC3E}">
        <p14:creationId xmlns:p14="http://schemas.microsoft.com/office/powerpoint/2010/main" val="9990305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17096-16DE-7901-62E6-F9593C701AF0}"/>
              </a:ext>
            </a:extLst>
          </p:cNvPr>
          <p:cNvSpPr>
            <a:spLocks noGrp="1"/>
          </p:cNvSpPr>
          <p:nvPr>
            <p:ph type="title"/>
          </p:nvPr>
        </p:nvSpPr>
        <p:spPr/>
        <p:txBody>
          <a:bodyPr/>
          <a:lstStyle/>
          <a:p>
            <a:r>
              <a:rPr lang="en-ZA" dirty="0"/>
              <a:t>Loop-and-a-Half Pattern</a:t>
            </a:r>
          </a:p>
        </p:txBody>
      </p:sp>
      <p:sp>
        <p:nvSpPr>
          <p:cNvPr id="3" name="Content Placeholder 2">
            <a:extLst>
              <a:ext uri="{FF2B5EF4-FFF2-40B4-BE49-F238E27FC236}">
                <a16:creationId xmlns:a16="http://schemas.microsoft.com/office/drawing/2014/main" id="{9B762100-FA1C-FCF9-8153-A987BA894DB8}"/>
              </a:ext>
            </a:extLst>
          </p:cNvPr>
          <p:cNvSpPr>
            <a:spLocks noGrp="1"/>
          </p:cNvSpPr>
          <p:nvPr>
            <p:ph type="body" sz="quarter" idx="16"/>
          </p:nvPr>
        </p:nvSpPr>
        <p:spPr>
          <a:xfrm>
            <a:off x="1076223" y="1860471"/>
            <a:ext cx="4486822" cy="3444260"/>
          </a:xfrm>
        </p:spPr>
        <p:txBody>
          <a:bodyPr>
            <a:normAutofit/>
          </a:bodyPr>
          <a:lstStyle/>
          <a:p>
            <a:pPr marL="285750" indent="-285750">
              <a:buFont typeface="Arial" panose="020B0604020202020204" pitchFamily="34" charset="0"/>
              <a:buChar char="•"/>
            </a:pPr>
            <a:r>
              <a:rPr lang="en-US" sz="2800" dirty="0"/>
              <a:t>Read first line</a:t>
            </a:r>
          </a:p>
          <a:p>
            <a:pPr marL="285750" indent="-285750">
              <a:buFont typeface="Arial" panose="020B0604020202020204" pitchFamily="34" charset="0"/>
              <a:buChar char="•"/>
            </a:pPr>
            <a:r>
              <a:rPr lang="en-US" sz="2800" dirty="0"/>
              <a:t>Check if file ended</a:t>
            </a:r>
          </a:p>
          <a:p>
            <a:pPr marL="285750" indent="-285750">
              <a:buFont typeface="Arial" panose="020B0604020202020204" pitchFamily="34" charset="0"/>
              <a:buChar char="•"/>
            </a:pPr>
            <a:r>
              <a:rPr lang="en-US" sz="2800" dirty="0"/>
              <a:t>Process record</a:t>
            </a:r>
            <a:endParaRPr lang="en-ZA" sz="2800" dirty="0"/>
          </a:p>
        </p:txBody>
      </p:sp>
      <p:sp>
        <p:nvSpPr>
          <p:cNvPr id="9" name="Content Placeholder 3">
            <a:extLst>
              <a:ext uri="{FF2B5EF4-FFF2-40B4-BE49-F238E27FC236}">
                <a16:creationId xmlns:a16="http://schemas.microsoft.com/office/drawing/2014/main" id="{FEF65231-4A28-1695-BC81-F7EA3B445FF6}"/>
              </a:ext>
            </a:extLst>
          </p:cNvPr>
          <p:cNvSpPr>
            <a:spLocks noGrp="1"/>
          </p:cNvSpPr>
          <p:nvPr>
            <p:ph type="body" sz="quarter" idx="18"/>
          </p:nvPr>
        </p:nvSpPr>
        <p:spPr>
          <a:xfrm>
            <a:off x="5709332" y="1859856"/>
            <a:ext cx="4486275" cy="3444875"/>
          </a:xfrm>
        </p:spPr>
        <p:txBody>
          <a:bodyPr>
            <a:normAutofit/>
          </a:bodyPr>
          <a:lstStyle/>
          <a:p>
            <a:pPr marL="457200" lvl="1" indent="0">
              <a:buNone/>
            </a:pPr>
            <a:r>
              <a:rPr lang="en-US" sz="2400" dirty="0">
                <a:solidFill>
                  <a:srgbClr val="0070C0"/>
                </a:solidFill>
              </a:rPr>
              <a:t>line = </a:t>
            </a:r>
            <a:r>
              <a:rPr lang="en-US" sz="2400" dirty="0" err="1">
                <a:solidFill>
                  <a:srgbClr val="0070C0"/>
                </a:solidFill>
              </a:rPr>
              <a:t>file.readline</a:t>
            </a:r>
            <a:r>
              <a:rPr lang="en-US" sz="2400" dirty="0">
                <a:solidFill>
                  <a:srgbClr val="0070C0"/>
                </a:solidFill>
              </a:rPr>
              <a:t>()</a:t>
            </a:r>
          </a:p>
          <a:p>
            <a:pPr marL="457200" lvl="1" indent="0">
              <a:buNone/>
            </a:pPr>
            <a:r>
              <a:rPr lang="en-US" sz="2400" dirty="0">
                <a:solidFill>
                  <a:srgbClr val="0070C0"/>
                </a:solidFill>
              </a:rPr>
              <a:t>while line != "":</a:t>
            </a:r>
          </a:p>
          <a:p>
            <a:pPr marL="457200" lvl="1" indent="0">
              <a:buNone/>
            </a:pPr>
            <a:r>
              <a:rPr lang="en-US" sz="2400" dirty="0">
                <a:solidFill>
                  <a:srgbClr val="0070C0"/>
                </a:solidFill>
              </a:rPr>
              <a:t>    # process record</a:t>
            </a:r>
          </a:p>
          <a:p>
            <a:pPr marL="457200" lvl="1" indent="0">
              <a:buNone/>
            </a:pPr>
            <a:r>
              <a:rPr lang="en-US" sz="2400" dirty="0">
                <a:solidFill>
                  <a:srgbClr val="0070C0"/>
                </a:solidFill>
              </a:rPr>
              <a:t>    line = </a:t>
            </a:r>
            <a:r>
              <a:rPr lang="en-US" sz="2400" dirty="0" err="1">
                <a:solidFill>
                  <a:srgbClr val="0070C0"/>
                </a:solidFill>
              </a:rPr>
              <a:t>file.readline</a:t>
            </a:r>
            <a:r>
              <a:rPr lang="en-US" sz="2400" dirty="0">
                <a:solidFill>
                  <a:srgbClr val="0070C0"/>
                </a:solidFill>
              </a:rPr>
              <a:t>()</a:t>
            </a:r>
          </a:p>
          <a:p>
            <a:pPr marL="457200" lvl="1" indent="0">
              <a:buNone/>
            </a:pPr>
            <a:endParaRPr lang="en-US" sz="2400" dirty="0">
              <a:solidFill>
                <a:srgbClr val="0070C0"/>
              </a:solidFill>
            </a:endParaRPr>
          </a:p>
          <a:p>
            <a:pPr marL="0" indent="0">
              <a:buNone/>
            </a:pPr>
            <a:r>
              <a:rPr lang="en-US" sz="2400" dirty="0"/>
              <a:t>Empty string ("") = </a:t>
            </a:r>
            <a:r>
              <a:rPr lang="en-US" sz="2400" b="1" dirty="0"/>
              <a:t>End of File (EOF)</a:t>
            </a:r>
            <a:endParaRPr lang="en-US" sz="2400" dirty="0">
              <a:solidFill>
                <a:srgbClr val="0070C0"/>
              </a:solidFill>
            </a:endParaRPr>
          </a:p>
          <a:p>
            <a:endParaRPr lang="en-US" sz="2400" dirty="0"/>
          </a:p>
          <a:p>
            <a:endParaRPr lang="en-ZA" sz="2400" dirty="0"/>
          </a:p>
        </p:txBody>
      </p:sp>
    </p:spTree>
    <p:extLst>
      <p:ext uri="{BB962C8B-B14F-4D97-AF65-F5344CB8AC3E}">
        <p14:creationId xmlns:p14="http://schemas.microsoft.com/office/powerpoint/2010/main" val="16543346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59A58-8017-98C0-42F0-2D5B335FA5E9}"/>
              </a:ext>
            </a:extLst>
          </p:cNvPr>
          <p:cNvSpPr>
            <a:spLocks noGrp="1"/>
          </p:cNvSpPr>
          <p:nvPr>
            <p:ph type="title"/>
          </p:nvPr>
        </p:nvSpPr>
        <p:spPr/>
        <p:txBody>
          <a:bodyPr/>
          <a:lstStyle/>
          <a:p>
            <a:r>
              <a:rPr lang="en-US" dirty="0"/>
              <a:t>Example counting records</a:t>
            </a:r>
            <a:endParaRPr lang="en-ZA" dirty="0"/>
          </a:p>
        </p:txBody>
      </p:sp>
      <p:sp>
        <p:nvSpPr>
          <p:cNvPr id="3" name="Content Placeholder 2">
            <a:extLst>
              <a:ext uri="{FF2B5EF4-FFF2-40B4-BE49-F238E27FC236}">
                <a16:creationId xmlns:a16="http://schemas.microsoft.com/office/drawing/2014/main" id="{CFD3EE44-4D22-8C59-2652-01ABB4D1F2D7}"/>
              </a:ext>
            </a:extLst>
          </p:cNvPr>
          <p:cNvSpPr>
            <a:spLocks noGrp="1"/>
          </p:cNvSpPr>
          <p:nvPr>
            <p:ph type="body" sz="quarter" idx="13"/>
          </p:nvPr>
        </p:nvSpPr>
        <p:spPr/>
        <p:txBody>
          <a:bodyPr>
            <a:normAutofit/>
          </a:bodyPr>
          <a:lstStyle/>
          <a:p>
            <a:r>
              <a:rPr lang="en-US" dirty="0"/>
              <a:t>This example counts number of records in file </a:t>
            </a:r>
          </a:p>
          <a:p>
            <a:pPr marL="457200" lvl="1" indent="0">
              <a:buNone/>
            </a:pPr>
            <a:r>
              <a:rPr lang="en-US" dirty="0">
                <a:solidFill>
                  <a:srgbClr val="0070C0"/>
                </a:solidFill>
              </a:rPr>
              <a:t>count = 0</a:t>
            </a:r>
          </a:p>
          <a:p>
            <a:pPr marL="457200" lvl="1" indent="0">
              <a:buNone/>
            </a:pPr>
            <a:r>
              <a:rPr lang="en-US" dirty="0" err="1">
                <a:solidFill>
                  <a:srgbClr val="0070C0"/>
                </a:solidFill>
              </a:rPr>
              <a:t>lastName</a:t>
            </a:r>
            <a:r>
              <a:rPr lang="en-US" dirty="0">
                <a:solidFill>
                  <a:srgbClr val="0070C0"/>
                </a:solidFill>
              </a:rPr>
              <a:t> = </a:t>
            </a:r>
            <a:r>
              <a:rPr lang="en-US" dirty="0" err="1">
                <a:solidFill>
                  <a:srgbClr val="0070C0"/>
                </a:solidFill>
              </a:rPr>
              <a:t>file.readline</a:t>
            </a:r>
            <a:r>
              <a:rPr lang="en-US" dirty="0">
                <a:solidFill>
                  <a:srgbClr val="0070C0"/>
                </a:solidFill>
              </a:rPr>
              <a:t>()</a:t>
            </a:r>
          </a:p>
          <a:p>
            <a:pPr marL="457200" lvl="1" indent="0">
              <a:buNone/>
            </a:pPr>
            <a:endParaRPr lang="en-US" dirty="0">
              <a:solidFill>
                <a:srgbClr val="0070C0"/>
              </a:solidFill>
            </a:endParaRPr>
          </a:p>
          <a:p>
            <a:pPr marL="457200" lvl="1" indent="0">
              <a:buNone/>
            </a:pPr>
            <a:r>
              <a:rPr lang="en-US" dirty="0">
                <a:solidFill>
                  <a:srgbClr val="0070C0"/>
                </a:solidFill>
              </a:rPr>
              <a:t>while </a:t>
            </a:r>
            <a:r>
              <a:rPr lang="en-US" dirty="0" err="1">
                <a:solidFill>
                  <a:srgbClr val="0070C0"/>
                </a:solidFill>
              </a:rPr>
              <a:t>lastName</a:t>
            </a:r>
            <a:r>
              <a:rPr lang="en-US" dirty="0">
                <a:solidFill>
                  <a:srgbClr val="0070C0"/>
                </a:solidFill>
              </a:rPr>
              <a:t> != "":</a:t>
            </a:r>
          </a:p>
          <a:p>
            <a:pPr marL="457200" lvl="1" indent="0">
              <a:buNone/>
            </a:pPr>
            <a:r>
              <a:rPr lang="en-US" dirty="0">
                <a:solidFill>
                  <a:srgbClr val="0070C0"/>
                </a:solidFill>
              </a:rPr>
              <a:t>    # read remaining lines of record</a:t>
            </a:r>
          </a:p>
          <a:p>
            <a:pPr marL="457200" lvl="1" indent="0">
              <a:buNone/>
            </a:pPr>
            <a:r>
              <a:rPr lang="en-US" dirty="0">
                <a:solidFill>
                  <a:srgbClr val="0070C0"/>
                </a:solidFill>
              </a:rPr>
              <a:t>    count += 1</a:t>
            </a:r>
          </a:p>
          <a:p>
            <a:pPr marL="457200" lvl="1" indent="0">
              <a:buNone/>
            </a:pPr>
            <a:r>
              <a:rPr lang="en-US" dirty="0">
                <a:solidFill>
                  <a:srgbClr val="0070C0"/>
                </a:solidFill>
              </a:rPr>
              <a:t>    </a:t>
            </a:r>
            <a:r>
              <a:rPr lang="en-US" dirty="0" err="1">
                <a:solidFill>
                  <a:srgbClr val="0070C0"/>
                </a:solidFill>
              </a:rPr>
              <a:t>lastName</a:t>
            </a:r>
            <a:r>
              <a:rPr lang="en-US" dirty="0">
                <a:solidFill>
                  <a:srgbClr val="0070C0"/>
                </a:solidFill>
              </a:rPr>
              <a:t> = </a:t>
            </a:r>
            <a:r>
              <a:rPr lang="en-US" dirty="0" err="1">
                <a:solidFill>
                  <a:srgbClr val="0070C0"/>
                </a:solidFill>
              </a:rPr>
              <a:t>file.readline</a:t>
            </a:r>
            <a:r>
              <a:rPr lang="en-US" dirty="0">
                <a:solidFill>
                  <a:srgbClr val="0070C0"/>
                </a:solidFill>
              </a:rPr>
              <a:t>()</a:t>
            </a:r>
            <a:endParaRPr lang="en-ZA" dirty="0">
              <a:solidFill>
                <a:srgbClr val="0070C0"/>
              </a:solidFill>
            </a:endParaRPr>
          </a:p>
        </p:txBody>
      </p:sp>
    </p:spTree>
    <p:extLst>
      <p:ext uri="{BB962C8B-B14F-4D97-AF65-F5344CB8AC3E}">
        <p14:creationId xmlns:p14="http://schemas.microsoft.com/office/powerpoint/2010/main" val="18462565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C17FC-D4D6-8AE8-218C-93AC09004AF3}"/>
              </a:ext>
            </a:extLst>
          </p:cNvPr>
          <p:cNvSpPr>
            <a:spLocks noGrp="1"/>
          </p:cNvSpPr>
          <p:nvPr>
            <p:ph type="title"/>
          </p:nvPr>
        </p:nvSpPr>
        <p:spPr/>
        <p:txBody>
          <a:bodyPr/>
          <a:lstStyle/>
          <a:p>
            <a:r>
              <a:rPr lang="en-US" dirty="0"/>
              <a:t>Key concepts and best practice</a:t>
            </a:r>
            <a:endParaRPr lang="en-ZA" dirty="0"/>
          </a:p>
        </p:txBody>
      </p:sp>
      <p:sp>
        <p:nvSpPr>
          <p:cNvPr id="3" name="Content Placeholder 2">
            <a:extLst>
              <a:ext uri="{FF2B5EF4-FFF2-40B4-BE49-F238E27FC236}">
                <a16:creationId xmlns:a16="http://schemas.microsoft.com/office/drawing/2014/main" id="{5FD1612E-A413-5AA3-3550-7AF3D8226F3A}"/>
              </a:ext>
            </a:extLst>
          </p:cNvPr>
          <p:cNvSpPr>
            <a:spLocks noGrp="1"/>
          </p:cNvSpPr>
          <p:nvPr>
            <p:ph type="body" sz="quarter" idx="13"/>
          </p:nvPr>
        </p:nvSpPr>
        <p:spPr/>
        <p:txBody>
          <a:bodyPr/>
          <a:lstStyle/>
          <a:p>
            <a:r>
              <a:rPr lang="en-US" dirty="0" err="1"/>
              <a:t>readline</a:t>
            </a:r>
            <a:r>
              <a:rPr lang="en-US" dirty="0"/>
              <a:t>(): </a:t>
            </a:r>
          </a:p>
          <a:p>
            <a:pPr lvl="1"/>
            <a:r>
              <a:rPr lang="en-US" dirty="0"/>
              <a:t>Reads one line at a time </a:t>
            </a:r>
          </a:p>
          <a:p>
            <a:pPr lvl="1"/>
            <a:r>
              <a:rPr lang="en-US" dirty="0"/>
              <a:t>Includes \n (newline) </a:t>
            </a:r>
          </a:p>
          <a:p>
            <a:r>
              <a:rPr lang="en-US" dirty="0"/>
              <a:t>Use: </a:t>
            </a:r>
          </a:p>
          <a:p>
            <a:pPr lvl="1"/>
            <a:r>
              <a:rPr lang="en-US" dirty="0" err="1"/>
              <a:t>line.rstrip</a:t>
            </a:r>
            <a:r>
              <a:rPr lang="en-US" dirty="0"/>
              <a:t>() to remove whitespace</a:t>
            </a:r>
          </a:p>
          <a:p>
            <a:endParaRPr lang="en-ZA" dirty="0"/>
          </a:p>
        </p:txBody>
      </p:sp>
    </p:spTree>
    <p:extLst>
      <p:ext uri="{BB962C8B-B14F-4D97-AF65-F5344CB8AC3E}">
        <p14:creationId xmlns:p14="http://schemas.microsoft.com/office/powerpoint/2010/main" val="6957424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84C90-5165-977C-8757-1340DDD21D51}"/>
              </a:ext>
            </a:extLst>
          </p:cNvPr>
          <p:cNvSpPr>
            <a:spLocks noGrp="1"/>
          </p:cNvSpPr>
          <p:nvPr>
            <p:ph type="title"/>
          </p:nvPr>
        </p:nvSpPr>
        <p:spPr/>
        <p:txBody>
          <a:bodyPr/>
          <a:lstStyle/>
          <a:p>
            <a:r>
              <a:rPr lang="en-US" dirty="0"/>
              <a:t>Activity</a:t>
            </a:r>
            <a:endParaRPr lang="en-ZA" dirty="0"/>
          </a:p>
        </p:txBody>
      </p:sp>
      <p:sp>
        <p:nvSpPr>
          <p:cNvPr id="3" name="Content Placeholder 2">
            <a:extLst>
              <a:ext uri="{FF2B5EF4-FFF2-40B4-BE49-F238E27FC236}">
                <a16:creationId xmlns:a16="http://schemas.microsoft.com/office/drawing/2014/main" id="{65C417EE-8C79-0427-D4B2-C2EE10E7DF80}"/>
              </a:ext>
            </a:extLst>
          </p:cNvPr>
          <p:cNvSpPr>
            <a:spLocks noGrp="1"/>
          </p:cNvSpPr>
          <p:nvPr>
            <p:ph type="body" sz="quarter" idx="13"/>
          </p:nvPr>
        </p:nvSpPr>
        <p:spPr/>
        <p:txBody>
          <a:bodyPr>
            <a:normAutofit fontScale="92500" lnSpcReduction="10000"/>
          </a:bodyPr>
          <a:lstStyle/>
          <a:p>
            <a:r>
              <a:rPr lang="en-US" dirty="0"/>
              <a:t>An event </a:t>
            </a:r>
            <a:r>
              <a:rPr lang="en-US" dirty="0" err="1"/>
              <a:t>organiser</a:t>
            </a:r>
            <a:r>
              <a:rPr lang="en-US" dirty="0"/>
              <a:t> wants to </a:t>
            </a:r>
            <a:r>
              <a:rPr lang="en-US" dirty="0" err="1"/>
              <a:t>analyse</a:t>
            </a:r>
            <a:r>
              <a:rPr lang="en-US" dirty="0"/>
              <a:t> ticket purchases.</a:t>
            </a:r>
          </a:p>
          <a:p>
            <a:r>
              <a:rPr lang="en-US" dirty="0"/>
              <a:t>Write a Python program that:</a:t>
            </a:r>
          </a:p>
          <a:p>
            <a:pPr lvl="1"/>
            <a:r>
              <a:rPr lang="en-US" dirty="0"/>
              <a:t>Asks the user to enter the </a:t>
            </a:r>
            <a:r>
              <a:rPr lang="en-US" b="1" dirty="0"/>
              <a:t>prices of 5 tickets sold</a:t>
            </a:r>
            <a:r>
              <a:rPr lang="en-US" dirty="0"/>
              <a:t> </a:t>
            </a:r>
          </a:p>
          <a:p>
            <a:pPr lvl="1"/>
            <a:r>
              <a:rPr lang="en-US" dirty="0"/>
              <a:t>Stores the prices in a </a:t>
            </a:r>
            <a:r>
              <a:rPr lang="en-US" b="1" dirty="0"/>
              <a:t>list</a:t>
            </a:r>
            <a:r>
              <a:rPr lang="en-US" dirty="0"/>
              <a:t> </a:t>
            </a:r>
          </a:p>
          <a:p>
            <a:pPr lvl="1"/>
            <a:r>
              <a:rPr lang="en-US" dirty="0"/>
              <a:t>Calculates: </a:t>
            </a:r>
          </a:p>
          <a:p>
            <a:pPr lvl="2"/>
            <a:r>
              <a:rPr lang="en-US" dirty="0"/>
              <a:t>Total revenue </a:t>
            </a:r>
          </a:p>
          <a:p>
            <a:pPr lvl="2"/>
            <a:r>
              <a:rPr lang="en-US" dirty="0"/>
              <a:t>Average ticket price </a:t>
            </a:r>
          </a:p>
          <a:p>
            <a:pPr lvl="1"/>
            <a:r>
              <a:rPr lang="en-US" dirty="0"/>
              <a:t>Displays: </a:t>
            </a:r>
          </a:p>
          <a:p>
            <a:pPr lvl="2"/>
            <a:r>
              <a:rPr lang="en-US" dirty="0"/>
              <a:t>The </a:t>
            </a:r>
            <a:r>
              <a:rPr lang="en-US" b="1" dirty="0"/>
              <a:t>highest ticket price</a:t>
            </a:r>
            <a:r>
              <a:rPr lang="en-US" dirty="0"/>
              <a:t> </a:t>
            </a:r>
          </a:p>
          <a:p>
            <a:pPr lvl="2"/>
            <a:r>
              <a:rPr lang="en-US" dirty="0"/>
              <a:t>The </a:t>
            </a:r>
            <a:r>
              <a:rPr lang="en-US" b="1" dirty="0"/>
              <a:t>number of tickets costing ≥ 50</a:t>
            </a:r>
            <a:r>
              <a:rPr lang="en-US" dirty="0"/>
              <a:t> </a:t>
            </a:r>
          </a:p>
          <a:p>
            <a:pPr lvl="1"/>
            <a:r>
              <a:rPr lang="en-US" dirty="0"/>
              <a:t>Write the </a:t>
            </a:r>
            <a:r>
              <a:rPr lang="en-US" b="1" dirty="0"/>
              <a:t>ticket prices</a:t>
            </a:r>
            <a:r>
              <a:rPr lang="en-US" dirty="0"/>
              <a:t> and the </a:t>
            </a:r>
            <a:r>
              <a:rPr lang="en-US" b="1" dirty="0"/>
              <a:t>average price</a:t>
            </a:r>
            <a:r>
              <a:rPr lang="en-US" dirty="0"/>
              <a:t> to a file called </a:t>
            </a:r>
            <a:r>
              <a:rPr lang="en-US" b="1" dirty="0"/>
              <a:t>tickets.txt</a:t>
            </a:r>
            <a:endParaRPr lang="en-US" dirty="0"/>
          </a:p>
        </p:txBody>
      </p:sp>
    </p:spTree>
    <p:extLst>
      <p:ext uri="{BB962C8B-B14F-4D97-AF65-F5344CB8AC3E}">
        <p14:creationId xmlns:p14="http://schemas.microsoft.com/office/powerpoint/2010/main" val="6057889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B29F6-1B1E-89D9-D062-25E65BB19BBB}"/>
              </a:ext>
            </a:extLst>
          </p:cNvPr>
          <p:cNvSpPr>
            <a:spLocks noGrp="1"/>
          </p:cNvSpPr>
          <p:nvPr>
            <p:ph type="title"/>
          </p:nvPr>
        </p:nvSpPr>
        <p:spPr/>
        <p:txBody>
          <a:bodyPr/>
          <a:lstStyle/>
          <a:p>
            <a:r>
              <a:rPr lang="en-US" dirty="0"/>
              <a:t>Summary</a:t>
            </a:r>
            <a:endParaRPr lang="en-ZA" dirty="0"/>
          </a:p>
        </p:txBody>
      </p:sp>
      <p:sp>
        <p:nvSpPr>
          <p:cNvPr id="3" name="Content Placeholder 2">
            <a:extLst>
              <a:ext uri="{FF2B5EF4-FFF2-40B4-BE49-F238E27FC236}">
                <a16:creationId xmlns:a16="http://schemas.microsoft.com/office/drawing/2014/main" id="{82ECF026-1B1D-8BD7-73AE-212289759F45}"/>
              </a:ext>
            </a:extLst>
          </p:cNvPr>
          <p:cNvSpPr>
            <a:spLocks noGrp="1"/>
          </p:cNvSpPr>
          <p:nvPr>
            <p:ph type="body" sz="quarter" idx="13"/>
          </p:nvPr>
        </p:nvSpPr>
        <p:spPr/>
        <p:txBody>
          <a:bodyPr>
            <a:normAutofit lnSpcReduction="10000"/>
          </a:bodyPr>
          <a:lstStyle/>
          <a:p>
            <a:r>
              <a:rPr lang="en-US" dirty="0"/>
              <a:t>Repeat tasks using:</a:t>
            </a:r>
          </a:p>
          <a:p>
            <a:pPr lvl="1"/>
            <a:r>
              <a:rPr lang="en-US" dirty="0"/>
              <a:t>for → known repetitions</a:t>
            </a:r>
          </a:p>
          <a:p>
            <a:pPr lvl="1"/>
            <a:r>
              <a:rPr lang="en-US" dirty="0"/>
              <a:t>while → condition-based</a:t>
            </a:r>
          </a:p>
          <a:p>
            <a:r>
              <a:rPr lang="en-US" dirty="0"/>
              <a:t>Control flow:</a:t>
            </a:r>
          </a:p>
          <a:p>
            <a:pPr lvl="1"/>
            <a:r>
              <a:rPr lang="en-US" dirty="0"/>
              <a:t>continue → skip iteration</a:t>
            </a:r>
          </a:p>
          <a:p>
            <a:pPr lvl="1"/>
            <a:r>
              <a:rPr lang="en-US" dirty="0"/>
              <a:t>break → stop loop</a:t>
            </a:r>
          </a:p>
          <a:p>
            <a:r>
              <a:rPr lang="en-US" dirty="0"/>
              <a:t>Strings &amp; lists are sequences you can: </a:t>
            </a:r>
          </a:p>
          <a:p>
            <a:pPr lvl="1"/>
            <a:r>
              <a:rPr lang="en-US" dirty="0"/>
              <a:t>Iterate through elements</a:t>
            </a:r>
          </a:p>
          <a:p>
            <a:pPr lvl="1"/>
            <a:r>
              <a:rPr lang="en-US" dirty="0"/>
              <a:t>Use indexing ([0], [-1])</a:t>
            </a:r>
          </a:p>
          <a:p>
            <a:pPr lvl="1"/>
            <a:r>
              <a:rPr lang="en-US" dirty="0"/>
              <a:t>Use slicing ([</a:t>
            </a:r>
            <a:r>
              <a:rPr lang="en-US" dirty="0" err="1"/>
              <a:t>start:stop</a:t>
            </a:r>
            <a:r>
              <a:rPr lang="en-US" dirty="0"/>
              <a:t>])</a:t>
            </a:r>
            <a:endParaRPr lang="en-ZA" dirty="0"/>
          </a:p>
        </p:txBody>
      </p:sp>
    </p:spTree>
    <p:extLst>
      <p:ext uri="{BB962C8B-B14F-4D97-AF65-F5344CB8AC3E}">
        <p14:creationId xmlns:p14="http://schemas.microsoft.com/office/powerpoint/2010/main" val="37080918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C84FE-8F16-DE98-71CE-74661584274F}"/>
              </a:ext>
            </a:extLst>
          </p:cNvPr>
          <p:cNvSpPr>
            <a:spLocks noGrp="1"/>
          </p:cNvSpPr>
          <p:nvPr>
            <p:ph type="title"/>
          </p:nvPr>
        </p:nvSpPr>
        <p:spPr/>
        <p:txBody>
          <a:bodyPr/>
          <a:lstStyle/>
          <a:p>
            <a:r>
              <a:rPr lang="en-US" dirty="0"/>
              <a:t>Summary</a:t>
            </a:r>
            <a:endParaRPr lang="en-ZA" dirty="0"/>
          </a:p>
        </p:txBody>
      </p:sp>
      <p:sp>
        <p:nvSpPr>
          <p:cNvPr id="3" name="Content Placeholder 2">
            <a:extLst>
              <a:ext uri="{FF2B5EF4-FFF2-40B4-BE49-F238E27FC236}">
                <a16:creationId xmlns:a16="http://schemas.microsoft.com/office/drawing/2014/main" id="{2A668E56-8DFB-536A-C48A-673C626093F2}"/>
              </a:ext>
            </a:extLst>
          </p:cNvPr>
          <p:cNvSpPr>
            <a:spLocks noGrp="1"/>
          </p:cNvSpPr>
          <p:nvPr>
            <p:ph type="body" sz="quarter" idx="13"/>
          </p:nvPr>
        </p:nvSpPr>
        <p:spPr/>
        <p:txBody>
          <a:bodyPr>
            <a:normAutofit fontScale="92500" lnSpcReduction="10000"/>
          </a:bodyPr>
          <a:lstStyle/>
          <a:p>
            <a:r>
              <a:rPr lang="en-US" dirty="0"/>
              <a:t>Lists are mutable (can change)</a:t>
            </a:r>
          </a:p>
          <a:p>
            <a:r>
              <a:rPr lang="en-US" dirty="0"/>
              <a:t>Strings, numbers → immutable</a:t>
            </a:r>
          </a:p>
          <a:p>
            <a:r>
              <a:rPr lang="en-US" dirty="0"/>
              <a:t>Variables store references to objects</a:t>
            </a:r>
          </a:p>
          <a:p>
            <a:r>
              <a:rPr lang="en-US" dirty="0"/>
              <a:t>Accumulator pattern → totals, counts, products</a:t>
            </a:r>
          </a:p>
          <a:p>
            <a:r>
              <a:rPr lang="en-US" dirty="0"/>
              <a:t>Guess &amp; Check pattern → find items with a condition</a:t>
            </a:r>
          </a:p>
          <a:p>
            <a:r>
              <a:rPr lang="en-US" dirty="0"/>
              <a:t>Files are sequences of lines</a:t>
            </a:r>
          </a:p>
          <a:p>
            <a:r>
              <a:rPr lang="en-US" dirty="0"/>
              <a:t>Read using loops</a:t>
            </a:r>
          </a:p>
          <a:p>
            <a:r>
              <a:rPr lang="en-US" dirty="0"/>
              <a:t>Write using write()</a:t>
            </a:r>
          </a:p>
          <a:p>
            <a:r>
              <a:rPr lang="en-US" dirty="0"/>
              <a:t>Multi-line records → use while loop (loop-and-a-half)</a:t>
            </a:r>
            <a:endParaRPr lang="en-ZA" dirty="0"/>
          </a:p>
        </p:txBody>
      </p:sp>
    </p:spTree>
    <p:extLst>
      <p:ext uri="{BB962C8B-B14F-4D97-AF65-F5344CB8AC3E}">
        <p14:creationId xmlns:p14="http://schemas.microsoft.com/office/powerpoint/2010/main" val="15239867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EC0A01-97F1-9985-696F-BD56FA97124B}"/>
              </a:ext>
            </a:extLst>
          </p:cNvPr>
          <p:cNvSpPr txBox="1"/>
          <p:nvPr/>
        </p:nvSpPr>
        <p:spPr>
          <a:xfrm>
            <a:off x="586409" y="272533"/>
            <a:ext cx="4383157" cy="523220"/>
          </a:xfrm>
          <a:prstGeom prst="rect">
            <a:avLst/>
          </a:prstGeom>
          <a:noFill/>
        </p:spPr>
        <p:txBody>
          <a:bodyPr wrap="square" rtlCol="0">
            <a:spAutoFit/>
          </a:bodyPr>
          <a:lstStyle/>
          <a:p>
            <a:r>
              <a:rPr lang="en-ZA" sz="2800" dirty="0">
                <a:solidFill>
                  <a:schemeClr val="accent1"/>
                </a:solidFill>
                <a:latin typeface="Arial" panose="020B0604020202020204" pitchFamily="34" charset="0"/>
                <a:cs typeface="Arial" panose="020B0604020202020204" pitchFamily="34" charset="0"/>
              </a:rPr>
              <a:t>Bibliography</a:t>
            </a:r>
          </a:p>
        </p:txBody>
      </p:sp>
      <p:sp>
        <p:nvSpPr>
          <p:cNvPr id="3" name="TextBox 2">
            <a:extLst>
              <a:ext uri="{FF2B5EF4-FFF2-40B4-BE49-F238E27FC236}">
                <a16:creationId xmlns:a16="http://schemas.microsoft.com/office/drawing/2014/main" id="{DEC9F6CB-8C2B-AFCF-2552-09FB61F52511}"/>
              </a:ext>
            </a:extLst>
          </p:cNvPr>
          <p:cNvSpPr txBox="1"/>
          <p:nvPr/>
        </p:nvSpPr>
        <p:spPr>
          <a:xfrm>
            <a:off x="586409" y="983974"/>
            <a:ext cx="8945218" cy="954107"/>
          </a:xfrm>
          <a:prstGeom prst="rect">
            <a:avLst/>
          </a:prstGeom>
          <a:noFill/>
        </p:spPr>
        <p:txBody>
          <a:bodyPr wrap="square" rtlCol="0">
            <a:spAutoFit/>
          </a:bodyPr>
          <a:lstStyle/>
          <a:p>
            <a:pPr marL="285750" indent="-285750">
              <a:buFont typeface="Arial" panose="020B0604020202020204" pitchFamily="34" charset="0"/>
              <a:buChar char="•"/>
            </a:pPr>
            <a:r>
              <a:rPr lang="en-ZA" sz="1400" dirty="0">
                <a:latin typeface="Arial" panose="020B0604020202020204" pitchFamily="34" charset="0"/>
                <a:cs typeface="Arial" panose="020B0604020202020204" pitchFamily="34" charset="0"/>
              </a:rPr>
              <a:t>Kent D. Lee (2014), Python Programming Fundamentals. Springer. 2nd Edition</a:t>
            </a:r>
          </a:p>
          <a:p>
            <a:pPr marL="285750" indent="-285750">
              <a:buFont typeface="Arial" panose="020B0604020202020204" pitchFamily="34" charset="0"/>
              <a:buChar char="•"/>
            </a:pPr>
            <a:endParaRPr lang="en-ZA"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ZA" sz="1400" dirty="0">
                <a:latin typeface="Arial" panose="020B0604020202020204" pitchFamily="34" charset="0"/>
                <a:cs typeface="Arial" panose="020B0604020202020204" pitchFamily="34" charset="0"/>
              </a:rPr>
              <a:t> McMullen, K., Matthews, E. and Parsons, J.J., 2023. Programming with Python. 1st ed. Boston: Cengage Learning</a:t>
            </a:r>
          </a:p>
        </p:txBody>
      </p:sp>
    </p:spTree>
    <p:extLst>
      <p:ext uri="{BB962C8B-B14F-4D97-AF65-F5344CB8AC3E}">
        <p14:creationId xmlns:p14="http://schemas.microsoft.com/office/powerpoint/2010/main" val="2553579550"/>
      </p:ext>
    </p:extLst>
  </p:cSld>
  <p:clrMapOvr>
    <a:masterClrMapping/>
  </p:clrMapOvr>
</p:sld>
</file>

<file path=ppt/theme/theme1.xml><?xml version="1.0" encoding="utf-8"?>
<a:theme xmlns:a="http://schemas.openxmlformats.org/drawingml/2006/main" name="1_Office Theme">
  <a:themeElements>
    <a:clrScheme name="Eduvos temp">
      <a:dk1>
        <a:sysClr val="windowText" lastClr="000000"/>
      </a:dk1>
      <a:lt1>
        <a:sysClr val="window" lastClr="FFFFFF"/>
      </a:lt1>
      <a:dk2>
        <a:srgbClr val="15305D"/>
      </a:dk2>
      <a:lt2>
        <a:srgbClr val="B48DFF"/>
      </a:lt2>
      <a:accent1>
        <a:srgbClr val="214FB1"/>
      </a:accent1>
      <a:accent2>
        <a:srgbClr val="1B4087"/>
      </a:accent2>
      <a:accent3>
        <a:srgbClr val="CFAD80"/>
      </a:accent3>
      <a:accent4>
        <a:srgbClr val="97B7FC"/>
      </a:accent4>
      <a:accent5>
        <a:srgbClr val="85BF3F"/>
      </a:accent5>
      <a:accent6>
        <a:srgbClr val="008545"/>
      </a:accent6>
      <a:hlink>
        <a:srgbClr val="85BF3F"/>
      </a:hlink>
      <a:folHlink>
        <a:srgbClr val="CFAD80"/>
      </a:folHlink>
    </a:clrScheme>
    <a:fontScheme name="eduvos light">
      <a:majorFont>
        <a:latin typeface="Larken Bold"/>
        <a:ea typeface=""/>
        <a:cs typeface=""/>
      </a:majorFont>
      <a:minorFont>
        <a:latin typeface="Cocogoose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172</TotalTime>
  <Words>2758</Words>
  <Application>Microsoft Office PowerPoint</Application>
  <PresentationFormat>Widescreen</PresentationFormat>
  <Paragraphs>501</Paragraphs>
  <Slides>59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Aptos</vt:lpstr>
      <vt:lpstr>Arial</vt:lpstr>
      <vt:lpstr>CocogoosePro Light</vt:lpstr>
      <vt:lpstr>Courier New</vt:lpstr>
      <vt:lpstr>Larken Bold</vt:lpstr>
      <vt:lpstr>Wingdings</vt:lpstr>
      <vt:lpstr>1_Office Theme</vt:lpstr>
      <vt:lpstr>PowerPoint Presentation</vt:lpstr>
      <vt:lpstr>PowerPoint Presentation</vt:lpstr>
      <vt:lpstr>Eduvos and the Flipped Classroom</vt:lpstr>
      <vt:lpstr>PowerPoint Presentation</vt:lpstr>
      <vt:lpstr>Repetitive tasks</vt:lpstr>
      <vt:lpstr>Iteration Loops</vt:lpstr>
      <vt:lpstr>Sequences in Python</vt:lpstr>
      <vt:lpstr>Types of Loops</vt:lpstr>
      <vt:lpstr>Count Controlled Loops</vt:lpstr>
      <vt:lpstr>Structure of for loop</vt:lpstr>
      <vt:lpstr>Example of for loop</vt:lpstr>
      <vt:lpstr>Step-by-Step Execution (1 to 5)</vt:lpstr>
      <vt:lpstr>Loop Variations</vt:lpstr>
      <vt:lpstr>Accumulation: Totals</vt:lpstr>
      <vt:lpstr>Example: Calculating Average</vt:lpstr>
      <vt:lpstr>Activity</vt:lpstr>
      <vt:lpstr>Activity</vt:lpstr>
      <vt:lpstr>Condition Controlled Loops</vt:lpstr>
      <vt:lpstr>while loop</vt:lpstr>
      <vt:lpstr>Example: Counting 1 to 5</vt:lpstr>
      <vt:lpstr>Step –by –Step Execution</vt:lpstr>
      <vt:lpstr>Uknown Iterations(Sentinel value)</vt:lpstr>
      <vt:lpstr>Components of a loop</vt:lpstr>
      <vt:lpstr>Changing loop flow</vt:lpstr>
      <vt:lpstr>The continue Statement</vt:lpstr>
      <vt:lpstr>The break Statement</vt:lpstr>
      <vt:lpstr>Strings as Sequences</vt:lpstr>
      <vt:lpstr>Iterating Through a String: 1</vt:lpstr>
      <vt:lpstr>Iterating Through a String: 2</vt:lpstr>
      <vt:lpstr>Iterating Through a String: 3</vt:lpstr>
      <vt:lpstr>Activity</vt:lpstr>
      <vt:lpstr>Lists</vt:lpstr>
      <vt:lpstr>Iterating though a list</vt:lpstr>
      <vt:lpstr>Common List Methods</vt:lpstr>
      <vt:lpstr>Common List Operations</vt:lpstr>
      <vt:lpstr>Indexing &amp; Slicing</vt:lpstr>
      <vt:lpstr>The guess and check pattern for lists</vt:lpstr>
      <vt:lpstr>How guess and check pattern works</vt:lpstr>
      <vt:lpstr>Example: checking for an even number</vt:lpstr>
      <vt:lpstr>Guess and Check pattern: Indentation Rule</vt:lpstr>
      <vt:lpstr>Practice example : Keyword Check</vt:lpstr>
      <vt:lpstr>Mutability of Lists</vt:lpstr>
      <vt:lpstr>Lists are mutable</vt:lpstr>
      <vt:lpstr>Modifying Lists</vt:lpstr>
      <vt:lpstr>Shared References</vt:lpstr>
      <vt:lpstr>Activity</vt:lpstr>
      <vt:lpstr>What is a File</vt:lpstr>
      <vt:lpstr>Reading from a File</vt:lpstr>
      <vt:lpstr>Common Issue (Extra Blank Lines) </vt:lpstr>
      <vt:lpstr>Writing to a File</vt:lpstr>
      <vt:lpstr>Reading records from file</vt:lpstr>
      <vt:lpstr>Why Use a While Loop?</vt:lpstr>
      <vt:lpstr>Loop-and-a-Half Pattern</vt:lpstr>
      <vt:lpstr>Example counting records</vt:lpstr>
      <vt:lpstr>Key concepts and best practice</vt:lpstr>
      <vt:lpstr>Activity</vt:lpstr>
      <vt:lpstr>Summary</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Faith Mutepfe</dc:creator>
  <cp:lastModifiedBy>Faith Mutepfe</cp:lastModifiedBy>
  <cp:revision>5</cp:revision>
  <dcterms:created xsi:type="dcterms:W3CDTF">2026-05-11T10:54:33Z</dcterms:created>
  <dcterms:modified xsi:type="dcterms:W3CDTF">2026-05-11T17:20:45Z</dcterms:modified>
</cp:coreProperties>
</file>